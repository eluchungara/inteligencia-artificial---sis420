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ink/ink1.xml" ContentType="application/inkml+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ink/ink2.xml" ContentType="application/inkml+xml"/>
  <Override PartName="/ppt/ink/ink3.xml" ContentType="application/inkml+xml"/>
  <Override PartName="/ppt/ink/ink4.xml" ContentType="application/inkml+xml"/>
  <Override PartName="/ppt/charts/chart3.xml" ContentType="application/vnd.openxmlformats-officedocument.drawingml.chart+xml"/>
  <Override PartName="/ppt/charts/chart4.xml" ContentType="application/vnd.openxmlformats-officedocument.drawingml.chart+xml"/>
  <Override PartName="/ppt/ink/ink5.xml" ContentType="application/inkml+xml"/>
  <Override PartName="/ppt/charts/chart5.xml" ContentType="application/vnd.openxmlformats-officedocument.drawingml.chart+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charts/chart6.xml" ContentType="application/vnd.openxmlformats-officedocument.drawingml.chart+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4.xml" ContentType="application/vnd.openxmlformats-officedocument.presentationml.notesSlide+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5.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7.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8.xml" ContentType="application/vnd.openxmlformats-officedocument.presentationml.notesSlide+xml"/>
  <Override PartName="/ppt/ink/ink39.xml" ContentType="application/inkml+xml"/>
  <Override PartName="/ppt/tags/tag58.xml" ContentType="application/vnd.openxmlformats-officedocument.presentationml.tags+xml"/>
  <Override PartName="/ppt/notesSlides/notesSlide9.xml" ContentType="application/vnd.openxmlformats-officedocument.presentationml.notesSlide+xml"/>
  <Override PartName="/ppt/ink/ink40.xml" ContentType="application/inkml+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0.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1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12.xml" ContentType="application/vnd.openxmlformats-officedocument.presentationml.notesSlide+xml"/>
  <Override PartName="/ppt/charts/chart7.xml" ContentType="application/vnd.openxmlformats-officedocument.drawingml.chart+xml"/>
  <Override PartName="/ppt/ink/ink41.xml" ContentType="application/inkml+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13.xml" ContentType="application/vnd.openxmlformats-officedocument.presentationml.notesSlide+xml"/>
  <Override PartName="/ppt/ink/ink42.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6.xml" ContentType="application/vnd.openxmlformats-officedocument.presentationml.notesSlide+xml"/>
  <Override PartName="/ppt/charts/chart8.xml" ContentType="application/vnd.openxmlformats-officedocument.drawingml.chart+xml"/>
  <Override PartName="/ppt/ink/ink43.xml" ContentType="application/inkml+xml"/>
  <Override PartName="/ppt/ink/ink44.xml" ContentType="application/inkml+xml"/>
  <Override PartName="/ppt/tags/tag84.xml" ContentType="application/vnd.openxmlformats-officedocument.presentationml.tags+xml"/>
  <Override PartName="/ppt/tags/tag85.xml" ContentType="application/vnd.openxmlformats-officedocument.presentationml.tags+xml"/>
  <Override PartName="/ppt/notesSlides/notesSlide17.xml" ContentType="application/vnd.openxmlformats-officedocument.presentationml.notesSlide+xml"/>
  <Override PartName="/ppt/charts/chart9.xml" ContentType="application/vnd.openxmlformats-officedocument.drawingml.chart+xml"/>
  <Override PartName="/ppt/ink/ink45.xml" ContentType="application/inkml+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8.xml" ContentType="application/vnd.openxmlformats-officedocument.presentationml.notesSlide+xml"/>
  <Override PartName="/ppt/ink/ink46.xml" ContentType="application/inkml+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19.xml" ContentType="application/vnd.openxmlformats-officedocument.presentationml.notesSlide+xml"/>
  <Override PartName="/ppt/ink/ink47.xml" ContentType="application/inkml+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20.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21.xml" ContentType="application/vnd.openxmlformats-officedocument.presentationml.notesSlide+xml"/>
  <Override PartName="/ppt/ink/ink48.xml" ContentType="application/inkml+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22.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ink/ink49.xml" ContentType="application/inkml+xml"/>
  <Override PartName="/ppt/ink/ink50.xml" ContentType="application/inkml+xml"/>
  <Override PartName="/ppt/ink/ink51.xml" ContentType="application/inkml+xml"/>
  <Override PartName="/ppt/tags/tag167.xml" ContentType="application/vnd.openxmlformats-officedocument.presentationml.tags+xml"/>
  <Override PartName="/ppt/tags/tag168.xml" ContentType="application/vnd.openxmlformats-officedocument.presentationml.tags+xml"/>
  <Override PartName="/ppt/notesSlides/notesSlide23.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ink/ink52.xml" ContentType="application/inkml+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ink/ink53.xml" ContentType="application/inkml+xml"/>
  <Override PartName="/ppt/charts/chart13.xml" ContentType="application/vnd.openxmlformats-officedocument.drawingml.chart+xml"/>
  <Override PartName="/ppt/ink/ink54.xml" ContentType="application/inkml+xml"/>
  <Override PartName="/ppt/tags/tag177.xml" ContentType="application/vnd.openxmlformats-officedocument.presentationml.tags+xml"/>
  <Override PartName="/ppt/tags/tag178.xml" ContentType="application/vnd.openxmlformats-officedocument.presentationml.tags+xml"/>
  <Override PartName="/ppt/notesSlides/notesSlide24.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charts/chart14.xml" ContentType="application/vnd.openxmlformats-officedocument.drawingml.chart+xml"/>
  <Override PartName="/ppt/charts/chart15.xml" ContentType="application/vnd.openxmlformats-officedocument.drawingml.chart+xml"/>
  <Override PartName="/ppt/ink/ink55.xml" ContentType="application/inkml+xml"/>
  <Override PartName="/ppt/ink/ink56.xml" ContentType="application/inkml+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ink/ink57.xml" ContentType="application/inkml+xml"/>
  <Override PartName="/ppt/tags/tag189.xml" ContentType="application/vnd.openxmlformats-officedocument.presentationml.tags+xml"/>
  <Override PartName="/ppt/tags/tag190.xml" ContentType="application/vnd.openxmlformats-officedocument.presentationml.tags+xml"/>
  <Override PartName="/ppt/charts/chart16.xml" ContentType="application/vnd.openxmlformats-officedocument.drawingml.chart+xml"/>
  <Override PartName="/ppt/ink/ink58.xml" ContentType="application/inkml+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charts/chart17.xml" ContentType="application/vnd.openxmlformats-officedocument.drawingml.chart+xml"/>
  <Override PartName="/ppt/ink/ink59.xml" ContentType="application/inkml+xml"/>
  <Override PartName="/ppt/tags/tag201.xml" ContentType="application/vnd.openxmlformats-officedocument.presentationml.tags+xml"/>
  <Override PartName="/ppt/tags/tag202.xml" ContentType="application/vnd.openxmlformats-officedocument.presentationml.tags+xml"/>
  <Override PartName="/ppt/ink/ink60.xml" ContentType="application/inkml+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ink/ink61.xml" ContentType="application/inkml+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ink/ink62.xml" ContentType="application/inkml+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ink/ink63.xml" ContentType="application/inkml+xml"/>
  <Override PartName="/ppt/notesSlides/notesSlide25.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ink/ink64.xml" ContentType="application/inkml+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ink/ink65.xml" ContentType="application/inkml+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ink/ink6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1" r:id="rId1"/>
    <p:sldMasterId id="2147483783" r:id="rId2"/>
    <p:sldMasterId id="2147483912" r:id="rId3"/>
  </p:sldMasterIdLst>
  <p:notesMasterIdLst>
    <p:notesMasterId r:id="rId106"/>
  </p:notesMasterIdLst>
  <p:sldIdLst>
    <p:sldId id="446" r:id="rId4"/>
    <p:sldId id="273" r:id="rId5"/>
    <p:sldId id="275" r:id="rId6"/>
    <p:sldId id="276" r:id="rId7"/>
    <p:sldId id="303" r:id="rId8"/>
    <p:sldId id="277" r:id="rId9"/>
    <p:sldId id="278" r:id="rId10"/>
    <p:sldId id="279" r:id="rId11"/>
    <p:sldId id="289" r:id="rId12"/>
    <p:sldId id="689" r:id="rId13"/>
    <p:sldId id="479" r:id="rId14"/>
    <p:sldId id="690" r:id="rId15"/>
    <p:sldId id="693" r:id="rId16"/>
    <p:sldId id="283" r:id="rId17"/>
    <p:sldId id="284" r:id="rId18"/>
    <p:sldId id="281" r:id="rId19"/>
    <p:sldId id="282" r:id="rId20"/>
    <p:sldId id="290" r:id="rId21"/>
    <p:sldId id="474" r:id="rId22"/>
    <p:sldId id="475" r:id="rId23"/>
    <p:sldId id="476" r:id="rId24"/>
    <p:sldId id="480" r:id="rId25"/>
    <p:sldId id="645" r:id="rId26"/>
    <p:sldId id="565" r:id="rId27"/>
    <p:sldId id="566" r:id="rId28"/>
    <p:sldId id="569" r:id="rId29"/>
    <p:sldId id="654" r:id="rId30"/>
    <p:sldId id="685" r:id="rId31"/>
    <p:sldId id="578" r:id="rId32"/>
    <p:sldId id="579" r:id="rId33"/>
    <p:sldId id="686" r:id="rId34"/>
    <p:sldId id="582" r:id="rId35"/>
    <p:sldId id="583" r:id="rId36"/>
    <p:sldId id="687" r:id="rId37"/>
    <p:sldId id="647" r:id="rId38"/>
    <p:sldId id="594" r:id="rId39"/>
    <p:sldId id="660" r:id="rId40"/>
    <p:sldId id="330" r:id="rId41"/>
    <p:sldId id="332" r:id="rId42"/>
    <p:sldId id="334" r:id="rId43"/>
    <p:sldId id="335" r:id="rId44"/>
    <p:sldId id="337" r:id="rId45"/>
    <p:sldId id="338" r:id="rId46"/>
    <p:sldId id="339" r:id="rId47"/>
    <p:sldId id="341" r:id="rId48"/>
    <p:sldId id="342" r:id="rId49"/>
    <p:sldId id="343" r:id="rId50"/>
    <p:sldId id="344" r:id="rId51"/>
    <p:sldId id="346" r:id="rId52"/>
    <p:sldId id="347" r:id="rId53"/>
    <p:sldId id="348" r:id="rId54"/>
    <p:sldId id="351" r:id="rId55"/>
    <p:sldId id="352" r:id="rId56"/>
    <p:sldId id="365" r:id="rId57"/>
    <p:sldId id="355" r:id="rId58"/>
    <p:sldId id="662" r:id="rId59"/>
    <p:sldId id="323" r:id="rId60"/>
    <p:sldId id="664" r:id="rId61"/>
    <p:sldId id="665" r:id="rId62"/>
    <p:sldId id="667" r:id="rId63"/>
    <p:sldId id="666" r:id="rId64"/>
    <p:sldId id="668" r:id="rId65"/>
    <p:sldId id="663" r:id="rId66"/>
    <p:sldId id="669" r:id="rId67"/>
    <p:sldId id="670" r:id="rId68"/>
    <p:sldId id="671" r:id="rId69"/>
    <p:sldId id="672" r:id="rId70"/>
    <p:sldId id="673" r:id="rId71"/>
    <p:sldId id="674" r:id="rId72"/>
    <p:sldId id="675" r:id="rId73"/>
    <p:sldId id="676" r:id="rId74"/>
    <p:sldId id="677" r:id="rId75"/>
    <p:sldId id="678" r:id="rId76"/>
    <p:sldId id="679" r:id="rId77"/>
    <p:sldId id="680" r:id="rId78"/>
    <p:sldId id="681" r:id="rId79"/>
    <p:sldId id="682" r:id="rId80"/>
    <p:sldId id="683" r:id="rId81"/>
    <p:sldId id="684" r:id="rId82"/>
    <p:sldId id="367" r:id="rId83"/>
    <p:sldId id="368" r:id="rId84"/>
    <p:sldId id="400" r:id="rId85"/>
    <p:sldId id="401" r:id="rId86"/>
    <p:sldId id="402" r:id="rId87"/>
    <p:sldId id="403" r:id="rId88"/>
    <p:sldId id="404" r:id="rId89"/>
    <p:sldId id="405" r:id="rId90"/>
    <p:sldId id="407" r:id="rId91"/>
    <p:sldId id="409" r:id="rId92"/>
    <p:sldId id="408" r:id="rId93"/>
    <p:sldId id="419" r:id="rId94"/>
    <p:sldId id="413" r:id="rId95"/>
    <p:sldId id="374" r:id="rId96"/>
    <p:sldId id="414" r:id="rId97"/>
    <p:sldId id="415" r:id="rId98"/>
    <p:sldId id="416" r:id="rId99"/>
    <p:sldId id="420" r:id="rId100"/>
    <p:sldId id="418" r:id="rId101"/>
    <p:sldId id="285" r:id="rId102"/>
    <p:sldId id="286" r:id="rId103"/>
    <p:sldId id="287" r:id="rId104"/>
    <p:sldId id="302"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FFCCFF"/>
    <a:srgbClr val="FFFFCC"/>
    <a:srgbClr val="FFFF99"/>
    <a:srgbClr val="990033"/>
    <a:srgbClr val="CC0000"/>
    <a:srgbClr val="CCECFF"/>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03" autoAdjust="0"/>
    <p:restoredTop sz="90929"/>
  </p:normalViewPr>
  <p:slideViewPr>
    <p:cSldViewPr>
      <p:cViewPr varScale="1">
        <p:scale>
          <a:sx n="74" d="100"/>
          <a:sy n="74" d="100"/>
        </p:scale>
        <p:origin x="91" y="8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28" d="100"/>
          <a:sy n="28" d="100"/>
        </p:scale>
        <p:origin x="-126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openxmlformats.org/officeDocument/2006/relationships/presProps" Target="presProps.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viewProps" Target="view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theme" Target="theme/theme1.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s>
</file>

<file path=ppt/charts/_rels/chart1.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Public\Documents\ml-class\lectures-slides\assets\portland.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C:\Users\Public\Documents\ml-class\lectures-slides\assets\2.2.xlsx" TargetMode="External"/></Relationships>
</file>

<file path=ppt/charts/_rels/chart8.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9.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_rels/chart17.xml.rels><?xml version="1.0" encoding="UTF-8" standalone="yes"?>
<Relationships xmlns="http://schemas.openxmlformats.org/package/2006/relationships"><Relationship Id="rId1" Type="http://schemas.openxmlformats.org/officeDocument/2006/relationships/oleObject" Target="file:///C:\Users\tlow\Desktop\cs229a\marker.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8"/>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5D23-4BC1-8D2D-232573D044E2}"/>
            </c:ext>
          </c:extLst>
        </c:ser>
        <c:dLbls>
          <c:showLegendKey val="0"/>
          <c:showVal val="0"/>
          <c:showCatName val="0"/>
          <c:showSerName val="0"/>
          <c:showPercent val="0"/>
          <c:showBubbleSize val="0"/>
        </c:dLbls>
        <c:axId val="185948280"/>
        <c:axId val="185948672"/>
      </c:scatterChart>
      <c:valAx>
        <c:axId val="185948280"/>
        <c:scaling>
          <c:orientation val="minMax"/>
          <c:max val="3000"/>
        </c:scaling>
        <c:delete val="0"/>
        <c:axPos val="b"/>
        <c:numFmt formatCode="General" sourceLinked="1"/>
        <c:majorTickMark val="out"/>
        <c:minorTickMark val="none"/>
        <c:tickLblPos val="nextTo"/>
        <c:crossAx val="185948672"/>
        <c:crosses val="autoZero"/>
        <c:crossBetween val="midCat"/>
      </c:valAx>
      <c:valAx>
        <c:axId val="185948672"/>
        <c:scaling>
          <c:orientation val="minMax"/>
          <c:max val="500000"/>
        </c:scaling>
        <c:delete val="0"/>
        <c:axPos val="l"/>
        <c:majorGridlines/>
        <c:numFmt formatCode="General" sourceLinked="0"/>
        <c:majorTickMark val="out"/>
        <c:minorTickMark val="none"/>
        <c:tickLblPos val="nextTo"/>
        <c:crossAx val="185948280"/>
        <c:crosses val="autoZero"/>
        <c:crossBetween val="midCat"/>
        <c:majorUnit val="100000"/>
        <c:dispUnits>
          <c:builtInUnit val="thousands"/>
        </c:dispUnits>
      </c:valAx>
    </c:plotArea>
    <c:plotVisOnly val="1"/>
    <c:dispBlanksAs val="gap"/>
    <c:showDLblsOverMax val="0"/>
  </c:chart>
  <c:txPr>
    <a:bodyPr/>
    <a:lstStyle/>
    <a:p>
      <a:pPr>
        <a:defRPr sz="1600"/>
      </a:pPr>
      <a:endParaRPr lang="es-419"/>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20F4-4F45-AAC9-702A37A82598}"/>
            </c:ext>
          </c:extLst>
        </c:ser>
        <c:dLbls>
          <c:showLegendKey val="0"/>
          <c:showVal val="0"/>
          <c:showCatName val="0"/>
          <c:showSerName val="0"/>
          <c:showPercent val="0"/>
          <c:showBubbleSize val="0"/>
        </c:dLbls>
        <c:axId val="185947888"/>
        <c:axId val="185942792"/>
      </c:scatterChart>
      <c:valAx>
        <c:axId val="185947888"/>
        <c:scaling>
          <c:orientation val="minMax"/>
          <c:max val="3000"/>
        </c:scaling>
        <c:delete val="0"/>
        <c:axPos val="b"/>
        <c:numFmt formatCode="General" sourceLinked="1"/>
        <c:majorTickMark val="out"/>
        <c:minorTickMark val="none"/>
        <c:tickLblPos val="nextTo"/>
        <c:crossAx val="185942792"/>
        <c:crosses val="autoZero"/>
        <c:crossBetween val="midCat"/>
      </c:valAx>
      <c:valAx>
        <c:axId val="185942792"/>
        <c:scaling>
          <c:orientation val="minMax"/>
          <c:max val="500000"/>
        </c:scaling>
        <c:delete val="0"/>
        <c:axPos val="l"/>
        <c:majorGridlines/>
        <c:numFmt formatCode="General" sourceLinked="0"/>
        <c:majorTickMark val="out"/>
        <c:minorTickMark val="none"/>
        <c:tickLblPos val="nextTo"/>
        <c:crossAx val="185947888"/>
        <c:crosses val="autoZero"/>
        <c:crossBetween val="midCat"/>
        <c:majorUnit val="100000"/>
        <c:dispUnits>
          <c:builtInUnit val="thousands"/>
        </c:dispUnits>
      </c:valAx>
    </c:plotArea>
    <c:plotVisOnly val="1"/>
    <c:dispBlanksAs val="gap"/>
    <c:showDLblsOverMax val="0"/>
  </c:chart>
  <c:txPr>
    <a:bodyPr/>
    <a:lstStyle/>
    <a:p>
      <a:pPr>
        <a:defRPr sz="1600"/>
      </a:pPr>
      <a:endParaRPr lang="es-419"/>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D418-4793-8792-80B714D604F6}"/>
            </c:ext>
          </c:extLst>
        </c:ser>
        <c:dLbls>
          <c:showLegendKey val="0"/>
          <c:showVal val="0"/>
          <c:showCatName val="0"/>
          <c:showSerName val="0"/>
          <c:showPercent val="0"/>
          <c:showBubbleSize val="0"/>
        </c:dLbls>
        <c:axId val="186726536"/>
        <c:axId val="186725360"/>
      </c:scatterChart>
      <c:valAx>
        <c:axId val="186726536"/>
        <c:scaling>
          <c:orientation val="minMax"/>
        </c:scaling>
        <c:delete val="0"/>
        <c:axPos val="b"/>
        <c:numFmt formatCode="General" sourceLinked="1"/>
        <c:majorTickMark val="cross"/>
        <c:minorTickMark val="none"/>
        <c:tickLblPos val="nextTo"/>
        <c:spPr>
          <a:ln w="38100"/>
        </c:spPr>
        <c:crossAx val="186725360"/>
        <c:crosses val="autoZero"/>
        <c:crossBetween val="midCat"/>
        <c:majorUnit val="1"/>
      </c:valAx>
      <c:valAx>
        <c:axId val="186725360"/>
        <c:scaling>
          <c:orientation val="minMax"/>
        </c:scaling>
        <c:delete val="0"/>
        <c:axPos val="l"/>
        <c:majorGridlines>
          <c:spPr>
            <a:ln>
              <a:noFill/>
            </a:ln>
          </c:spPr>
        </c:majorGridlines>
        <c:numFmt formatCode="General" sourceLinked="1"/>
        <c:majorTickMark val="cross"/>
        <c:minorTickMark val="none"/>
        <c:tickLblPos val="nextTo"/>
        <c:spPr>
          <a:ln w="38100"/>
        </c:spPr>
        <c:crossAx val="186726536"/>
        <c:crosses val="autoZero"/>
        <c:crossBetween val="midCat"/>
        <c:majorUnit val="1"/>
      </c:valAx>
      <c:spPr>
        <a:ln w="12700">
          <a:noFill/>
        </a:ln>
      </c:spPr>
    </c:plotArea>
    <c:plotVisOnly val="1"/>
    <c:dispBlanksAs val="gap"/>
    <c:showDLblsOverMax val="0"/>
  </c:chart>
  <c:txPr>
    <a:bodyPr/>
    <a:lstStyle/>
    <a:p>
      <a:pPr>
        <a:defRPr sz="2000"/>
      </a:pPr>
      <a:endParaRPr lang="es-419"/>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B99F-4276-AB24-55346BC9F400}"/>
            </c:ext>
          </c:extLst>
        </c:ser>
        <c:dLbls>
          <c:showLegendKey val="0"/>
          <c:showVal val="0"/>
          <c:showCatName val="0"/>
          <c:showSerName val="0"/>
          <c:showPercent val="0"/>
          <c:showBubbleSize val="0"/>
        </c:dLbls>
        <c:axId val="186728888"/>
        <c:axId val="186722224"/>
      </c:scatterChart>
      <c:valAx>
        <c:axId val="186728888"/>
        <c:scaling>
          <c:orientation val="minMax"/>
        </c:scaling>
        <c:delete val="0"/>
        <c:axPos val="b"/>
        <c:numFmt formatCode="General" sourceLinked="1"/>
        <c:majorTickMark val="cross"/>
        <c:minorTickMark val="none"/>
        <c:tickLblPos val="nextTo"/>
        <c:spPr>
          <a:ln w="38100"/>
        </c:spPr>
        <c:crossAx val="186722224"/>
        <c:crosses val="autoZero"/>
        <c:crossBetween val="midCat"/>
        <c:majorUnit val="1"/>
      </c:valAx>
      <c:valAx>
        <c:axId val="186722224"/>
        <c:scaling>
          <c:orientation val="minMax"/>
        </c:scaling>
        <c:delete val="0"/>
        <c:axPos val="l"/>
        <c:majorGridlines>
          <c:spPr>
            <a:ln>
              <a:noFill/>
            </a:ln>
          </c:spPr>
        </c:majorGridlines>
        <c:numFmt formatCode="General" sourceLinked="1"/>
        <c:majorTickMark val="cross"/>
        <c:minorTickMark val="none"/>
        <c:tickLblPos val="nextTo"/>
        <c:spPr>
          <a:ln w="38100"/>
        </c:spPr>
        <c:crossAx val="186728888"/>
        <c:crosses val="autoZero"/>
        <c:crossBetween val="midCat"/>
        <c:majorUnit val="1"/>
      </c:valAx>
      <c:spPr>
        <a:ln w="12700">
          <a:noFill/>
        </a:ln>
      </c:spPr>
    </c:plotArea>
    <c:plotVisOnly val="1"/>
    <c:dispBlanksAs val="gap"/>
    <c:showDLblsOverMax val="0"/>
  </c:chart>
  <c:txPr>
    <a:bodyPr/>
    <a:lstStyle/>
    <a:p>
      <a:pPr>
        <a:defRPr sz="2000"/>
      </a:pPr>
      <a:endParaRPr lang="es-419"/>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none"/>
          </c:marker>
          <c:xVal>
            <c:numRef>
              <c:f>Sheet1!$A$2:$A$5</c:f>
              <c:numCache>
                <c:formatCode>General</c:formatCode>
                <c:ptCount val="4"/>
                <c:pt idx="0">
                  <c:v>1</c:v>
                </c:pt>
                <c:pt idx="1">
                  <c:v>2</c:v>
                </c:pt>
              </c:numCache>
            </c:numRef>
          </c:xVal>
          <c:yVal>
            <c:numRef>
              <c:f>Sheet1!$B$2:$B$5</c:f>
              <c:numCache>
                <c:formatCode>General</c:formatCode>
                <c:ptCount val="4"/>
                <c:pt idx="0">
                  <c:v>1</c:v>
                </c:pt>
                <c:pt idx="1">
                  <c:v>2</c:v>
                </c:pt>
              </c:numCache>
            </c:numRef>
          </c:yVal>
          <c:smooth val="0"/>
          <c:extLst>
            <c:ext xmlns:c16="http://schemas.microsoft.com/office/drawing/2014/chart" uri="{C3380CC4-5D6E-409C-BE32-E72D297353CC}">
              <c16:uniqueId val="{00000000-5883-4C9C-B5BC-F27188A50452}"/>
            </c:ext>
          </c:extLst>
        </c:ser>
        <c:dLbls>
          <c:showLegendKey val="0"/>
          <c:showVal val="0"/>
          <c:showCatName val="0"/>
          <c:showSerName val="0"/>
          <c:showPercent val="0"/>
          <c:showBubbleSize val="0"/>
        </c:dLbls>
        <c:axId val="186727712"/>
        <c:axId val="186728496"/>
      </c:scatterChart>
      <c:valAx>
        <c:axId val="186727712"/>
        <c:scaling>
          <c:orientation val="minMax"/>
        </c:scaling>
        <c:delete val="0"/>
        <c:axPos val="b"/>
        <c:numFmt formatCode="General" sourceLinked="1"/>
        <c:majorTickMark val="cross"/>
        <c:minorTickMark val="none"/>
        <c:tickLblPos val="nextTo"/>
        <c:spPr>
          <a:ln w="38100"/>
        </c:spPr>
        <c:crossAx val="186728496"/>
        <c:crosses val="autoZero"/>
        <c:crossBetween val="midCat"/>
        <c:majorUnit val="1"/>
      </c:valAx>
      <c:valAx>
        <c:axId val="186728496"/>
        <c:scaling>
          <c:orientation val="minMax"/>
        </c:scaling>
        <c:delete val="0"/>
        <c:axPos val="l"/>
        <c:majorGridlines>
          <c:spPr>
            <a:ln>
              <a:noFill/>
            </a:ln>
          </c:spPr>
        </c:majorGridlines>
        <c:numFmt formatCode="General" sourceLinked="1"/>
        <c:majorTickMark val="cross"/>
        <c:minorTickMark val="none"/>
        <c:tickLblPos val="nextTo"/>
        <c:spPr>
          <a:ln w="38100"/>
        </c:spPr>
        <c:crossAx val="186727712"/>
        <c:crosses val="autoZero"/>
        <c:crossBetween val="midCat"/>
        <c:majorUnit val="1"/>
      </c:valAx>
      <c:spPr>
        <a:ln w="12700">
          <a:noFill/>
        </a:ln>
      </c:spPr>
    </c:plotArea>
    <c:plotVisOnly val="1"/>
    <c:dispBlanksAs val="gap"/>
    <c:showDLblsOverMax val="0"/>
  </c:chart>
  <c:spPr>
    <a:solidFill>
      <a:schemeClr val="bg1"/>
    </a:solidFill>
  </c:spPr>
  <c:txPr>
    <a:bodyPr/>
    <a:lstStyle/>
    <a:p>
      <a:pPr>
        <a:defRPr sz="2000"/>
      </a:pPr>
      <a:endParaRPr lang="es-419"/>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noFill/>
              <a:ln w="12700">
                <a:solidFill>
                  <a:srgbClr val="C00000"/>
                </a:solidFill>
              </a:ln>
            </c:spPr>
          </c:marker>
          <c:xVal>
            <c:numRef>
              <c:f>portland!$A$1:$A$48</c:f>
              <c:numCache>
                <c:formatCode>General</c:formatCode>
                <c:ptCount val="48"/>
                <c:pt idx="0">
                  <c:v>2104</c:v>
                </c:pt>
                <c:pt idx="1">
                  <c:v>1600</c:v>
                </c:pt>
                <c:pt idx="2">
                  <c:v>2400</c:v>
                </c:pt>
                <c:pt idx="3">
                  <c:v>1416</c:v>
                </c:pt>
                <c:pt idx="4">
                  <c:v>3000</c:v>
                </c:pt>
                <c:pt idx="5">
                  <c:v>1985</c:v>
                </c:pt>
                <c:pt idx="6">
                  <c:v>1534</c:v>
                </c:pt>
                <c:pt idx="7">
                  <c:v>1427</c:v>
                </c:pt>
                <c:pt idx="8">
                  <c:v>1380</c:v>
                </c:pt>
                <c:pt idx="9">
                  <c:v>1494</c:v>
                </c:pt>
                <c:pt idx="10">
                  <c:v>1940</c:v>
                </c:pt>
                <c:pt idx="11">
                  <c:v>2000</c:v>
                </c:pt>
                <c:pt idx="12">
                  <c:v>1890</c:v>
                </c:pt>
                <c:pt idx="13">
                  <c:v>4478</c:v>
                </c:pt>
                <c:pt idx="14">
                  <c:v>1268</c:v>
                </c:pt>
                <c:pt idx="15">
                  <c:v>2300</c:v>
                </c:pt>
                <c:pt idx="16">
                  <c:v>1320</c:v>
                </c:pt>
                <c:pt idx="17">
                  <c:v>1236</c:v>
                </c:pt>
                <c:pt idx="18">
                  <c:v>2609</c:v>
                </c:pt>
                <c:pt idx="19">
                  <c:v>3031</c:v>
                </c:pt>
                <c:pt idx="20">
                  <c:v>1767</c:v>
                </c:pt>
                <c:pt idx="21">
                  <c:v>1888</c:v>
                </c:pt>
                <c:pt idx="22">
                  <c:v>1604</c:v>
                </c:pt>
                <c:pt idx="23">
                  <c:v>1962</c:v>
                </c:pt>
                <c:pt idx="24">
                  <c:v>3890</c:v>
                </c:pt>
                <c:pt idx="25">
                  <c:v>1100</c:v>
                </c:pt>
                <c:pt idx="26">
                  <c:v>1458</c:v>
                </c:pt>
                <c:pt idx="27">
                  <c:v>2526</c:v>
                </c:pt>
                <c:pt idx="28">
                  <c:v>2200</c:v>
                </c:pt>
                <c:pt idx="29">
                  <c:v>2637</c:v>
                </c:pt>
                <c:pt idx="30">
                  <c:v>1839</c:v>
                </c:pt>
                <c:pt idx="31">
                  <c:v>1000</c:v>
                </c:pt>
                <c:pt idx="32">
                  <c:v>2040</c:v>
                </c:pt>
                <c:pt idx="33">
                  <c:v>3137</c:v>
                </c:pt>
                <c:pt idx="34">
                  <c:v>1811</c:v>
                </c:pt>
                <c:pt idx="35">
                  <c:v>1437</c:v>
                </c:pt>
                <c:pt idx="36">
                  <c:v>1239</c:v>
                </c:pt>
                <c:pt idx="37">
                  <c:v>2132</c:v>
                </c:pt>
                <c:pt idx="38">
                  <c:v>4215</c:v>
                </c:pt>
                <c:pt idx="39">
                  <c:v>2162</c:v>
                </c:pt>
                <c:pt idx="40">
                  <c:v>1664</c:v>
                </c:pt>
                <c:pt idx="41">
                  <c:v>2238</c:v>
                </c:pt>
                <c:pt idx="42">
                  <c:v>2567</c:v>
                </c:pt>
                <c:pt idx="43">
                  <c:v>1200</c:v>
                </c:pt>
                <c:pt idx="44">
                  <c:v>852</c:v>
                </c:pt>
                <c:pt idx="45">
                  <c:v>1852</c:v>
                </c:pt>
                <c:pt idx="46">
                  <c:v>1203</c:v>
                </c:pt>
              </c:numCache>
            </c:numRef>
          </c:xVal>
          <c:yVal>
            <c:numRef>
              <c:f>portland!$B$1:$B$48</c:f>
              <c:numCache>
                <c:formatCode>General</c:formatCode>
                <c:ptCount val="48"/>
                <c:pt idx="0">
                  <c:v>399900</c:v>
                </c:pt>
                <c:pt idx="1">
                  <c:v>329900</c:v>
                </c:pt>
                <c:pt idx="2">
                  <c:v>369000</c:v>
                </c:pt>
                <c:pt idx="3">
                  <c:v>232000</c:v>
                </c:pt>
                <c:pt idx="4">
                  <c:v>539900</c:v>
                </c:pt>
                <c:pt idx="5">
                  <c:v>299900</c:v>
                </c:pt>
                <c:pt idx="6">
                  <c:v>314900</c:v>
                </c:pt>
                <c:pt idx="7">
                  <c:v>198999</c:v>
                </c:pt>
                <c:pt idx="8">
                  <c:v>212000</c:v>
                </c:pt>
                <c:pt idx="9">
                  <c:v>242500</c:v>
                </c:pt>
                <c:pt idx="10">
                  <c:v>239999</c:v>
                </c:pt>
                <c:pt idx="11">
                  <c:v>347000</c:v>
                </c:pt>
                <c:pt idx="12">
                  <c:v>329999</c:v>
                </c:pt>
                <c:pt idx="13">
                  <c:v>699900</c:v>
                </c:pt>
                <c:pt idx="14">
                  <c:v>259900</c:v>
                </c:pt>
                <c:pt idx="15">
                  <c:v>449900</c:v>
                </c:pt>
                <c:pt idx="16">
                  <c:v>299900</c:v>
                </c:pt>
                <c:pt idx="17">
                  <c:v>199900</c:v>
                </c:pt>
                <c:pt idx="18">
                  <c:v>499998</c:v>
                </c:pt>
                <c:pt idx="19">
                  <c:v>599000</c:v>
                </c:pt>
                <c:pt idx="20">
                  <c:v>252900</c:v>
                </c:pt>
                <c:pt idx="21">
                  <c:v>255000</c:v>
                </c:pt>
                <c:pt idx="22">
                  <c:v>242900</c:v>
                </c:pt>
                <c:pt idx="23">
                  <c:v>259900</c:v>
                </c:pt>
                <c:pt idx="24">
                  <c:v>573900</c:v>
                </c:pt>
                <c:pt idx="25">
                  <c:v>249900</c:v>
                </c:pt>
                <c:pt idx="26">
                  <c:v>464500</c:v>
                </c:pt>
                <c:pt idx="27">
                  <c:v>469000</c:v>
                </c:pt>
                <c:pt idx="28">
                  <c:v>475000</c:v>
                </c:pt>
                <c:pt idx="29">
                  <c:v>299900</c:v>
                </c:pt>
                <c:pt idx="30">
                  <c:v>349900</c:v>
                </c:pt>
                <c:pt idx="31">
                  <c:v>169900</c:v>
                </c:pt>
                <c:pt idx="32">
                  <c:v>314900</c:v>
                </c:pt>
                <c:pt idx="33">
                  <c:v>579900</c:v>
                </c:pt>
                <c:pt idx="34">
                  <c:v>285900</c:v>
                </c:pt>
                <c:pt idx="35">
                  <c:v>249900</c:v>
                </c:pt>
                <c:pt idx="36">
                  <c:v>229900</c:v>
                </c:pt>
                <c:pt idx="37">
                  <c:v>345000</c:v>
                </c:pt>
                <c:pt idx="38">
                  <c:v>549000</c:v>
                </c:pt>
                <c:pt idx="39">
                  <c:v>287000</c:v>
                </c:pt>
                <c:pt idx="40">
                  <c:v>368500</c:v>
                </c:pt>
                <c:pt idx="41">
                  <c:v>329900</c:v>
                </c:pt>
                <c:pt idx="42">
                  <c:v>314000</c:v>
                </c:pt>
                <c:pt idx="43">
                  <c:v>299000</c:v>
                </c:pt>
                <c:pt idx="44">
                  <c:v>179900</c:v>
                </c:pt>
                <c:pt idx="45">
                  <c:v>299900</c:v>
                </c:pt>
                <c:pt idx="46">
                  <c:v>239500</c:v>
                </c:pt>
              </c:numCache>
            </c:numRef>
          </c:yVal>
          <c:smooth val="0"/>
          <c:extLst>
            <c:ext xmlns:c16="http://schemas.microsoft.com/office/drawing/2014/chart" uri="{C3380CC4-5D6E-409C-BE32-E72D297353CC}">
              <c16:uniqueId val="{00000000-51D8-4D9E-8648-11942E0D2271}"/>
            </c:ext>
          </c:extLst>
        </c:ser>
        <c:dLbls>
          <c:showLegendKey val="0"/>
          <c:showVal val="0"/>
          <c:showCatName val="0"/>
          <c:showSerName val="0"/>
          <c:showPercent val="0"/>
          <c:showBubbleSize val="0"/>
        </c:dLbls>
        <c:axId val="186341168"/>
        <c:axId val="186338424"/>
      </c:scatterChart>
      <c:valAx>
        <c:axId val="186341168"/>
        <c:scaling>
          <c:orientation val="minMax"/>
          <c:max val="3000"/>
        </c:scaling>
        <c:delete val="0"/>
        <c:axPos val="b"/>
        <c:numFmt formatCode="General" sourceLinked="1"/>
        <c:majorTickMark val="out"/>
        <c:minorTickMark val="none"/>
        <c:tickLblPos val="nextTo"/>
        <c:spPr>
          <a:ln w="25400"/>
        </c:spPr>
        <c:crossAx val="186338424"/>
        <c:crosses val="autoZero"/>
        <c:crossBetween val="midCat"/>
      </c:valAx>
      <c:valAx>
        <c:axId val="186338424"/>
        <c:scaling>
          <c:orientation val="minMax"/>
          <c:max val="500000"/>
        </c:scaling>
        <c:delete val="0"/>
        <c:axPos val="l"/>
        <c:majorGridlines/>
        <c:numFmt formatCode="General" sourceLinked="0"/>
        <c:majorTickMark val="out"/>
        <c:minorTickMark val="none"/>
        <c:tickLblPos val="nextTo"/>
        <c:spPr>
          <a:ln w="25400"/>
        </c:spPr>
        <c:crossAx val="186341168"/>
        <c:crosses val="autoZero"/>
        <c:crossBetween val="midCat"/>
        <c:majorUnit val="100000"/>
        <c:dispUnits>
          <c:builtInUnit val="thousands"/>
        </c:dispUnits>
      </c:valAx>
    </c:plotArea>
    <c:plotVisOnly val="1"/>
    <c:dispBlanksAs val="gap"/>
    <c:showDLblsOverMax val="0"/>
  </c:chart>
  <c:txPr>
    <a:bodyPr/>
    <a:lstStyle/>
    <a:p>
      <a:pPr>
        <a:defRPr sz="1600"/>
      </a:pPr>
      <a:endParaRPr lang="es-419"/>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4"/>
          <c:order val="4"/>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0-DAA9-4F37-A9B5-2E5578E1BCA3}"/>
            </c:ext>
          </c:extLst>
        </c:ser>
        <c:ser>
          <c:idx val="5"/>
          <c:order val="5"/>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1-DAA9-4F37-A9B5-2E5578E1BCA3}"/>
            </c:ext>
          </c:extLst>
        </c:ser>
        <c:ser>
          <c:idx val="6"/>
          <c:order val="6"/>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2-DAA9-4F37-A9B5-2E5578E1BCA3}"/>
            </c:ext>
          </c:extLst>
        </c:ser>
        <c:ser>
          <c:idx val="7"/>
          <c:order val="7"/>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3-DAA9-4F37-A9B5-2E5578E1BCA3}"/>
            </c:ext>
          </c:extLst>
        </c:ser>
        <c:ser>
          <c:idx val="2"/>
          <c:order val="2"/>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4-DAA9-4F37-A9B5-2E5578E1BCA3}"/>
            </c:ext>
          </c:extLst>
        </c:ser>
        <c:ser>
          <c:idx val="3"/>
          <c:order val="3"/>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5-DAA9-4F37-A9B5-2E5578E1BCA3}"/>
            </c:ext>
          </c:extLst>
        </c:ser>
        <c:ser>
          <c:idx val="1"/>
          <c:order val="1"/>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6-DAA9-4F37-A9B5-2E5578E1BCA3}"/>
            </c:ext>
          </c:extLst>
        </c:ser>
        <c:ser>
          <c:idx val="0"/>
          <c:order val="0"/>
          <c:spPr>
            <a:ln w="28575">
              <a:noFill/>
            </a:ln>
          </c:spPr>
          <c:marker>
            <c:symbol val="none"/>
          </c:marker>
          <c:xVal>
            <c:numRef>
              <c:f>Sheet1!$A$2:$A$5</c:f>
              <c:numCache>
                <c:formatCode>General</c:formatCode>
                <c:ptCount val="4"/>
                <c:pt idx="0">
                  <c:v>1</c:v>
                </c:pt>
                <c:pt idx="1">
                  <c:v>2</c:v>
                </c:pt>
                <c:pt idx="2">
                  <c:v>3</c:v>
                </c:pt>
              </c:numCache>
            </c:numRef>
          </c:xVal>
          <c:yVal>
            <c:numRef>
              <c:f>Sheet1!$B$2:$B$5</c:f>
              <c:numCache>
                <c:formatCode>General</c:formatCode>
                <c:ptCount val="4"/>
                <c:pt idx="0">
                  <c:v>1</c:v>
                </c:pt>
                <c:pt idx="1">
                  <c:v>2</c:v>
                </c:pt>
                <c:pt idx="2">
                  <c:v>3</c:v>
                </c:pt>
              </c:numCache>
            </c:numRef>
          </c:yVal>
          <c:smooth val="0"/>
          <c:extLst>
            <c:ext xmlns:c16="http://schemas.microsoft.com/office/drawing/2014/chart" uri="{C3380CC4-5D6E-409C-BE32-E72D297353CC}">
              <c16:uniqueId val="{00000007-DAA9-4F37-A9B5-2E5578E1BCA3}"/>
            </c:ext>
          </c:extLst>
        </c:ser>
        <c:dLbls>
          <c:showLegendKey val="0"/>
          <c:showVal val="0"/>
          <c:showCatName val="0"/>
          <c:showSerName val="0"/>
          <c:showPercent val="0"/>
          <c:showBubbleSize val="0"/>
        </c:dLbls>
        <c:axId val="199253720"/>
        <c:axId val="199255288"/>
      </c:scatterChart>
      <c:valAx>
        <c:axId val="199253720"/>
        <c:scaling>
          <c:orientation val="minMax"/>
          <c:max val="400"/>
          <c:min val="0"/>
        </c:scaling>
        <c:delete val="0"/>
        <c:axPos val="b"/>
        <c:numFmt formatCode="General" sourceLinked="1"/>
        <c:majorTickMark val="cross"/>
        <c:minorTickMark val="none"/>
        <c:tickLblPos val="nextTo"/>
        <c:spPr>
          <a:ln w="38100"/>
        </c:spPr>
        <c:crossAx val="199255288"/>
        <c:crosses val="autoZero"/>
        <c:crossBetween val="midCat"/>
        <c:majorUnit val="100"/>
      </c:valAx>
      <c:valAx>
        <c:axId val="199255288"/>
        <c:scaling>
          <c:orientation val="minMax"/>
          <c:max val="3"/>
          <c:min val="0"/>
        </c:scaling>
        <c:delete val="0"/>
        <c:axPos val="l"/>
        <c:majorGridlines>
          <c:spPr>
            <a:ln>
              <a:noFill/>
            </a:ln>
          </c:spPr>
        </c:majorGridlines>
        <c:numFmt formatCode="General" sourceLinked="1"/>
        <c:majorTickMark val="none"/>
        <c:minorTickMark val="none"/>
        <c:tickLblPos val="none"/>
        <c:spPr>
          <a:ln w="38100"/>
        </c:spPr>
        <c:crossAx val="199253720"/>
        <c:crosses val="autoZero"/>
        <c:crossBetween val="midCat"/>
        <c:majorUnit val="1"/>
      </c:valAx>
    </c:plotArea>
    <c:plotVisOnly val="1"/>
    <c:dispBlanksAs val="gap"/>
    <c:showDLblsOverMax val="0"/>
  </c:chart>
  <c:txPr>
    <a:bodyPr/>
    <a:lstStyle/>
    <a:p>
      <a:pPr>
        <a:defRPr sz="2000"/>
      </a:pPr>
      <a:endParaRPr lang="es-419"/>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Sheet1!$A$1:$A$20</c:f>
              <c:numCache>
                <c:formatCode>General</c:formatCode>
                <c:ptCount val="20"/>
                <c:pt idx="0">
                  <c:v>59.331797235022997</c:v>
                </c:pt>
                <c:pt idx="1">
                  <c:v>82.373271889400897</c:v>
                </c:pt>
                <c:pt idx="2">
                  <c:v>112.327188940092</c:v>
                </c:pt>
                <c:pt idx="3">
                  <c:v>152.64976958525301</c:v>
                </c:pt>
                <c:pt idx="4">
                  <c:v>167.626728110599</c:v>
                </c:pt>
                <c:pt idx="5">
                  <c:v>221.77419354838699</c:v>
                </c:pt>
                <c:pt idx="6">
                  <c:v>228.68663594469999</c:v>
                </c:pt>
                <c:pt idx="7">
                  <c:v>301.267281105991</c:v>
                </c:pt>
                <c:pt idx="8">
                  <c:v>312.78801843318001</c:v>
                </c:pt>
                <c:pt idx="9">
                  <c:v>343.89400921659001</c:v>
                </c:pt>
                <c:pt idx="10">
                  <c:v>272.46543778801799</c:v>
                </c:pt>
                <c:pt idx="11">
                  <c:v>394.58525345622098</c:v>
                </c:pt>
                <c:pt idx="12">
                  <c:v>393.43317972350201</c:v>
                </c:pt>
                <c:pt idx="13">
                  <c:v>142.281105990783</c:v>
                </c:pt>
                <c:pt idx="14">
                  <c:v>88.133640552995402</c:v>
                </c:pt>
                <c:pt idx="15">
                  <c:v>127.30414746543801</c:v>
                </c:pt>
                <c:pt idx="16">
                  <c:v>189.51612903225799</c:v>
                </c:pt>
                <c:pt idx="17">
                  <c:v>262.09677419354801</c:v>
                </c:pt>
                <c:pt idx="18">
                  <c:v>433.75576036866403</c:v>
                </c:pt>
                <c:pt idx="19">
                  <c:v>134.216589861751</c:v>
                </c:pt>
              </c:numCache>
            </c:numRef>
          </c:xVal>
          <c:yVal>
            <c:numRef>
              <c:f>Sheet1!$B$1:$B$20</c:f>
              <c:numCache>
                <c:formatCode>General</c:formatCode>
                <c:ptCount val="20"/>
                <c:pt idx="0">
                  <c:v>95.760233918128705</c:v>
                </c:pt>
                <c:pt idx="1">
                  <c:v>161.549707602339</c:v>
                </c:pt>
                <c:pt idx="2">
                  <c:v>211.25730994151999</c:v>
                </c:pt>
                <c:pt idx="3">
                  <c:v>244.88304093567299</c:v>
                </c:pt>
                <c:pt idx="4">
                  <c:v>293.12865497076001</c:v>
                </c:pt>
                <c:pt idx="5">
                  <c:v>287.28070175438597</c:v>
                </c:pt>
                <c:pt idx="6">
                  <c:v>315.05847953216397</c:v>
                </c:pt>
                <c:pt idx="7">
                  <c:v>288.74269005847998</c:v>
                </c:pt>
                <c:pt idx="8">
                  <c:v>342.83625730994203</c:v>
                </c:pt>
                <c:pt idx="9">
                  <c:v>315.05847953216397</c:v>
                </c:pt>
                <c:pt idx="10">
                  <c:v>325.29239766081901</c:v>
                </c:pt>
                <c:pt idx="11">
                  <c:v>297.51461988304101</c:v>
                </c:pt>
                <c:pt idx="12">
                  <c:v>342.83625730994203</c:v>
                </c:pt>
                <c:pt idx="13">
                  <c:v>173.24561403508801</c:v>
                </c:pt>
                <c:pt idx="14">
                  <c:v>218.56725146198801</c:v>
                </c:pt>
                <c:pt idx="15">
                  <c:v>313.59649122807002</c:v>
                </c:pt>
                <c:pt idx="16">
                  <c:v>336.98830409356702</c:v>
                </c:pt>
                <c:pt idx="17">
                  <c:v>291.66666666666703</c:v>
                </c:pt>
                <c:pt idx="18">
                  <c:v>309.21052631578999</c:v>
                </c:pt>
                <c:pt idx="19">
                  <c:v>278.508771929825</c:v>
                </c:pt>
              </c:numCache>
            </c:numRef>
          </c:yVal>
          <c:smooth val="0"/>
          <c:extLst>
            <c:ext xmlns:c16="http://schemas.microsoft.com/office/drawing/2014/chart" uri="{C3380CC4-5D6E-409C-BE32-E72D297353CC}">
              <c16:uniqueId val="{00000000-DA93-49BC-91F6-D638E8703FF1}"/>
            </c:ext>
          </c:extLst>
        </c:ser>
        <c:dLbls>
          <c:showLegendKey val="0"/>
          <c:showVal val="0"/>
          <c:showCatName val="0"/>
          <c:showSerName val="0"/>
          <c:showPercent val="0"/>
          <c:showBubbleSize val="0"/>
        </c:dLbls>
        <c:axId val="199069888"/>
        <c:axId val="199076552"/>
      </c:scatterChart>
      <c:valAx>
        <c:axId val="199069888"/>
        <c:scaling>
          <c:orientation val="minMax"/>
        </c:scaling>
        <c:delete val="0"/>
        <c:axPos val="b"/>
        <c:numFmt formatCode="General" sourceLinked="1"/>
        <c:majorTickMark val="out"/>
        <c:minorTickMark val="none"/>
        <c:tickLblPos val="none"/>
        <c:crossAx val="199076552"/>
        <c:crosses val="autoZero"/>
        <c:crossBetween val="midCat"/>
      </c:valAx>
      <c:valAx>
        <c:axId val="199076552"/>
        <c:scaling>
          <c:orientation val="minMax"/>
          <c:max val="350"/>
          <c:min val="0"/>
        </c:scaling>
        <c:delete val="0"/>
        <c:axPos val="l"/>
        <c:numFmt formatCode="General" sourceLinked="1"/>
        <c:majorTickMark val="out"/>
        <c:minorTickMark val="none"/>
        <c:tickLblPos val="none"/>
        <c:crossAx val="199069888"/>
        <c:crosses val="autoZero"/>
        <c:crossBetween val="midCat"/>
      </c:valAx>
    </c:plotArea>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Sheet1!$A$1:$A$20</c:f>
              <c:numCache>
                <c:formatCode>General</c:formatCode>
                <c:ptCount val="20"/>
                <c:pt idx="0">
                  <c:v>59.331797235022997</c:v>
                </c:pt>
                <c:pt idx="1">
                  <c:v>82.373271889400897</c:v>
                </c:pt>
                <c:pt idx="2">
                  <c:v>112.327188940092</c:v>
                </c:pt>
                <c:pt idx="3">
                  <c:v>152.64976958525301</c:v>
                </c:pt>
                <c:pt idx="4">
                  <c:v>167.626728110599</c:v>
                </c:pt>
                <c:pt idx="5">
                  <c:v>221.77419354838699</c:v>
                </c:pt>
                <c:pt idx="6">
                  <c:v>228.68663594469999</c:v>
                </c:pt>
                <c:pt idx="7">
                  <c:v>301.267281105991</c:v>
                </c:pt>
                <c:pt idx="8">
                  <c:v>312.78801843318001</c:v>
                </c:pt>
                <c:pt idx="9">
                  <c:v>343.89400921659001</c:v>
                </c:pt>
                <c:pt idx="10">
                  <c:v>272.46543778801799</c:v>
                </c:pt>
                <c:pt idx="11">
                  <c:v>394.58525345622098</c:v>
                </c:pt>
                <c:pt idx="12">
                  <c:v>393.43317972350201</c:v>
                </c:pt>
                <c:pt idx="13">
                  <c:v>142.281105990783</c:v>
                </c:pt>
                <c:pt idx="14">
                  <c:v>88.133640552995402</c:v>
                </c:pt>
                <c:pt idx="15">
                  <c:v>127.30414746543801</c:v>
                </c:pt>
                <c:pt idx="16">
                  <c:v>189.51612903225799</c:v>
                </c:pt>
                <c:pt idx="17">
                  <c:v>262.09677419354801</c:v>
                </c:pt>
                <c:pt idx="18">
                  <c:v>433.75576036866403</c:v>
                </c:pt>
                <c:pt idx="19">
                  <c:v>134.216589861751</c:v>
                </c:pt>
              </c:numCache>
            </c:numRef>
          </c:xVal>
          <c:yVal>
            <c:numRef>
              <c:f>Sheet1!$B$1:$B$20</c:f>
              <c:numCache>
                <c:formatCode>General</c:formatCode>
                <c:ptCount val="20"/>
                <c:pt idx="0">
                  <c:v>95.760233918128705</c:v>
                </c:pt>
                <c:pt idx="1">
                  <c:v>161.549707602339</c:v>
                </c:pt>
                <c:pt idx="2">
                  <c:v>211.25730994151999</c:v>
                </c:pt>
                <c:pt idx="3">
                  <c:v>244.88304093567299</c:v>
                </c:pt>
                <c:pt idx="4">
                  <c:v>293.12865497076001</c:v>
                </c:pt>
                <c:pt idx="5">
                  <c:v>287.28070175438597</c:v>
                </c:pt>
                <c:pt idx="6">
                  <c:v>315.05847953216397</c:v>
                </c:pt>
                <c:pt idx="7">
                  <c:v>288.74269005847998</c:v>
                </c:pt>
                <c:pt idx="8">
                  <c:v>342.83625730994203</c:v>
                </c:pt>
                <c:pt idx="9">
                  <c:v>315.05847953216397</c:v>
                </c:pt>
                <c:pt idx="10">
                  <c:v>325.29239766081901</c:v>
                </c:pt>
                <c:pt idx="11">
                  <c:v>297.51461988304101</c:v>
                </c:pt>
                <c:pt idx="12">
                  <c:v>342.83625730994203</c:v>
                </c:pt>
                <c:pt idx="13">
                  <c:v>173.24561403508801</c:v>
                </c:pt>
                <c:pt idx="14">
                  <c:v>218.56725146198801</c:v>
                </c:pt>
                <c:pt idx="15">
                  <c:v>313.59649122807002</c:v>
                </c:pt>
                <c:pt idx="16">
                  <c:v>336.98830409356702</c:v>
                </c:pt>
                <c:pt idx="17">
                  <c:v>291.66666666666703</c:v>
                </c:pt>
                <c:pt idx="18">
                  <c:v>309.21052631578999</c:v>
                </c:pt>
                <c:pt idx="19">
                  <c:v>278.508771929825</c:v>
                </c:pt>
              </c:numCache>
            </c:numRef>
          </c:yVal>
          <c:smooth val="0"/>
          <c:extLst>
            <c:ext xmlns:c16="http://schemas.microsoft.com/office/drawing/2014/chart" uri="{C3380CC4-5D6E-409C-BE32-E72D297353CC}">
              <c16:uniqueId val="{00000000-8C27-4CCC-A9B4-FE54B193245E}"/>
            </c:ext>
          </c:extLst>
        </c:ser>
        <c:dLbls>
          <c:showLegendKey val="0"/>
          <c:showVal val="0"/>
          <c:showCatName val="0"/>
          <c:showSerName val="0"/>
          <c:showPercent val="0"/>
          <c:showBubbleSize val="0"/>
        </c:dLbls>
        <c:axId val="199071848"/>
        <c:axId val="199072240"/>
      </c:scatterChart>
      <c:valAx>
        <c:axId val="199071848"/>
        <c:scaling>
          <c:orientation val="minMax"/>
        </c:scaling>
        <c:delete val="0"/>
        <c:axPos val="b"/>
        <c:numFmt formatCode="General" sourceLinked="1"/>
        <c:majorTickMark val="out"/>
        <c:minorTickMark val="none"/>
        <c:tickLblPos val="none"/>
        <c:crossAx val="199072240"/>
        <c:crosses val="autoZero"/>
        <c:crossBetween val="midCat"/>
      </c:valAx>
      <c:valAx>
        <c:axId val="199072240"/>
        <c:scaling>
          <c:orientation val="minMax"/>
          <c:max val="350"/>
          <c:min val="0"/>
        </c:scaling>
        <c:delete val="0"/>
        <c:axPos val="l"/>
        <c:numFmt formatCode="General" sourceLinked="1"/>
        <c:majorTickMark val="out"/>
        <c:minorTickMark val="none"/>
        <c:tickLblPos val="none"/>
        <c:crossAx val="199071848"/>
        <c:crosses val="autoZero"/>
        <c:crossBetween val="midCat"/>
      </c:valAx>
    </c:plotArea>
    <c:plotVisOnly val="1"/>
    <c:dispBlanksAs val="gap"/>
    <c:showDLblsOverMax val="0"/>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CACF-40B0-A6B2-8EB31CB5BD20}"/>
            </c:ext>
          </c:extLst>
        </c:ser>
        <c:dLbls>
          <c:showLegendKey val="0"/>
          <c:showVal val="0"/>
          <c:showCatName val="0"/>
          <c:showSerName val="0"/>
          <c:showPercent val="0"/>
          <c:showBubbleSize val="0"/>
        </c:dLbls>
        <c:axId val="293979888"/>
        <c:axId val="293980280"/>
      </c:scatterChart>
      <c:valAx>
        <c:axId val="293979888"/>
        <c:scaling>
          <c:orientation val="minMax"/>
          <c:max val="350"/>
          <c:min val="0"/>
        </c:scaling>
        <c:delete val="0"/>
        <c:axPos val="b"/>
        <c:numFmt formatCode="General" sourceLinked="1"/>
        <c:majorTickMark val="none"/>
        <c:minorTickMark val="none"/>
        <c:tickLblPos val="none"/>
        <c:crossAx val="293980280"/>
        <c:crosses val="autoZero"/>
        <c:crossBetween val="midCat"/>
      </c:valAx>
      <c:valAx>
        <c:axId val="293980280"/>
        <c:scaling>
          <c:orientation val="minMax"/>
        </c:scaling>
        <c:delete val="0"/>
        <c:axPos val="l"/>
        <c:numFmt formatCode="General" sourceLinked="1"/>
        <c:majorTickMark val="none"/>
        <c:minorTickMark val="none"/>
        <c:tickLblPos val="none"/>
        <c:crossAx val="293979888"/>
        <c:crossesAt val="0"/>
        <c:crossBetween val="midCat"/>
      </c:valAx>
    </c:plotArea>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AA53-4C1F-93EB-C4080E2A6FA0}"/>
            </c:ext>
          </c:extLst>
        </c:ser>
        <c:dLbls>
          <c:showLegendKey val="0"/>
          <c:showVal val="0"/>
          <c:showCatName val="0"/>
          <c:showSerName val="0"/>
          <c:showPercent val="0"/>
          <c:showBubbleSize val="0"/>
        </c:dLbls>
        <c:axId val="293983416"/>
        <c:axId val="293973616"/>
      </c:scatterChart>
      <c:valAx>
        <c:axId val="293983416"/>
        <c:scaling>
          <c:orientation val="minMax"/>
          <c:max val="350"/>
          <c:min val="0"/>
        </c:scaling>
        <c:delete val="0"/>
        <c:axPos val="b"/>
        <c:numFmt formatCode="General" sourceLinked="1"/>
        <c:majorTickMark val="none"/>
        <c:minorTickMark val="none"/>
        <c:tickLblPos val="none"/>
        <c:crossAx val="293973616"/>
        <c:crosses val="autoZero"/>
        <c:crossBetween val="midCat"/>
      </c:valAx>
      <c:valAx>
        <c:axId val="293973616"/>
        <c:scaling>
          <c:orientation val="minMax"/>
        </c:scaling>
        <c:delete val="0"/>
        <c:axPos val="l"/>
        <c:numFmt formatCode="General" sourceLinked="1"/>
        <c:majorTickMark val="none"/>
        <c:minorTickMark val="none"/>
        <c:tickLblPos val="none"/>
        <c:crossAx val="293983416"/>
        <c:crossesAt val="0"/>
        <c:crossBetween val="midCat"/>
      </c:valAx>
    </c:plotArea>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8B5A-4E5D-8BC0-72105C95748C}"/>
            </c:ext>
          </c:extLst>
        </c:ser>
        <c:dLbls>
          <c:showLegendKey val="0"/>
          <c:showVal val="0"/>
          <c:showCatName val="0"/>
          <c:showSerName val="0"/>
          <c:showPercent val="0"/>
          <c:showBubbleSize val="0"/>
        </c:dLbls>
        <c:axId val="293975184"/>
        <c:axId val="293976360"/>
      </c:scatterChart>
      <c:valAx>
        <c:axId val="293975184"/>
        <c:scaling>
          <c:orientation val="minMax"/>
          <c:max val="350"/>
          <c:min val="0"/>
        </c:scaling>
        <c:delete val="0"/>
        <c:axPos val="b"/>
        <c:numFmt formatCode="General" sourceLinked="1"/>
        <c:majorTickMark val="none"/>
        <c:minorTickMark val="none"/>
        <c:tickLblPos val="none"/>
        <c:crossAx val="293976360"/>
        <c:crosses val="autoZero"/>
        <c:crossBetween val="midCat"/>
      </c:valAx>
      <c:valAx>
        <c:axId val="293976360"/>
        <c:scaling>
          <c:orientation val="minMax"/>
        </c:scaling>
        <c:delete val="0"/>
        <c:axPos val="l"/>
        <c:numFmt formatCode="General" sourceLinked="1"/>
        <c:majorTickMark val="none"/>
        <c:minorTickMark val="none"/>
        <c:tickLblPos val="none"/>
        <c:crossAx val="293975184"/>
        <c:crossesAt val="0"/>
        <c:crossBetween val="midCat"/>
      </c:valAx>
    </c:plotArea>
    <c:plotVisOnly val="1"/>
    <c:dispBlanksAs val="gap"/>
    <c:showDLblsOverMax val="0"/>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C479-4785-A6E9-4889E5B666ED}"/>
            </c:ext>
          </c:extLst>
        </c:ser>
        <c:dLbls>
          <c:showLegendKey val="0"/>
          <c:showVal val="0"/>
          <c:showCatName val="0"/>
          <c:showSerName val="0"/>
          <c:showPercent val="0"/>
          <c:showBubbleSize val="0"/>
        </c:dLbls>
        <c:axId val="293988904"/>
        <c:axId val="293995176"/>
      </c:scatterChart>
      <c:valAx>
        <c:axId val="293988904"/>
        <c:scaling>
          <c:orientation val="minMax"/>
          <c:max val="350"/>
          <c:min val="0"/>
        </c:scaling>
        <c:delete val="0"/>
        <c:axPos val="b"/>
        <c:numFmt formatCode="General" sourceLinked="1"/>
        <c:majorTickMark val="none"/>
        <c:minorTickMark val="none"/>
        <c:tickLblPos val="none"/>
        <c:crossAx val="293995176"/>
        <c:crosses val="autoZero"/>
        <c:crossBetween val="midCat"/>
      </c:valAx>
      <c:valAx>
        <c:axId val="293995176"/>
        <c:scaling>
          <c:orientation val="minMax"/>
        </c:scaling>
        <c:delete val="0"/>
        <c:axPos val="l"/>
        <c:numFmt formatCode="General" sourceLinked="1"/>
        <c:majorTickMark val="none"/>
        <c:minorTickMark val="none"/>
        <c:tickLblPos val="none"/>
        <c:crossAx val="293988904"/>
        <c:crossesAt val="0"/>
        <c:crossBetween val="midCat"/>
      </c:valAx>
    </c:plotArea>
    <c:plotVisOnly val="1"/>
    <c:dispBlanksAs val="gap"/>
    <c:showDLblsOverMax val="0"/>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A8AB-40A6-9DC7-2176D15E39AA}"/>
            </c:ext>
          </c:extLst>
        </c:ser>
        <c:dLbls>
          <c:showLegendKey val="0"/>
          <c:showVal val="0"/>
          <c:showCatName val="0"/>
          <c:showSerName val="0"/>
          <c:showPercent val="0"/>
          <c:showBubbleSize val="0"/>
        </c:dLbls>
        <c:axId val="207758120"/>
        <c:axId val="207760864"/>
      </c:scatterChart>
      <c:valAx>
        <c:axId val="207758120"/>
        <c:scaling>
          <c:orientation val="minMax"/>
          <c:max val="350"/>
          <c:min val="0"/>
        </c:scaling>
        <c:delete val="0"/>
        <c:axPos val="b"/>
        <c:numFmt formatCode="General" sourceLinked="1"/>
        <c:majorTickMark val="none"/>
        <c:minorTickMark val="none"/>
        <c:tickLblPos val="none"/>
        <c:crossAx val="207760864"/>
        <c:crosses val="autoZero"/>
        <c:crossBetween val="midCat"/>
      </c:valAx>
      <c:valAx>
        <c:axId val="207760864"/>
        <c:scaling>
          <c:orientation val="minMax"/>
        </c:scaling>
        <c:delete val="0"/>
        <c:axPos val="l"/>
        <c:numFmt formatCode="General" sourceLinked="1"/>
        <c:majorTickMark val="none"/>
        <c:minorTickMark val="none"/>
        <c:tickLblPos val="none"/>
        <c:crossAx val="207758120"/>
        <c:crossesAt val="0"/>
        <c:crossBetween val="midCat"/>
      </c:valAx>
    </c:plotArea>
    <c:plotVisOnly val="1"/>
    <c:dispBlanksAs val="gap"/>
    <c:showDLblsOverMax val="0"/>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B10C-4CF8-823D-A9C5CD6BE791}"/>
            </c:ext>
          </c:extLst>
        </c:ser>
        <c:dLbls>
          <c:showLegendKey val="0"/>
          <c:showVal val="0"/>
          <c:showCatName val="0"/>
          <c:showSerName val="0"/>
          <c:showPercent val="0"/>
          <c:showBubbleSize val="0"/>
        </c:dLbls>
        <c:axId val="207764784"/>
        <c:axId val="207759688"/>
      </c:scatterChart>
      <c:valAx>
        <c:axId val="207764784"/>
        <c:scaling>
          <c:orientation val="minMax"/>
          <c:max val="350"/>
          <c:min val="0"/>
        </c:scaling>
        <c:delete val="0"/>
        <c:axPos val="b"/>
        <c:numFmt formatCode="General" sourceLinked="1"/>
        <c:majorTickMark val="none"/>
        <c:minorTickMark val="none"/>
        <c:tickLblPos val="none"/>
        <c:crossAx val="207759688"/>
        <c:crosses val="autoZero"/>
        <c:crossBetween val="midCat"/>
      </c:valAx>
      <c:valAx>
        <c:axId val="207759688"/>
        <c:scaling>
          <c:orientation val="minMax"/>
        </c:scaling>
        <c:delete val="0"/>
        <c:axPos val="l"/>
        <c:numFmt formatCode="General" sourceLinked="1"/>
        <c:majorTickMark val="none"/>
        <c:minorTickMark val="none"/>
        <c:tickLblPos val="none"/>
        <c:crossAx val="207764784"/>
        <c:crossesAt val="0"/>
        <c:crossBetween val="midCat"/>
      </c:valAx>
    </c:plotArea>
    <c:plotVisOnly val="1"/>
    <c:dispBlanksAs val="gap"/>
    <c:showDLblsOverMax val="0"/>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10"/>
            <c:spPr>
              <a:ln w="25400">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CDD8-4134-8ED3-E1A0C08FDD0B}"/>
            </c:ext>
          </c:extLst>
        </c:ser>
        <c:dLbls>
          <c:showLegendKey val="0"/>
          <c:showVal val="0"/>
          <c:showCatName val="0"/>
          <c:showSerName val="0"/>
          <c:showPercent val="0"/>
          <c:showBubbleSize val="0"/>
        </c:dLbls>
        <c:axId val="207761256"/>
        <c:axId val="207760080"/>
      </c:scatterChart>
      <c:valAx>
        <c:axId val="207761256"/>
        <c:scaling>
          <c:orientation val="minMax"/>
          <c:max val="350"/>
          <c:min val="0"/>
        </c:scaling>
        <c:delete val="0"/>
        <c:axPos val="b"/>
        <c:numFmt formatCode="General" sourceLinked="1"/>
        <c:majorTickMark val="none"/>
        <c:minorTickMark val="none"/>
        <c:tickLblPos val="none"/>
        <c:crossAx val="207760080"/>
        <c:crosses val="autoZero"/>
        <c:crossBetween val="midCat"/>
      </c:valAx>
      <c:valAx>
        <c:axId val="207760080"/>
        <c:scaling>
          <c:orientation val="minMax"/>
        </c:scaling>
        <c:delete val="0"/>
        <c:axPos val="l"/>
        <c:numFmt formatCode="General" sourceLinked="1"/>
        <c:majorTickMark val="none"/>
        <c:minorTickMark val="none"/>
        <c:tickLblPos val="none"/>
        <c:crossAx val="207761256"/>
        <c:crossesAt val="0"/>
        <c:crossBetween val="midCat"/>
      </c:valAx>
    </c:plotArea>
    <c:plotVisOnly val="1"/>
    <c:dispBlanksAs val="gap"/>
    <c:showDLblsOverMax val="0"/>
  </c:chart>
  <c:spPr>
    <a:ln w="28575"/>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8575">
              <a:noFill/>
            </a:ln>
          </c:spPr>
          <c:marker>
            <c:symbol val="x"/>
            <c:size val="7"/>
            <c:spPr>
              <a:ln w="15875">
                <a:solidFill>
                  <a:srgbClr val="C00000"/>
                </a:solidFill>
              </a:ln>
            </c:spPr>
          </c:marker>
          <c:xVal>
            <c:numRef>
              <c:f>'Sheet1 (2)'!$A$1:$A$20</c:f>
              <c:numCache>
                <c:formatCode>General</c:formatCode>
                <c:ptCount val="20"/>
                <c:pt idx="0">
                  <c:v>42.940038684719497</c:v>
                </c:pt>
                <c:pt idx="1">
                  <c:v>72.340425531914903</c:v>
                </c:pt>
                <c:pt idx="2">
                  <c:v>110.251450676983</c:v>
                </c:pt>
                <c:pt idx="3">
                  <c:v>195.357833655706</c:v>
                </c:pt>
                <c:pt idx="4">
                  <c:v>304.44874274661498</c:v>
                </c:pt>
                <c:pt idx="5">
                  <c:v>386.46034816247601</c:v>
                </c:pt>
              </c:numCache>
            </c:numRef>
          </c:xVal>
          <c:yVal>
            <c:numRef>
              <c:f>'Sheet1 (2)'!$B$1:$B$20</c:f>
              <c:numCache>
                <c:formatCode>General</c:formatCode>
                <c:ptCount val="20"/>
                <c:pt idx="0">
                  <c:v>45.173745173745203</c:v>
                </c:pt>
                <c:pt idx="1">
                  <c:v>137.83783783783801</c:v>
                </c:pt>
                <c:pt idx="2">
                  <c:v>234.362934362934</c:v>
                </c:pt>
                <c:pt idx="3">
                  <c:v>274.517374517375</c:v>
                </c:pt>
                <c:pt idx="4">
                  <c:v>291.50579150579199</c:v>
                </c:pt>
                <c:pt idx="5">
                  <c:v>303.08880308880299</c:v>
                </c:pt>
              </c:numCache>
            </c:numRef>
          </c:yVal>
          <c:smooth val="0"/>
          <c:extLst>
            <c:ext xmlns:c16="http://schemas.microsoft.com/office/drawing/2014/chart" uri="{C3380CC4-5D6E-409C-BE32-E72D297353CC}">
              <c16:uniqueId val="{00000000-18C8-4FA6-B332-A18C29AB8612}"/>
            </c:ext>
          </c:extLst>
        </c:ser>
        <c:dLbls>
          <c:showLegendKey val="0"/>
          <c:showVal val="0"/>
          <c:showCatName val="0"/>
          <c:showSerName val="0"/>
          <c:showPercent val="0"/>
          <c:showBubbleSize val="0"/>
        </c:dLbls>
        <c:axId val="207764000"/>
        <c:axId val="207757728"/>
      </c:scatterChart>
      <c:valAx>
        <c:axId val="207764000"/>
        <c:scaling>
          <c:orientation val="minMax"/>
          <c:max val="350"/>
          <c:min val="0"/>
        </c:scaling>
        <c:delete val="0"/>
        <c:axPos val="b"/>
        <c:numFmt formatCode="General" sourceLinked="1"/>
        <c:majorTickMark val="none"/>
        <c:minorTickMark val="none"/>
        <c:tickLblPos val="none"/>
        <c:crossAx val="207757728"/>
        <c:crosses val="autoZero"/>
        <c:crossBetween val="midCat"/>
      </c:valAx>
      <c:valAx>
        <c:axId val="207757728"/>
        <c:scaling>
          <c:orientation val="minMax"/>
        </c:scaling>
        <c:delete val="0"/>
        <c:axPos val="l"/>
        <c:numFmt formatCode="General" sourceLinked="1"/>
        <c:majorTickMark val="none"/>
        <c:minorTickMark val="none"/>
        <c:tickLblPos val="none"/>
        <c:crossAx val="207764000"/>
        <c:crossesAt val="0"/>
        <c:crossBetween val="midCat"/>
      </c:valAx>
    </c:plotArea>
    <c:plotVisOnly val="1"/>
    <c:dispBlanksAs val="gap"/>
    <c:showDLblsOverMax val="0"/>
  </c:chart>
  <c:externalData r:id="rId1">
    <c:autoUpdate val="0"/>
  </c:externalData>
</c:chartSpace>
</file>

<file path=ppt/ink/ink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13T20:42:10.438"/>
    </inkml:context>
    <inkml:brush xml:id="br0">
      <inkml:brushProperty name="width" value="0.05292" units="cm"/>
      <inkml:brushProperty name="height" value="0.05292" units="cm"/>
      <inkml:brushProperty name="color" value="#7030A0"/>
    </inkml:brush>
  </inkml:definitions>
  <inkml:trace contextRef="#ctx0" brushRef="#br0">19203 5179 7943,'0'-26'513,"0"-1"1056,0 0-576,-28 1-865,28 26-1217,0 0-3716</inkml:trace>
  <inkml:trace contextRef="#ctx0" brushRef="#br0" timeOffset="563.03">19175 5099 2946,'28'0'801,"-2"-26"1505,-26 26 97,0 0-33,0 0-512,0 0-705,0 0-353,-26 0-191,26 0-321,-55 0-288,31 0-64,-4 26-64,1-26-1025,-26 27-2018,28-27-2498</inkml:trace>
  <inkml:trace contextRef="#ctx0" brushRef="#br0" timeOffset="707.04">18408 5073 7334,'0'-27'-608,"-27"27"-1442,27 0-577</inkml:trace>
  <inkml:trace contextRef="#ctx0" brushRef="#br0" timeOffset="909.05">17747 5073 4484,'-106'0'64,"53"26"-64,-2-26 0,5 0-513,-32 0-480,30 0-768</inkml:trace>
  <inkml:trace contextRef="#ctx0" brushRef="#br0" timeOffset="1378.08">15391 5046 320,'-79'-25'448,"52"25"-832</inkml:trace>
  <inkml:trace contextRef="#ctx0" brushRef="#br0" timeOffset="1479.08">14651 4993 864,'-108'0'0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09T03:03:01.495"/>
    </inkml:context>
    <inkml:brush xml:id="br0">
      <inkml:brushProperty name="width" value="0.05" units="cm"/>
      <inkml:brushProperty name="height" value="0.05" units="cm"/>
      <inkml:brushProperty name="ignorePressure" value="1"/>
    </inkml:brush>
  </inkml:definitions>
  <inkml:trace contextRef="#ctx0" brushRef="#br0">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09T03:03:24.525"/>
    </inkml:context>
    <inkml:brush xml:id="br0">
      <inkml:brushProperty name="width" value="0.05" units="cm"/>
      <inkml:brushProperty name="height" value="0.05" units="cm"/>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8-09T03:03:55.801"/>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19-05-17T03:51:11.402"/>
    </inkml:context>
    <inkml:brush xml:id="br0">
      <inkml:brushProperty name="width" value="0.035" units="cm"/>
      <inkml:brushProperty name="height" value="0.035" units="cm"/>
      <inkml:brushProperty name="color" value="#7030A0"/>
      <inkml:brushProperty name="fitToCurve" value="1"/>
    </inkml:brush>
  </inkml:definitions>
  <inkml:trace contextRef="#ctx0" brushRef="#br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6:25.723"/>
    </inkml:context>
    <inkml:brush xml:id="br0">
      <inkml:brushProperty name="width" value="0.05" units="cm"/>
      <inkml:brushProperty name="height" value="0.05" units="cm"/>
      <inkml:brushProperty name="color" value="#F6630D"/>
    </inkml:brush>
  </inkml:definitions>
  <inkml:trace contextRef="#ctx0" brushRef="#br0">1 1 4537 0 0,'0'0'-1240'0'0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6:26.063"/>
    </inkml:context>
    <inkml:brush xml:id="br0">
      <inkml:brushProperty name="width" value="0.05" units="cm"/>
      <inkml:brushProperty name="height" value="0.05" units="cm"/>
      <inkml:brushProperty name="color" value="#F6630D"/>
    </inkml:brush>
  </inkml:definitions>
  <inkml:trace contextRef="#ctx0" brushRef="#br0">1 1 696 0 0,'0'0'-112'0'0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6:29.041"/>
    </inkml:context>
    <inkml:brush xml:id="br0">
      <inkml:brushProperty name="width" value="0.05" units="cm"/>
      <inkml:brushProperty name="height" value="0.05" units="cm"/>
      <inkml:brushProperty name="color" value="#F6630D"/>
    </inkml:brush>
  </inkml:definitions>
  <inkml:trace contextRef="#ctx0" brushRef="#br0">1 0 4585 0 0,'0'0'-56'0'0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6:29.386"/>
    </inkml:context>
    <inkml:brush xml:id="br0">
      <inkml:brushProperty name="width" value="0.05" units="cm"/>
      <inkml:brushProperty name="height" value="0.05" units="cm"/>
      <inkml:brushProperty name="color" value="#F6630D"/>
    </inkml:brush>
  </inkml:definitions>
  <inkml:trace contextRef="#ctx0" brushRef="#br0">1 0 2192 0 0,'0'0'-528'0'0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6:29.801"/>
    </inkml:context>
    <inkml:brush xml:id="br0">
      <inkml:brushProperty name="width" value="0.05" units="cm"/>
      <inkml:brushProperty name="height" value="0.05" units="cm"/>
      <inkml:brushProperty name="color" value="#F6630D"/>
    </inkml:brush>
  </inkml:definitions>
  <inkml:trace contextRef="#ctx0" brushRef="#br0">1 0 5017 0 0,'0'0'-320'0'0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09.983"/>
    </inkml:context>
    <inkml:brush xml:id="br0">
      <inkml:brushProperty name="width" value="0.05" units="cm"/>
      <inkml:brushProperty name="height" value="0.05" units="cm"/>
      <inkml:brushProperty name="color" value="#F6630D"/>
    </inkml:brush>
  </inkml:definitions>
  <inkml:trace contextRef="#ctx0" brushRef="#br0">2 7 0 0 0,'-1'-2'0'0'0,"0"1"1"0"0,1 0 199 0 0,0 0-401 0 0,0-1 201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13.422"/>
    </inkml:context>
    <inkml:brush xml:id="br0">
      <inkml:brushProperty name="width" value="0.05" units="cm"/>
      <inkml:brushProperty name="height" value="0.05" units="cm"/>
      <inkml:brushProperty name="color" value="#F6630D"/>
    </inkml:brush>
  </inkml:definitions>
  <inkml:trace contextRef="#ctx0" brushRef="#br0">2262 1500 0 0 0,'0'0'515'0'0,"-10"-2"-216"0"0,-3-2-132 0 0,7 2 55 0 0,1 1 0 0 0,-1 0-1 0 0,1 0 1 0 0,-1 0-1 0 0,0 0 1 0 0,-11 1 584 0 0,-11-13 8050 0 0,-106-55-6750 0 0,32-4-1434 0 0,96 68-653 0 0,-1-1 0 0 0,0 1 0 0 0,1-2-1 0 0,0 1 1 0 0,0-1 0 0 0,-8-11 0 0 0,8 10 37 0 0,0 0 0 0 0,-1 0 0 0 0,0 1 0 0 0,-12-9 0 0 0,6 5-44 0 0,0 0-1 0 0,1-1 0 0 0,0 0 1 0 0,-14-18-1 0 0,-34-30 300 0 0,38 42-281 0 0,1 0 104 0 0,0 1-1 0 0,0 0 1 0 0,-2 2 0 0 0,0 1 0 0 0,-29-13-1 0 0,29 16 15 0 0,1-1-1 0 0,1-1 1 0 0,-23-17-1 0 0,-22-12 276 0 0,35 21-145 0 0,2-1 0 0 0,-1-1-1 0 0,-28-28 1 0 0,-10-10 140 0 0,34 36-117 0 0,-44-25 0 0 0,-7-5 68 0 0,-177-130 211 0 0,237 164-477 0 0,11 9 50 0 0,0 1 1 0 0,-26-16-1 0 0,11 10 24 0 0,0-2 0 0 0,-32-26 0 0 0,29 20-96 0 0,-2 2 0 0 0,-38-18 0 0 0,-47-31-43 0 0,-13-25-23 0 0,131 95-55 0 0,0 0 0 0 0,0 0 0 0 0,-1 0 0 0 0,1 0-1 0 0,0 0 1 0 0,-1 0 0 0 0,1 1 0 0 0,-1-1 0 0 0,1 0 0 0 0,-1 1 0 0 0,1-1 0 0 0,-1 1-1 0 0,1 0 1 0 0,-1-1 0 0 0,1 1 0 0 0,-4 0 0 0 0,-8 5-5074 0 0,-3 7-4019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14.638"/>
    </inkml:context>
    <inkml:brush xml:id="br0">
      <inkml:brushProperty name="width" value="0.05" units="cm"/>
      <inkml:brushProperty name="height" value="0.05" units="cm"/>
      <inkml:brushProperty name="color" value="#F6630D"/>
    </inkml:brush>
  </inkml:definitions>
  <inkml:trace contextRef="#ctx0" brushRef="#br0">1 2807 2160 0 0,'0'0'52'0'0,"13"-28"-400"0"0,43-90 334 0 0,-50 107 15 0 0,0 0 0 0 0,0 0 0 0 0,1 1 1 0 0,0 0-1 0 0,1 0 0 0 0,0 1 0 0 0,1 0 1 0 0,18-15-1 0 0,1-1 2 0 0,22-20 68 0 0,2 1 0 0 0,100-63 0 0 0,126-51 340 0 0,9-7-140 0 0,261-143 664 0 0,21 39-317 0 0,331-158-116 0 0,-274 104 199 0 0,-73 82-373 0 0,-482 212-300 0 0,319-132-48 0 0,-181 58 286 0 0,-134 63-884 0 0,1 4 1 0 0,96-33 0 0 0,-153 64-3648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15.294"/>
    </inkml:context>
    <inkml:brush xml:id="br0">
      <inkml:brushProperty name="width" value="0.05" units="cm"/>
      <inkml:brushProperty name="height" value="0.05" units="cm"/>
      <inkml:brushProperty name="color" value="#F6630D"/>
    </inkml:brush>
  </inkml:definitions>
  <inkml:trace contextRef="#ctx0" brushRef="#br0">0 0 0 0 0,'0'0'0'0'0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16.669"/>
    </inkml:context>
    <inkml:brush xml:id="br0">
      <inkml:brushProperty name="width" value="0.05" units="cm"/>
      <inkml:brushProperty name="height" value="0.05" units="cm"/>
      <inkml:brushProperty name="color" value="#F6630D"/>
    </inkml:brush>
  </inkml:definitions>
  <inkml:trace contextRef="#ctx0" brushRef="#br0">258 241 0 0 0,'24'-22'0'0'0,"-19"17"0"0"0,1 0 0 0 0,-1 0 0 0 0,0-1 0 0 0,0 1 0 0 0,0-1 0 0 0,7-13 0 0 0,-12 19 7 0 0,0 0 0 0 0,0-1-1 0 0,0 1 1 0 0,0 0 0 0 0,-1 0 0 0 0,1 0-1 0 0,0-1 1 0 0,0 1 0 0 0,1 0 0 0 0,-1 0-1 0 0,0-1 1 0 0,0 1 0 0 0,0 0 0 0 0,0 0 0 0 0,0 0-1 0 0,0-1 1 0 0,0 1 0 0 0,0 0 0 0 0,0 0-1 0 0,0 0 1 0 0,0-1 0 0 0,1 1 0 0 0,-1 0-1 0 0,0 0 1 0 0,0 0 0 0 0,0 0 0 0 0,0-1-1 0 0,1 1 1 0 0,-1 0 0 0 0,0 0 0 0 0,0 0 0 0 0,0 0-1 0 0,1 0 1 0 0,-1 0 0 0 0,0 0 0 0 0,0 0-1 0 0,0 0 1 0 0,1-1 0 0 0,-1 1 0 0 0,0 0-1 0 0,0 0 1 0 0,0 0 0 0 0,1 0 0 0 0,-1 0 0 0 0,0 0-1 0 0,0 0 1 0 0,1 0 0 0 0,-1 1 0 0 0,0-1-1 0 0,0 0 1 0 0,0 0 0 0 0,1 0 0 0 0,-1 0-1 0 0,0 0 1 0 0,0 0 0 0 0,1 0 0 0 0,-1 18 398 0 0,-7 22-48 0 0,0-13-192 0 0,3-11 166 0 0,0 0 0 0 0,-13 30 0 0 0,37-89 2310 0 0,-6 11-2452 0 0,2 1 0 0 0,0 1 0 0 0,41-55 0 0 0,-61 95 1817 0 0,-12 24-1776 0 0,-1-1 0 0 0,-25 35 0 0 0,29-48-142 0 0,11-16-8 0 0,-1 1 0 0 0,0-1-1 0 0,0 1 1 0 0,-1-1 0 0 0,1 0 0 0 0,-1 0 0 0 0,0-1 0 0 0,-5 5 0 0 0,9-8 51 0 0,3-24-367 0 0,0 1 263 0 0,2-1 0 0 0,1 1 0 0 0,1 0 0 0 0,1 0 0 0 0,20-41 0 0 0,-2 1 32 0 0,-8 20 2295 0 0,-21 70-2428 0 0,-6 3-88 0 0,-37 110-40 0 0,39-121 334 0 0,-1-1 0 0 0,-1 0 0 0 0,-1 0 0 0 0,-1-1-1 0 0,-14 19 1 0 0,25-36-67 0 0,0 1-1 0 0,0-1 1 0 0,-1 0-1 0 0,1 0 1 0 0,0 1-1 0 0,-1-1 1 0 0,1 0 0 0 0,0 0-1 0 0,0 1 1 0 0,-1-1-1 0 0,1 0 1 0 0,0 0-1 0 0,-1 0 1 0 0,1 1-1 0 0,0-1 1 0 0,-1 0-1 0 0,1 0 1 0 0,-1 0-1 0 0,1 0 1 0 0,0 0-1 0 0,-1 0 1 0 0,1 0 0 0 0,-1 0-1 0 0,1 0 1 0 0,0 0-1 0 0,-1 0 1 0 0,1 0-1 0 0,0 0 1 0 0,-1 0-1 0 0,1 0 1 0 0,-1 0-1 0 0,1 0 1 0 0,0-1-1 0 0,-1 1 1 0 0,1 0-1 0 0,0 0 1 0 0,-1 0 0 0 0,1-1-1 0 0,-13-17 393 0 0,-6-36-1426 0 0,15 44 1227 0 0,-1-6-206 0 0,0 0-1 0 0,-2 0 0 0 0,0 1 0 0 0,-17-26 0 0 0,20 35 1 0 0,0 1 0 0 0,-1 0-1 0 0,1 1 1 0 0,-1-1 0 0 0,0 1 0 0 0,-1 0 0 0 0,1 0-1 0 0,-1 0 1 0 0,0 1 0 0 0,0 0 0 0 0,0 0-1 0 0,0 1 1 0 0,0-1 0 0 0,0 2 0 0 0,-9-3 0 0 0,8 3-169 0 0,-60-10-1273 0 0,98 45 257 0 0,-14-20 1198 0 0,1 0 0 0 0,1-1-1 0 0,0-1 1 0 0,0-1-1 0 0,1 0 1 0 0,1-2-1 0 0,0 0 1 0 0,0-2 0 0 0,0 0-1 0 0,1-1 1 0 0,24 3-1 0 0,-10-3-24 0 0,-18-4-20 0 0,-1 1 0 0 0,0 0-1 0 0,0 2 1 0 0,27 10 0 0 0,-93-43 3526 0 0,-25-22-2424 0 0,34 22-1076 0 0,-53-27 1 0 0,138 112-2059 0 0,-25-40 2018 0 0,1 0 0 0 0,0-1 1 0 0,1-2-1 0 0,1 0 1 0 0,0-1-1 0 0,0-1 0 0 0,2-2 1 0 0,-1 0-1 0 0,1-1 1 0 0,32 6-1 0 0,-56-15 3 0 0,-1 0 0 0 0,0 0 0 0 0,0 0 0 0 0,0 0 0 0 0,0 0 0 0 0,1 0 0 0 0,-1 0 0 0 0,0 0 0 0 0,0 0 0 0 0,0 0 0 0 0,0 0 0 0 0,1 0-1 0 0,-1 0 1 0 0,0 0 0 0 0,0 0 0 0 0,0 0 0 0 0,1 0 0 0 0,-1 0 0 0 0,0 0 0 0 0,0 0 0 0 0,0 0 0 0 0,0 0 0 0 0,1 0 0 0 0,-1 0 0 0 0,0 0 0 0 0,0-1 0 0 0,0 1 0 0 0,0 0 0 0 0,0 0 0 0 0,0 0-1 0 0,1 0 1 0 0,-1 0 0 0 0,0 0 0 0 0,0-1 0 0 0,0 1 0 0 0,0 0 0 0 0,0 0 0 0 0,0 0 0 0 0,0 0 0 0 0,0-1 0 0 0,0 1 0 0 0,0 0 0 0 0,1 0 0 0 0,-1 0 0 0 0,0 0 0 0 0,0-1 0 0 0,0 1 0 0 0,0 0-1 0 0,0 0 1 0 0,0 0 0 0 0,0 0 0 0 0,-1-1 0 0 0,1 1 0 0 0,-5-16 1052 0 0,-13-13 463 0 0,6 10-1484 0 0,-1 1 0 0 0,-1 0 0 0 0,-26-25 1 0 0,35 38-2 0 0,-1 0-1 0 0,0 1 1 0 0,0 0 0 0 0,0 0 0 0 0,0 1 0 0 0,-1-1 0 0 0,1 1 0 0 0,-1 1-1 0 0,0-1 1 0 0,0 1 0 0 0,0 1 0 0 0,0-1 0 0 0,-1 1 0 0 0,1 0 0 0 0,-9 1-1 0 0,16 24-933 0 0,0 122 891 0 0,0-146 59 0 0,11-8-5693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22.410"/>
    </inkml:context>
    <inkml:brush xml:id="br0">
      <inkml:brushProperty name="width" value="0.05" units="cm"/>
      <inkml:brushProperty name="height" value="0.05" units="cm"/>
      <inkml:brushProperty name="color" value="#F6630D"/>
    </inkml:brush>
  </inkml:definitions>
  <inkml:trace contextRef="#ctx0" brushRef="#br0">0 1 16 0 0,'0'2'12734'0'0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19.958"/>
    </inkml:context>
    <inkml:brush xml:id="br0">
      <inkml:brushProperty name="width" value="0.05" units="cm"/>
      <inkml:brushProperty name="height" value="0.05" units="cm"/>
      <inkml:brushProperty name="color" value="#F6630D"/>
    </inkml:brush>
  </inkml:definitions>
  <inkml:trace contextRef="#ctx0" brushRef="#br0">14 12 0 0 0,'0'0'139'0'0,"-2"-2"-38"0"0,0-1-84 0 0,-5-4 153 0 0,5 21 1274 0 0,15 3-3294 0 0,-11-15 1829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20.563"/>
    </inkml:context>
    <inkml:brush xml:id="br0">
      <inkml:brushProperty name="width" value="0.05" units="cm"/>
      <inkml:brushProperty name="height" value="0.05" units="cm"/>
      <inkml:brushProperty name="color" value="#F6630D"/>
    </inkml:brush>
  </inkml:definitions>
  <inkml:trace contextRef="#ctx0" brushRef="#br0">51 2 0 0 0,'0'0'229'0'0,"-51"-1"5511"0"0,59 6-6272 0 0,-1-1-1 0 0,1 0 0 0 0,0 0 1 0 0,1 0-1 0 0,-1-1 0 0 0,0 0 1 0 0,14 2-1 0 0,-19-4 269 0 0,14 4-1180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24.163"/>
    </inkml:context>
    <inkml:brush xml:id="br0">
      <inkml:brushProperty name="width" value="0.05" units="cm"/>
      <inkml:brushProperty name="height" value="0.05" units="cm"/>
      <inkml:brushProperty name="color" value="#F6630D"/>
    </inkml:brush>
  </inkml:definitions>
  <inkml:trace contextRef="#ctx0" brushRef="#br0">199 219 0 0 0,'0'0'5306'0'0,"-5"-14"-2164"0"0,5 16-3099 0 0,0-1-1 0 0,0 1 0 0 0,1-1 0 0 0,-1 0 0 0 0,0 1 0 0 0,1-1 0 0 0,-1 0 0 0 0,1 1 0 0 0,-1-1 0 0 0,1 0 1 0 0,0 0-1 0 0,-1 1 0 0 0,1-1 0 0 0,0 0 0 0 0,0 0 0 0 0,0 0 0 0 0,0 0 0 0 0,0 0 0 0 0,0 0 1 0 0,2 1-1 0 0,-2-2 61 0 0,0 1 0 0 0,-1-1 1 0 0,1 1-1 0 0,0-1 1 0 0,0 1-1 0 0,-1 0 0 0 0,1-1 1 0 0,0 1-1 0 0,-1 0 1 0 0,1 0-1 0 0,-1 0 0 0 0,1-1 1 0 0,-1 1-1 0 0,1 0 0 0 0,-1 0 1 0 0,1 0-1 0 0,-1 0 1 0 0,0 0-1 0 0,0 0 0 0 0,1 0 1 0 0,-1 0-1 0 0,0 0 1 0 0,0 0-1 0 0,0 0 0 0 0,0 0 1 0 0,0 0-1 0 0,0 0 1 0 0,0 0-1 0 0,-1 0 0 0 0,1-1 1 0 0,0 1-1 0 0,0 0 1 0 0,-1 0-1 0 0,1 0 0 0 0,-1 0 1 0 0,1 0-1 0 0,-1 1 1 0 0,-34 69-23 0 0,12-20 130 0 0,-43 68 1 0 0,84-192 936 0 0,27-40-1347 0 0,115-207 0 0 0,-216 413 636 0 0,-105 132 0 0 0,163-243-290 0 0,15-34-148 0 0,-4 13-17 0 0,-3 8 20 0 0,10-36 52 0 0,-19 61 8 0 0,0 1 0 0 0,0 0 1 0 0,0-1-1 0 0,-1 1 1 0 0,0 0-1 0 0,0-1 1 0 0,0 1-1 0 0,-1-1 1 0 0,-1-8-1 0 0,2 14-65 0 0,0 0-1 0 0,0 0 1 0 0,0-1-1 0 0,0 1 1 0 0,0 0 0 0 0,0 0-1 0 0,0 0 1 0 0,0 0-1 0 0,0-1 1 0 0,0 1 0 0 0,0 0-1 0 0,-1 0 1 0 0,1 0-1 0 0,0 0 1 0 0,0 0 0 0 0,0-1-1 0 0,0 1 1 0 0,0 0-1 0 0,0 0 1 0 0,0 0-1 0 0,0 0 1 0 0,-1 0 0 0 0,1 0-1 0 0,0-1 1 0 0,0 1-1 0 0,0 0 1 0 0,0 0 0 0 0,0 0-1 0 0,-1 0 1 0 0,1 0-1 0 0,0 0 1 0 0,0 0 0 0 0,0 0-1 0 0,0 0 1 0 0,-1 0-1 0 0,1 0 1 0 0,0 0-1 0 0,0 0 1 0 0,0 0 0 0 0,0 0-1 0 0,-1 0 1 0 0,1 0-1 0 0,0 0 1 0 0,0 0 0 0 0,0 0-1 0 0,0 0 1 0 0,-1 0-1 0 0,1 0 1 0 0,0 0 0 0 0,0 0-1 0 0,0 0 1 0 0,0 0-1 0 0,0 0 1 0 0,-1 1-1 0 0,1-1 1 0 0,-8 13-299 0 0,-4 16 27 0 0,6-12 216 0 0,0 0-1 0 0,1 1 1 0 0,1 0 0 0 0,1 0-1 0 0,0 0 1 0 0,1 0 0 0 0,1 24-1 0 0,2-40 93 0 0,-1 0-1 0 0,0-1 0 0 0,1 1 1 0 0,-1-1-1 0 0,1 1 0 0 0,0-1 1 0 0,-1 1-1 0 0,1-1 0 0 0,0 1 1 0 0,0-1-1 0 0,0 1 0 0 0,0-1 1 0 0,0 0-1 0 0,0 0 0 0 0,0 0 1 0 0,1 0-1 0 0,-1 1 1 0 0,0-1-1 0 0,1-1 0 0 0,-1 1 1 0 0,1 0-1 0 0,-1 0 0 0 0,1-1 1 0 0,-1 1-1 0 0,1 0 0 0 0,1-1 1 0 0,-10-37 1058 0 0,-2 18-1052 0 0,-32-61 184 0 0,38 76-179 0 0,0 0 1 0 0,0 0-1 0 0,0 0 1 0 0,-1 0-1 0 0,1 0 1 0 0,-1 0-1 0 0,0 1 1 0 0,0 0-1 0 0,0 0 1 0 0,0 0-1 0 0,-1 0 1 0 0,1 1-1 0 0,-1 0 1 0 0,-7-3-1 0 0,11 5-77 0 0,0 1-1 0 0,0 0 1 0 0,0 0-1 0 0,0 0 1 0 0,1-1 0 0 0,-1 1-1 0 0,0 0 1 0 0,0 0-1 0 0,1 0 1 0 0,-1 0-1 0 0,1 1 1 0 0,-1-1-1 0 0,1 0 1 0 0,-1 0 0 0 0,1 0-1 0 0,0 0 1 0 0,-1 0-1 0 0,1 1 1 0 0,0-1-1 0 0,0 0 1 0 0,0 0 0 0 0,0 0-1 0 0,0 1 1 0 0,0-1-1 0 0,0 0 1 0 0,0 0-1 0 0,1 2 1 0 0,1 42 57 0 0,-1-37-42 0 0,0-1 0 0 0,1 0 0 0 0,0 0 0 0 0,0 0-1 0 0,0-1 1 0 0,1 1 0 0 0,0 0 0 0 0,1-1 0 0 0,-1 0 0 0 0,1 0 0 0 0,1 0 0 0 0,-1 0 0 0 0,1 0 0 0 0,0-1 0 0 0,7 6-1 0 0,-4-4-5 0 0,0 0-1 0 0,1-1 1 0 0,0 0-1 0 0,0-1 1 0 0,0 1-1 0 0,1-2 1 0 0,-1 0-1 0 0,1 0 1 0 0,20 5-1 0 0,-35-20 3694 0 0,-25-33-3634 0 0,-24-12-4 0 0,27 30 359 0 0,27 26-402 0 0,4 24-1003 0 0,2-9 1013 0 0,0-1-1 0 0,0 1 1 0 0,2-1 0 0 0,-1-1-1 0 0,2 1 1 0 0,0-2 0 0 0,14 17-1 0 0,-22-28-98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25.300"/>
    </inkml:context>
    <inkml:brush xml:id="br0">
      <inkml:brushProperty name="width" value="0.05" units="cm"/>
      <inkml:brushProperty name="height" value="0.05" units="cm"/>
      <inkml:brushProperty name="color" value="#F6630D"/>
    </inkml:brush>
  </inkml:definitions>
  <inkml:trace contextRef="#ctx0" brushRef="#br0">0 158 1792 0 0,'0'0'-8'0'0,"25"-6"1245"0"0,-22-1-913 0 0,-1 1 1 0 0,0-1-1 0 0,0 1 1 0 0,0-1-1 0 0,-1 0 1 0 0,0 0-1 0 0,-1 1 1 0 0,1-1-1 0 0,-1 0 1 0 0,-1 0-1 0 0,-1-11 1 0 0,1-4 142 0 0,1 18-401 0 0,1 3-1 0 0,-1-1 0 0 0,0 1 0 0 0,0 0 0 0 0,0-1 0 0 0,0 1 0 0 0,0 0 0 0 0,0-1 0 0 0,0 1 0 0 0,0 0 0 0 0,0-1 0 0 0,-1 1 0 0 0,1 0-1 0 0,-1 0 1 0 0,1-1 0 0 0,-1 1 0 0 0,1 0 0 0 0,-1 0 0 0 0,0 0 0 0 0,1 0 0 0 0,-1-1 0 0 0,0 1 0 0 0,0 0 0 0 0,0 0 0 0 0,0 1 0 0 0,0-1 0 0 0,-1-1 0 0 0,-1 33-5930 0 0,3-23 2528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4:37.450"/>
    </inkml:context>
    <inkml:brush xml:id="br0">
      <inkml:brushProperty name="width" value="0.05" units="cm"/>
      <inkml:brushProperty name="height" value="0.05" units="cm"/>
      <inkml:brushProperty name="color" value="#F6630D"/>
    </inkml:brush>
  </inkml:definitions>
  <inkml:trace contextRef="#ctx0" brushRef="#br0">239 318 0 0 0,'11'-4'60'0'0,"10"-6"9"0"0,-6 3 25 0 0,1 0-1 0 0,-1 1 0 0 0,1 0 1 0 0,0 2-1 0 0,1 0 0 0 0,22-3 1 0 0,-39 7-73 0 0,0 2 49 0 0,-1 0 1 0 0,0 0-1 0 0,0 0 0 0 0,1 1 0 0 0,-1-1 1 0 0,-1 0-1 0 0,1-1 0 0 0,0 1 1 0 0,0 0-1 0 0,-1 0 0 0 0,1 0 0 0 0,-1-1 1 0 0,1 1-1 0 0,-4 2 0 0 0,-34 26 8 0 0,24-19 50 0 0,-12 8 51 0 0,0-1-1 0 0,-2-1 1 0 0,0-1-1 0 0,-1-1 1 0 0,-55 18-1 0 0,-19-6 3734 0 0,987-224-3816 0 0,-685 145 244 0 0,-230 56 4230 0 0,-23-4-3753 0 0,-22 1-1415 0 0,-447 77 1403 0 0,390-52 232 0 0,162-28-2916 0 0,-19 2 1999 0 0,0-1-1 0 0,0 1 0 0 0,0-2 1 0 0,12-2-1 0 0,515-171 592 0 0,-456 144-661 0 0,-51 18 201 0 0,1 2 0 0 0,43-11 0 0 0,-117 26 3338 0 0,-16 2-4206 0 0,-188 64 273 0 0,147-39 427 0 0,-107 20 1 0 0,153-43-20 0 0,34-7 11 0 0,0 2 0 0 0,0 1 0 0 0,0 1 0 0 0,1 0 0 0 0,-25 11-1 0 0,105-12-1006 0 0,-26-10 1125 0 0,-1-2 0 0 0,0-2 0 0 0,-1-1 0 0 0,0-1 0 0 0,30-17 0 0 0,4 0-121 0 0,50-17-57 0 0,-16 7 43 0 0,96-53 0 0 0,-222 88 2269 0 0,-22 4-2859 0 0,-1 10 334 0 0,1 1 1 0 0,-77 29 0 0 0,-19 5 187 0 0,-192 24 588 0 0,256-54-176 0 0,121-11-1064 0 0,40-4 980 0 0,155-46-78 0 0,-133 23-256 0 0,-58 13 92 0 0,39-7-401 0 0,-60 11 740 0 0,-24 6-370 0 0,0 0-1 0 0,0 0 1 0 0,-1 0-1 0 0,1 0 1 0 0,0 0-1 0 0,0 0 1 0 0,0-1-1 0 0,0 1 1 0 0,0 0-1 0 0,0 0 1 0 0,0 0-1 0 0,0 0 1 0 0,0 0-1 0 0,0 0 1 0 0,0 0-1 0 0,0 0 1 0 0,0 0-1 0 0,-1 0 1 0 0,1-1-1 0 0,0 1 1 0 0,0 0-1 0 0,0 0 1 0 0,0 0-1 0 0,0 0 1 0 0,0 0-1 0 0,0 0 1 0 0,0 0-1 0 0,0-1 1 0 0,-48 5-56 0 0,-1 1 0 0 0,1 3 0 0 0,-64 18 0 0 0,-14 2 536 0 0,126-28-578 0 0,-1 0 1 0 0,0 0-1 0 0,1 0 1 0 0,-1 0-1 0 0,1 0 0 0 0,-1 0 1 0 0,1 0-1 0 0,-1 1 0 0 0,1-1 1 0 0,-1 0-1 0 0,1 0 0 0 0,-1 1 1 0 0,1-1-1 0 0,-1 0 1 0 0,1 1-1 0 0,-1-1 0 0 0,1 0 1 0 0,0 1-1 0 0,-1-1 0 0 0,1 0 1 0 0,0 1-1 0 0,-1-1 1 0 0,1 1-1 0 0,0-1 0 0 0,-1 1 1 0 0,1-1-1 0 0,0 1 0 0 0,0-1 1 0 0,0 1-1 0 0,0-1 0 0 0,-1 1 1 0 0,1-1-1 0 0,0 1 1 0 0,0 0-1 0 0,0-1 0 0 0,0 1 1 0 0,0 0-1 0 0,8 20-9296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8:45.554"/>
    </inkml:context>
    <inkml:brush xml:id="br0">
      <inkml:brushProperty name="width" value="0.05" units="cm"/>
      <inkml:brushProperty name="height" value="0.05" units="cm"/>
      <inkml:brushProperty name="color" value="#F6630D"/>
    </inkml:brush>
  </inkml:definitions>
  <inkml:trace contextRef="#ctx0" brushRef="#br0">121 4 0 0 0,'0'0'539'0'0,"-4"-1"-501"0"0,2 0 247 0 0,-1 1 0 0 0,1-1-1 0 0,0 1 1 0 0,0 0 0 0 0,-1 0-1 0 0,1 0 1 0 0,0 0 0 0 0,-1 0-1 0 0,1 0 1 0 0,0 1 0 0 0,0-1-1 0 0,-4 2 1 0 0,-1 1-252 0 0,1 0-1 0 0,1 1 1 0 0,-1-1-1 0 0,0 1 1 0 0,-8 9 0 0 0,-7 4 646 0 0,2 2-743 0 0,20-18 28 0 0,-1-1-1 0 0,0 1 0 0 0,1-1 1 0 0,-1 1-1 0 0,0-1 0 0 0,1 1 1 0 0,-1-1-1 0 0,1 1 1 0 0,-1-1-1 0 0,1 1 0 0 0,-1-1 1 0 0,1 1-1 0 0,-1-1 0 0 0,1 0 1 0 0,-1 1-1 0 0,1-1 0 0 0,-1 0 1 0 0,1 0-1 0 0,0 1 0 0 0,-1-1 1 0 0,1 0-1 0 0,0 0 1 0 0,-1 0-1 0 0,1 0 0 0 0,0 0 1 0 0,-1 0-1 0 0,1 0 0 0 0,0 0 1 0 0,-1 0-1 0 0,1 0 0 0 0,-1 0 1 0 0,1 0-1 0 0,0 0 0 0 0,-1-1 1 0 0,2 1-1 0 0,4-1 77 0 0,-1 1 0 0 0,1-1 0 0 0,0-1 1 0 0,-1 1-1 0 0,1-1 0 0 0,-1 0 0 0 0,0 0 0 0 0,1 0 0 0 0,6-5 0 0 0,31-11-97 0 0,-40 30 2307 0 0,15 15-7140 0 0,-14-23 3416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8:46.158"/>
    </inkml:context>
    <inkml:brush xml:id="br0">
      <inkml:brushProperty name="width" value="0.05" units="cm"/>
      <inkml:brushProperty name="height" value="0.05" units="cm"/>
      <inkml:brushProperty name="color" value="#F6630D"/>
    </inkml:brush>
  </inkml:definitions>
  <inkml:trace contextRef="#ctx0" brushRef="#br0">94 1 3233 0 0,'0'0'-242'0'0,"-17"10"-2056"0"0,-49 31 2265 0 0,65-41 31 0 0,1 0 0 0 0,-1 1 0 0 0,0-1 0 0 0,1 0 0 0 0,-1 1 0 0 0,0-1 0 0 0,1 1 0 0 0,-1-1 0 0 0,1 1 0 0 0,-1-1 0 0 0,1 1 0 0 0,-1 0 0 0 0,1-1 1 0 0,-1 1-1 0 0,1 0 0 0 0,0-1 0 0 0,-1 1 0 0 0,1 0 0 0 0,0-1 0 0 0,0 1 0 0 0,-1 0 0 0 0,1 1 0 0 0,10 5-57 0 0,16-4-17 0 0,98-18-120 0 0,-123 15 280 0 0,-33 32 1018 0 0,28-27-781 0 0,-2 1 0 0 0,1-1 0 0 0,-1-1 0 0 0,1 1 0 0 0,-1-1 0 0 0,0 0 0 0 0,-1 0 0 0 0,1 0 0 0 0,-11 3 0 0 0,17-7-267 0 0,3 0-1562 0 0,1 0 1391 0 0,-1 0-1 0 0,1-1 1 0 0,-1 0 0 0 0,1 1-1 0 0,-1-1 1 0 0,0-1 0 0 0,7-2-1 0 0,33-23 196 0 0,-34 21-112 0 0,-1 0 1 0 0,1 1 0 0 0,0 0-1 0 0,0 0 1 0 0,1 1 0 0 0,15-6-1 0 0,-55 37 3627 0 0,9-7-3434 0 0,8-10-24 0 0,8-5-38 0 0,1-1 0 0 0,-1-1 1 0 0,-1 1-1 0 0,1-1 0 0 0,-11 5 0 0 0,35-8-4145 0 0,12-1 2930 0 0,-2-13 42 0 0,-20 7 717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8:46.520"/>
    </inkml:context>
    <inkml:brush xml:id="br0">
      <inkml:brushProperty name="width" value="0.05" units="cm"/>
      <inkml:brushProperty name="height" value="0.05" units="cm"/>
      <inkml:brushProperty name="color" value="#F6630D"/>
    </inkml:brush>
  </inkml:definitions>
  <inkml:trace contextRef="#ctx0" brushRef="#br0">21 0 296 0 0,'0'0'24'0'0</inkml:trace>
  <inkml:trace contextRef="#ctx0" brushRef="#br0" timeOffset="1">21 0 472 0 0,'10'112'-40'0'0,"-22"-107"-40"0"0,4 0 24 0 0,1-1 32 0 0,5-3-48 0 0,1-1-128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8:46.893"/>
    </inkml:context>
    <inkml:brush xml:id="br0">
      <inkml:brushProperty name="width" value="0.05" units="cm"/>
      <inkml:brushProperty name="height" value="0.05" units="cm"/>
      <inkml:brushProperty name="color" value="#F6630D"/>
    </inkml:brush>
  </inkml:definitions>
  <inkml:trace contextRef="#ctx0" brushRef="#br0">22 1 0 0 0,'0'0'0'0'0</inkml:trace>
  <inkml:trace contextRef="#ctx0" brushRef="#br0" timeOffset="1">0 183 0 0 0,'0'0'0'0'0</inkml:trace>
  <inkml:trace contextRef="#ctx0" brushRef="#br0" timeOffset="2">0 183 208 0 0,'9'117'408'0'0,"-11"-115"8"0"0,0 0 88 0 0,1-2 761 0 0,1 1 79 0 0,0 1-2392 0 0,0 0 632 0 0,1 1 96 0 0,3 0 71 0 0,2 2-271 0 0,1 0-88 0 0,0-1-8 0 0,-4-3 248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8:38:47.250"/>
    </inkml:context>
    <inkml:brush xml:id="br0">
      <inkml:brushProperty name="width" value="0.05" units="cm"/>
      <inkml:brushProperty name="height" value="0.05" units="cm"/>
      <inkml:brushProperty name="color" value="#F6630D"/>
    </inkml:brush>
  </inkml:definitions>
  <inkml:trace contextRef="#ctx0" brushRef="#br0">36 1 632 0 0,'0'0'112'0'0,"-6"29"-849"0"0,-20 89 730 0 0,23-77 7 0 0,9-28 0 0 0,2-1 0 0 0,-6-5 0 0 0,0 0 0 0 0,0 0 0 0 0,0 1 0 0 0,-1-1 0 0 0,1 1 0 0 0,-2-1 0 0 0,1 1 0 0 0,-1-1 0 0 0,-1 1 0 0 0,1-1 0 0 0,-1 1 0 0 0,-1-1 0 0 0,-3 14 0 0 0,5-12 0 0 0,0-5 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09T03:53:05.507"/>
    </inkml:context>
    <inkml:brush xml:id="br0">
      <inkml:brushProperty name="width" value="0.025" units="cm"/>
      <inkml:brushProperty name="height" value="0.025" units="cm"/>
    </inkml:brush>
  </inkml:definitions>
  <inkml:trace contextRef="#ctx0" brushRef="#br0">0 0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09T03:53:08.916"/>
    </inkml:context>
    <inkml:brush xml:id="br0">
      <inkml:brushProperty name="width" value="0.025" units="cm"/>
      <inkml:brushProperty name="height" value="0.025" units="cm"/>
    </inkml:brush>
  </inkml:definitions>
  <inkml:trace contextRef="#ctx0" brushRef="#br0">0 1 24575</inkml:trace>
</inkml:ink>
</file>

<file path=ppt/ink/ink2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19-10-05T04:21:11.941"/>
    </inkml:context>
    <inkml:brush xml:id="br0">
      <inkml:brushProperty name="width" value="0.05" units="cm"/>
      <inkml:brushProperty name="height" value="0.05" units="cm"/>
      <inkml:brushProperty name="fitToCurve" value="1"/>
    </inkml:brush>
  </inkml:definitions>
  <inkml:trace contextRef="#ctx0" brushRef="#br0">0 0 0</inkml:trace>
</inkml:ink>
</file>

<file path=ppt/ink/ink30.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13T23:18:13.007"/>
    </inkml:context>
    <inkml:brush xml:id="br0">
      <inkml:brushProperty name="width" value="0.05292" units="cm"/>
      <inkml:brushProperty name="height" value="0.05292" units="cm"/>
      <inkml:brushProperty name="color" value="#0000FF"/>
    </inkml:brush>
  </inkml:definitions>
  <inkml:trace contextRef="#ctx0" brushRef="#br0">28853 1078 13708,'-79'-24'737,"39"24"288,20-21 641,0 21-994,20 0-768,20 0 64,0 0 64,20 0-32,19 0 0,-19 0-96,20 0-64,-20 0-64,2 0-32,-24 0-33,2 0-31,-20 0-257,0 0-191,0 0 191,-20 21 449,20-21 32,-18 24 32,-3-2 32,0 22 32,21 0-32,0 2 64,0-2-32,0 23-32,21-22 96,0-1-32,-3-1 32,2 3 64,-20-24 128,0-22 321,0 22 96,-20-22-481,-19 0-64,18-22-64,-19 22-64,20 0-96,-20 0-160,20 0-962,-19 0-1889,39 0-2434</inkml:trace>
  <inkml:trace contextRef="#ctx0" brushRef="#br0" timeOffset="78208.45">23653 13385 64,'-20'-22'-63</inkml:trace>
  <inkml:trace contextRef="#ctx0" brushRef="#br0" timeOffset="78294.48">23653 13385 64,'-40'-22'288,"20"-1"1025,20 23-32,0 0-480,0 0 0,-19 0-481,19 0-384,0 0-1153</inkml:trace>
  <inkml:trace contextRef="#ctx0" brushRef="#br0" timeOffset="78770.48">22172 13363 1985,'-39'0'-96</inkml:trace>
  <inkml:trace contextRef="#ctx0" brushRef="#br0" timeOffset="79124.52">21592 13407 3555,'0'0'1313,"0"0"-352,0 0-737,0 0-544,0 0-1794</inkml:trace>
  <inkml:trace contextRef="#ctx0" brushRef="#br0" timeOffset="79947.57">21413 12295 7110,'0'0'865,"0"0"-641,0 0 321,0 0 95,21 0-447,-3 0-129,23 0-32,-21-22-64,19 22-449,-18 0-1345,-2 0-3202</inkml:trace>
  <inkml:trace contextRef="#ctx0" brushRef="#br0" timeOffset="83561.78">27193 12762 32,'0'0'0</inkml:trace>
  <inkml:trace contextRef="#ctx0" brushRef="#br0" timeOffset="83682.78">27193 12762 352,'0'0'416,"0"0"417,0 0-128,-19 0-673,19 0-321,0 0-1440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09T03:53:06.670"/>
    </inkml:context>
    <inkml:brush xml:id="br0">
      <inkml:brushProperty name="width" value="0.025" units="cm"/>
      <inkml:brushProperty name="height" value="0.025" units="cm"/>
    </inkml:brush>
  </inkml:definitions>
  <inkml:trace contextRef="#ctx0" brushRef="#br0">0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09T03:53:07.901"/>
    </inkml:context>
    <inkml:brush xml:id="br0">
      <inkml:brushProperty name="width" value="0.025" units="cm"/>
      <inkml:brushProperty name="height" value="0.025" units="cm"/>
    </inkml:brush>
  </inkml:definitions>
  <inkml:trace contextRef="#ctx0" brushRef="#br0">1 1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09T03:53:09.806"/>
    </inkml:context>
    <inkml:brush xml:id="br0">
      <inkml:brushProperty name="width" value="0.025" units="cm"/>
      <inkml:brushProperty name="height" value="0.025" units="cm"/>
    </inkml:brush>
  </inkml:definitions>
  <inkml:trace contextRef="#ctx0" brushRef="#br0">1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8-09T03:53:10.381"/>
    </inkml:context>
    <inkml:brush xml:id="br0">
      <inkml:brushProperty name="width" value="0.025" units="cm"/>
      <inkml:brushProperty name="height" value="0.025" units="cm"/>
    </inkml:brush>
  </inkml:definitions>
  <inkml:trace contextRef="#ctx0" brushRef="#br0">0 1 24575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9:25:17.001"/>
    </inkml:context>
    <inkml:brush xml:id="br0">
      <inkml:brushProperty name="width" value="0.05" units="cm"/>
      <inkml:brushProperty name="height" value="0.05" units="cm"/>
      <inkml:brushProperty name="color" value="#F6630D"/>
    </inkml:brush>
  </inkml:definitions>
  <inkml:trace contextRef="#ctx0" brushRef="#br0">0 1 15787 0 0,'0'0'1529'0'0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9:25:17.358"/>
    </inkml:context>
    <inkml:brush xml:id="br0">
      <inkml:brushProperty name="width" value="0.05" units="cm"/>
      <inkml:brushProperty name="height" value="0.05" units="cm"/>
      <inkml:brushProperty name="color" value="#F6630D"/>
    </inkml:brush>
  </inkml:definitions>
  <inkml:trace contextRef="#ctx0" brushRef="#br0">1 1 11506 0 0,'0'0'5234'0'0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9:25:17.715"/>
    </inkml:context>
    <inkml:brush xml:id="br0">
      <inkml:brushProperty name="width" value="0.05" units="cm"/>
      <inkml:brushProperty name="height" value="0.05" units="cm"/>
      <inkml:brushProperty name="color" value="#F6630D"/>
    </inkml:brush>
  </inkml:definitions>
  <inkml:trace contextRef="#ctx0" brushRef="#br0">1 0 15859 0 0,'0'0'7701'0'0,"18"22"-12218"0"0,3-14 341 0 0,-7-5-1614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5-24T19:25:20.118"/>
    </inkml:context>
    <inkml:brush xml:id="br0">
      <inkml:brushProperty name="width" value="0.05" units="cm"/>
      <inkml:brushProperty name="height" value="0.05" units="cm"/>
      <inkml:brushProperty name="color" value="#F6630D"/>
    </inkml:brush>
  </inkml:definitions>
  <inkml:trace contextRef="#ctx0" brushRef="#br0">59 0 5369 0 0,'0'0'-504'0'0,"-59"14"232"0"0,59 6 240 0 0,0 0 8 0 0,0-5-80 0 0,2-5-4329 0 0</inkml:trace>
</inkml:ink>
</file>

<file path=ppt/ink/ink39.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4:55:39.661"/>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00"/>
    </inkml:brush>
  </inkml:definitions>
  <inkml:trace contextRef="#ctx0" brushRef="#br0">9336 9861 3331,'0'0'864,"0"0"-287,0 0 96,-26 0-33,26 0-223,0 0-385,0 0 0,0 28 128,0-28 416,0 27-127,-27-27-225,27 25-128,-28-25-64,28 27 32,-27 0-64,27 26 192,0-26-31,-24-1 63,24 28-160,0-29-32,-26 28-32,26 1-32,0-2 64,0-26 0,-28 28-32,28-1 32,0 0-32,0-1 32,0 2 192,0 24 193,0-24-193,0 26 128,0-27-64,28 0-192,-28-1 65,26 2 63,-26 24-224,24-24 32,3-1-32,-27 0 96,28-26-64,-1 26 160,-1-27-96,-2 0 225,4 1 95,-1 0-64,26-1-63,-27-26-129,0 0 96,28 0 160,-2-26-63,-26-1-33,28-26-192,-26-1-32,22-24-32,-23 24 32,1-26 32,-1 28 33,-3-28 63,4 2 96,-28-2 0,26 0 1,-26-26-1,0 26 32,-26-25 33,-2-2-193,4 2-32,-31 0 32,28 25 353,-23 0-33,-5 26-191,2 2-33,1 24-64,-2 3-128,2-2-160,-1 27-96,26 0-288,-1-26-289,4 26-512,24 0-385,-26 0-64,26 0-512,0 0-2594</inkml:trace>
  <inkml:trace contextRef="#ctx0" brushRef="#br0" timeOffset="1550.09">9336 8829 960,'-26'-26'3684,"26"26"-1250,-27-27-672,27 27-641,-28 0-320,28 0-193,0 0-384,0 0-95,-27 0-65,27 0-64,0 0-160,-24 0-33,24 27 1,-26-27 64,-2 26 64,1 28 0,27-29 32,-27 28 32,2 1 0,-2-2-32,1 1-64,-1 27-257,27 0-351,-27-27-1,1 26 545,26 1 192,-26-1 0,26 1-64,-26-2 32,26 29 32,-27-2-64,27 2-192,-27 0-481,27-2 129,-28 0 287,4 27 225,-2-25 352,26-2 161,-27 29-33,-1-2 97,28-26-385,-27 26-128,27 0 0,0 2-96,0-2-160,0-26 31,27 26 289,-27-52-32,0 26 0,28 0 65,-1 0 31,-27 0 0,26-26 160,-2-1-32,4 28 97,-28-27-161,27-2-96,0 2-128,-27-1 64,26-26 256,0-1 65,0 2 31,-26-28 96,54 1-159,-28 0-129,1-27-160,-2 0-128,29 0-96,-26 0 160,22-27-32,5 0-1,-28 1 33,23 0 64,5-2 65,-2 3-33,-1-28-32,-25 26 128,26-26 32,-27 27-128,27-28-32,-26 2-64,1 0 64,22-3 32,-23 3 128,28-28 193,-31 27-33,4-1-224,-2-24-64,28 24 32,-29-24 32,2-2 65,-1 0 191,1 1 192,0-1 1,-1-27-193,-26 2-127,0 0-161,0-29-128,0 2 32,-26-28 32,26 2 0,-27 26 352,27-2 289,0 2-289,0 27 33,-27-2-161,27 2 0,-26 0 64,-1-2-63,2 0-161,-2 2-96,0-28-193,1 27-127,-26-26-256,-3 26 415,28-28 129,-23 56 353,22 24 95,1 2 1,-26 26-385,1-1 288,25 27 64,-26-27-352,1 27-256,-2 0-96,26-26-321,-22 26 705,23 0-608,27-27-706,-28 27-1792,28 0-2436</inkml:trace>
  <inkml:trace contextRef="#ctx0" brushRef="#br0" timeOffset="3289.19">8912 7823 6598,'-26'0'128,"26"-27"-64,-27 27-64,27-27 448,0 1 834,0 26-257,0-26 0,0 0 32,0-2-545,0 28-448,0-26 0,0 26-64,-27 0 0,27 0-32,-28 0 0,4 0-32,-2 26 128,26 2-32,-27-2-64,-1 0 0,1 0 0,3 28-96,24-28-513,-28 26 97,2 2 320,26 27 159,-27-30 98,0 30-1,27-29 32,-25 28-32,25-1 64,0 1 0,-27-2-32,27 2-64,0 26 0,0-26 0,-26 0 32,26-2 32,0 2 192,0-1 0,0 26 65,0 3-65,-27-29-288,27 28 320,0-2 321,0 0-289,-27 2 0,27-2 97,-25 2-193,25 0 0,0-2-224,-27 0 32,27 2 64,-26-2-96,26 2 128,0 0-63,0-2-1,0 0 32,0 2 0,0-2 32,0 2-128,0-28 32,0 27-32,-27 0 64,27-26-128,0 26 64,0-27 64,0 1-64,0 27 0,-27-29 32,27 2-32,0 26 0,0-28 0,0 2 0,0 0 0,27-1 0,-27 1 32,0-1 32,27 1-32,-27 0 32,26-2-64,-26 2 0,27 0 0,-2-1 0,-25 1 0,27-1 0,0-25 32,-1 25-32,1 1 128,-2-28 33,29 28-33,-28-27 0,26 1-32,-25 26-32,28-55-32,-5 28 0,-22 1 32,26-28-32,-2 0 32,1 0 0,0 1-32,-1 0 64,30-1-96,-32-26 0,5 0-32,22 26-32,-22-26 64,24-26 0,1 26 0,-28-26 0,28-1 0,-28 0 0,29 1 32,-30-26-32,30-2 32,-29 1-32,1 0 32,1 1 32,-2-2-32,1-26-32,2 0 0,-5 28 0,-22-54 0,26 26-32,-30 1 32,30-26-32,-27-2 0,0 28 32,-2-27 0,2 26 64,-1-26-32,-26 0 0,27 0 129,0 0 95,-27-26 0,25 26-96,-25-27 32,27 1-96,-1-1 129,-26-26-257,27 0 32,0 27 0,-2-28 0,-25 2-64,0-1 64,0 0-64,0-1 64,0 2 128,0 26-224,-25-28 96,25 1 0,-54 0 0,28 1 64,-26 26-64,25-28 32,-26 26 160,1-24-160,-2 26 0,-24-27 32,24 27-32,0-1 64,2 27-32,-28 1 160,1-2 1,-1 29-33,28-29-32,-29 27-96,2 1-64,2-1 32,22 2-96,-24 24 32,-1 1-96,2 0 64,-4 26 64,5 2-96,22 25 0,-23 0-321,51 0-480,-25 0-352,25 25-705,1 2-1025,26-27-3619</inkml:trace>
  <inkml:trace contextRef="#ctx0" brushRef="#br0" timeOffset="5222.3">8938 6657 6213,'-26'-53'3075,"0"53"-1793,26-27-354,-27 27-799,27-26-33,-27 26 32,-1-27-96,28 27 32,-24 0 160,24-27 32,-26 27-64,-1 0 97,27 0-289,-28 0 0,1 0 32,27 27-160,-24 0 128,24-1-32,-28 28 0,2-28 0,-1 26 32,0 2 0,2 26 32,-2-28-64,1 2 64,-1 24 32,0-24 32,2 25 64,-2 1 64,-26-1 0,26 1-128,2 0 0,-2 25-96,1-26 33,-1 27-33,-1 1 32,4-28 32,-3 27-32,-1-27 192,28 28-32,-26-2 0,-25-25-96,23 25 385,1 2-97,1 0-96,-1-2-31,27 0-129,-27 27-64,2-25-32,25 26-32,-27-27 0,27 26 0,-26-26-32,-1 26 64,0-25 0,2 25 32,25 0-32,-27 1 32,1-27-64,26 27 32,0-1-32,-28 0 0,28 1 0,0 26 0,0-27 32,0 1 0,-27-1-32,27 27 0,0-26-64,0 26 192,0 0-160,0-27 64,0 26 0,0-24-32,27-2 64,1 0 64,-28 1-32,26 0 1,1-1-33,-2 2-32,2-2-32,0 0 64,26 0-32,-28 0-32,29-24 64,-28-3-32,29 0 0,-31 1 32,29 0 32,2 0 0,-31-25-128,31-2 128,-29 26-64,1-25 160,-2 25-63,29-25-194,-28 26 97,1-26-64,25-27 0,1 26 96,-1 1-64,-25-28 33,26 28 31,-1-27-96,3-28-33,-2 30 162,-29-30-129,4 2 64,26 0 0,-2-2-32,28 30-32,-27-29-65,26 0 65,-1 2 0,-23-28-288,22 0 608,5 0-288,-4 0 0,2 0 0,-28 0 0,30-28 0,-32 2 96,5 0-224,-4-1 64,30-1 32,-29 3-32,1-29 32,27-26 64,-28 28-64,30-1 64,-32 0 0,5-26-96,-4 26 64,-23-26 32,25 26-32,-1-27 32,-25 1 32,26-1 225,-26 1-289,-2-1 96,2-25-96,26-2 32,-26 1-257,-2 0 482,2-26-225,-1 0-32,2 26 64,-1-26-128,-3-2 32,3 2 0,1 0 96,-2-1-64,1-26 0,-2 27 0,2-1 0,0 0 64,-1-26-32,1 0-96,-27 27 96,27-26-32,-27-2 64,25 26-96,-25-24 224,0-1-192,0 0 160,0 1-32,0-28 32,0 28-192,0-2 64,0 1-32,0-26-64,0 26 193,0 0-194,0-1 194,0-25-1,0 26 0,-25 1-32,-2-1-64,0-1-64,27 1 64,-26 1 0,-28 24-64,29-24 0,-2 26 64,1 0-32,-29 0 64,4-2-64,-3 2 32,2 26 96,-28-26-224,28 25 96,-28 2 32,28-2-64,-28 2-32,28 25 128,-30 0-32,32 2 32,-32-3-32,4 4-32,-2-5 0,1 30-32,-2-1 128,2 0 128,2 26-63,-5 0 31,-23 2-32,26-2-160,-1 1 0,2 26-96,-4-28-128,-23 28-1,53 0 65,-28 0-224,27-26 0,1 26-225,25 0-704,0 26-1058,-1-26-1760</inkml:trace>
  <inkml:trace contextRef="#ctx0" brushRef="#br0" timeOffset="7457.42">8488 5888 9929,'0'0'1089,"0"0"-513,-26 0-640,26 0-96,0 0 224,0 0-32,-27-27 96,27 27 129,-27 0-257,2 27-160,25-27 96,-27 27-1,1-1 33,-1 1 64,0 0-32,2-1 0,-2 28 0,1-2 32,-1 1-32,-1 26 0,28 1 33,-24 0 31,-3-2-64,-1 2 32,28 0-64,-26 26 64,-1-1-32,3 2 128,-4-1-32,1 0-64,27-1 0,-26 28 0,-1-27 192,27 0 64,-27 26-127,27-25-97,-25-2 0,25 29 0,-27-29 160,27 2-160,-26 25 0,26-27 0,-27 28 96,27-27-64,-27 26-64,2-26 32,-2 26-32,1-25-32,26-3 0,-28 31 0,1-30 33,3 27-1,-3 1-32,-1-27 0,2 26 32,-1 1 0,2-28-32,-2 27 32,0-25-32,1 26 0,-1-27 64,2 0 160,25 26-96,-27-26 0,0 27 160,1-28 1,-1 29-97,2-29-128,25 28-128,-27-29 192,0 4-64,27 24 0,-26-26-64,26 0 64,0 26 64,-28-25-32,28 25-96,0-25 32,0 25 0,0-26 0,-24 26 1,24 2 31,0-30-32,0 29 96,0-1 32,0 1 0,24-27-64,-24 27-96,28-1 0,-28-27 0,26 27 0,1-25 0,0 26 0,-2-27 0,2 26 96,-1 1-64,1-29 32,25 4-32,1-3 32,1 27-96,-2-25 64,2-27 64,-3-1-96,4-26 0,-29 0-64,26 1 193,2 24-65,24 1 32,2 1 64,-25-1 96,22 2-128,2-29-64,-24 28 64,23-27-128,-24-1 32,-1 2-64,26-1 96,-26-1-128,-1 1 64,29 1-128,-30-28 0,30 26 32,-29-24 64,28-2 32,-28 27 0,2-28 64,24 3-64,-24-1 96,0-27-96,25 25 0,-26 3-224,26-28 416,-26 0-224,26 0-96,-26 0 96,26-28 0,0 28 32,-26-25-32,2-2 32,23-1 0,-24 3 0,24-28 0,-24 27 0,-2-28-32,28 2 32,-28-2-96,29 1-32,-30 1-129,30-28 129,-29 27 32,1-26 64,26-1 0,-26 28 64,1-29 0,-2 2-32,2-1 0,-3 1 64,4-27 0,-2-1 96,-1-25 65,1 0 31,1 27-64,-2-27-192,1 25-64,-25 0 288,23 2-192,-25 0 32,2-27-64,-1-2 32,-3 28 0,4-26 32,-1 0 1,-1 0-65,1 0 0,-2-28-65,2 26 65,0-24-64,26 26 0,-28-28 96,2 2-32,0 25 64,-1-26 1,-26 26-98,27 1 66,-27-27-66,0 27 130,25-26-194,-25 24 97,0-26 0,-25 2 33,25 26 31,0-27-64,-27-28 128,27 29-256,-26-1 224,26 27-96,-27-27 0,0-1-32,27 2 0,-25-1 0,25 0 0,-27 26-33,27-26 98,-26 1-66,26 24 98,-27-24-97,0-1 32,27 27 128,-25-1 0,-2 1 128,1 0-224,-29-27 0,31 27 96,-3 0-224,-27 24 96,3-24 96,23-1-224,-25 1 224,1 0-64,-2-2-64,-26 2 96,28 0 32,-29-1-32,2 28 0,-26-27-32,0 25 65,-2 2-97,2-1-257,-1 0 417,-27 26-160,28 28 193,-27-28-161,0 26 128,0 28-32,-28-28-96,1 29-192,-1-2 320,28 1-192,-27 26 96,-1 0-64,28 0-64,0 0-32,27 26-192,0 1-737,26-2-769,-1 2-1281,28 0-3459</inkml:trace>
  <inkml:trace contextRef="#ctx0" brushRef="#br1" timeOffset="35347.01">7747 15612 3971,'-27'0'2082,"27"0"-480,0 0 159,0 0-191,0 0 31,-25 0-319,25-27-97,0 27-160,0 0-64,0 0-97,0 0-191,0 0-224,25 0-289,-25 0 192,54-26-32,-1 26-224,-1-27-32,28 0-64,-28 1 97,1 0-129,2 26 64,-3-26-97,-25 26-95,-1 0-128,-26 0-353,0-27 65,0 27-353,-26 0-64,26 0 64,-27 27 225,-1-27 63,4 0-160,24 0-352,-27 0-609,27 0-1825,0-27-3139</inkml:trace>
  <inkml:trace contextRef="#ctx0" brushRef="#br1" timeOffset="35598.03">8119 15268 7943,'0'0'865,"0"0"-385,0 0 705,0 27 737,24-27-609,4 0-832,-1 25-225,-1-25 257,1 27 95,-2-27-352,2 26-159,-27-26-33,0 27 64,0 0-128,-27-1-64,2 0-193,-28 0 65,26 1-96,-1-27-257,28 0-447,-24 0-642,24 0-2274,24 0-3555</inkml:trace>
  <inkml:trace contextRef="#ctx0" brushRef="#br1" timeOffset="36113.06">8488 15320 8648,'0'0'1473,"0"-25"-544,0 25 929,27 0-321,-2-27-800,2 0-289,26 27-159,-1-26 63,3-1-64,-2-1-256,-1 28-32,-25 0-96,0-25-416,-1 25-353,0 0-64,-26 0 0,26 0 96,-26 0-288,0 0-608,0 0-1186,0 0-3683</inkml:trace>
  <inkml:trace contextRef="#ctx0" brushRef="#br1" timeOffset="36385.08">8938 15003 11146,'0'0'160,"0"0"545,26 0 1153,1 0-513,0 0-640,-1 0-321,1 0-160,25 0 32,-25 0 129,-27 0-193,0 0-96,0 26 128,0-26 65,-54 27-257,29-2-64,-28 3-1,26-2-63,-26-1-32,27-25 0,26 28-384,0-1-353,0-27-128,26 0-448,27-27-2051</inkml:trace>
  <inkml:trace contextRef="#ctx0" brushRef="#br1" timeOffset="36725.1">9336 14976 10826,'0'0'1665,"0"0"-896,0 0 769,0 0-33,24 0-736,4 0-577,26-27-96,-2 27-96,1-26-64,0 26-320,-1-26-770,2 0-799,-2 26-802,-26-27-4964</inkml:trace>
  <inkml:trace contextRef="#ctx0" brushRef="#br1" timeOffset="36991.11">9758 14764 6726,'0'0'1025,"-24"0"737,24 0 191,24 0-1152,2 0-384,1-25-353,1 25 0,-1 0 64,25 0 448,-26 0 1,-26 0-257,27 25 161,-27-25 31,0 0-288,-27 27-128,1-27 33,-2 26-1,-23-26-32,23 27-256,-25-27-33,29 0 129,-4 0 96,1 0-64,27 0-1441,27 0-2146,1 0-6950</inkml:trace>
  <inkml:trace contextRef="#ctx0" brushRef="#br1" timeOffset="37465.14">9944 14605 3811,'-26'0'352,"26"0"-1056,0 0 3042,0 0 1378,0 0-1987,0 0-544,0 0 193,-28 0-161,4-25-545,-3 25-63,-28 0-129,5 0-95,-5 0-225,-24-28-32,26 28-128,-26 0-96,26 0-192,26 0-481,-1 0-865,28 0-1793,0 0-2082</inkml:trace>
  <inkml:trace contextRef="#ctx0" brushRef="#br1" timeOffset="37791.15">9574 14445 2914,'-54'0'3107,"2"28"-961,-1-28-96,-2 26-224,5-26-289,-5 28-544,28-28-352,3 25-33,24-25-191,0 28-65,24-28-128,3 25-31,1 2-129,25-27 0,-1 0-128,-25 27-193,26-27-287,-27 0-673,-26 0-1025,26-27-2915</inkml:trace>
  <inkml:trace contextRef="#ctx0" brushRef="#br1" timeOffset="38016.17">9283 14393 2466,'-28'0'7687,"28"0"-7495,0 0 449,28 0 1377,-1 0-513,-1 0-896,53-26-513,-26-1-64,-1 27-32,28-27-256,-28 1-1122,-25 26-1408,28-26-2916</inkml:trace>
  <inkml:trace contextRef="#ctx0" brushRef="#br1" timeOffset="38296.18">9600 14235 5028,'0'0'96,"26"-27"929,0 27 353,1 0-257,0 0-481,1-27-351,-4 27-161,2 0-96,1 0-32,1 0 0,-28 27 0,0-27 128,-28 0 64,28 0-128,-27 27 352,1-27 257,2 26-289,-31-26 161,28 26 32,1-26-449,26 0-128,-26 26 96,26-26-96,0 0-192,0 0-1186,0 0-1312,26 0-4101</inkml:trace>
  <inkml:trace contextRef="#ctx0" brushRef="#br1" timeOffset="38663.21">9758 14076 2274,'0'-27'4260,"-24"27"-3235,-4 0 800,-26 0 33,2 0-320,-28 27-802,2-27-159,24 27-257,2-27-320,-1 0-64,25 0 32,1 0-256,27 0-1057,27 0-353,1-27-32,-1 0-2081</inkml:trace>
  <inkml:trace contextRef="#ctx0" brushRef="#br1" timeOffset="38945.21">9388 13916 7110,'-78'0'321,"23"0"-97,28 0 1057,-23 0 224,50 27-704,-28-27-641,28 28 0,0-3 481,28 2 160,-2-27-417,-2 26-224,31 1-128,-28-27-64,23 27-224,-22-27-288,-1 0-577,0 0-897,-1 0-3043</inkml:trace>
  <inkml:trace contextRef="#ctx0" brushRef="#br1" timeOffset="39285.25">9360 13863 10473,'-24'0'641,"24"0"-641,0 0 833,0 0-193,24 0-383,31 0-193,-2 0 32,-1-26 96,-25 26 64,26-26-224,-1 26-320,-25-27-737,0 27-1666,1 0-3394</inkml:trace>
  <inkml:trace contextRef="#ctx0" brushRef="#br1" timeOffset="39515.25">9626 13652 4548,'0'0'2883,"26"0"-2659,1 0 128,0 0 1186,1 0-257,-4 0-737,2 0-448,1 25-32,28-25 353,-31 27-65,4-27-224,-28 27-64,0-27 0,0 26 0,-28-26-160,-23 27-160,23-27 32,-25 27 128,29-27-417,-31 0-2145,28 0-4389</inkml:trace>
  <inkml:trace contextRef="#ctx0" brushRef="#br1" timeOffset="39870.28">9706 13599 7815,'0'0'1569,"-27"0"-960,27 0 1505,-27 0-609,1 0-768,0 0-353,-27-27-31,0 27 31,1-27 129,-30 1-97,5 0-288,22 26-160,5-26-352,22-2-1,1 28-191,27 0-545,0 0-1121,27-26 800,1 26-672,-2 0-1185</inkml:trace>
  <inkml:trace contextRef="#ctx0" brushRef="#br1" timeOffset="40143.28">9360 13307 9769,'-50'0'640,"-5"0"-640,28 0 1025,3 28 737,-2-3-865,-2-25-609,1 27-224,27-1 289,0-26 31,0 26-128,0-26-192,27 28-32,1-28-96,-28 26-224,26-26-193,-2 26-383,-24 0-322,27-26-95,-27 27-609,28-27-1409</inkml:trace>
  <inkml:trace contextRef="#ctx0" brushRef="#br1" timeOffset="40388.31">9255 13387 2402,'28'0'3427,"-1"0"-1537,-1 0 128,-2-27-96,4 27-609,26 0-929,-28-25-288,26 25-32,-25 0 0,0 0-256,-1-28-1345,0 28-2980</inkml:trace>
  <inkml:trace contextRef="#ctx0" brushRef="#br1" timeOffset="40626.32">9574 13175 6149,'0'-27'-192,"26"27"-416,0 0 608,0-27 736,1 27 513,28 0-736,-5 0-193,-23 0 481,1 0 704,-1 0-480,-27 27-832,0-27 127,-27 27 96,-1-1-416,-25 0-288,1 2-96,-2-3 63,28 2-95,-26-27-1218,52 0-896,-27 0-2371</inkml:trace>
  <inkml:trace contextRef="#ctx0" brushRef="#br1" timeOffset="40929.34">9679 13121 2754,'55'-26'673,"-31"26"512,-24 0 1345,0 0 513,0-26-1569,-24 26-770,-4 0 33,1 0 224,-26-28-160,-26 3-449,26 25-320,-26-27-32,0 27-32,26 0-417,-2 0-960,31 0 672,24-26 545,0 26-544,24 0-1,3 0-961,1 0-1953</inkml:trace>
  <inkml:trace contextRef="#ctx0" brushRef="#br1" timeOffset="41297.36">9150 13041 4484,'54'-25'2370,"-30"-2"-640,-24 1-161,27 26 321,1-27-321,-28 0-351,0 27-226,0-26-255,0 26-513,0-26-224,0 26-480,0 0-385,0 0-384,0 26-128,27-26-737,-27 0-417,26 0 193,-26 0 288</inkml:trace>
  <inkml:trace contextRef="#ctx0" brushRef="#br1" timeOffset="41665.38">9442 12803 1249,'-54'0'5957,"2"28"-4035,26-28-1409,-29 26-449,28-26 192,3 26 32,24-26-224,-26 26 32,26 1 449,0-27 31,26 27-255,-26-1-193,24 1-128,3-2-32,1 3-321,-28-2-95,27 0 0,-27-26-33,26 0-1441,-26 0-3106</inkml:trace>
  <inkml:trace contextRef="#ctx0" brushRef="#br1" timeOffset="41881.39">9310 12831 10986,'0'0'1730,"0"0"-1154,0 0-256,26 0 161,26 0 576,2-28-385,-2 2-575,28 26-161,-28-26-705,1 26-1089,-26-27-1537,1 27-4613</inkml:trace>
  <inkml:trace contextRef="#ctx0" brushRef="#br1" timeOffset="42112.41">9652 12592 5797,'27'-27'1858,"-27"1"-833,27 26 512,1-27-95,-4 27-482,2 0-863,1 0-97,-27 0-97,28 0 97,-28 27 65,-28-27-1,1 26 128,1 1-32,-26-27-32,-2 27-64,28-27-96,0 25-384,0-25-866,-1 27-928,27-27-1089,27 0-224</inkml:trace>
  <inkml:trace contextRef="#ctx0" brushRef="#br1" timeOffset="42761.44">9600 12485 7302,'-26'0'737,"26"27"-449,-27-27 641,0 27 449,1-27 511,0 0-479,0 0-642,-28 0-511,26-27-65,4 27 0,-2-27 64,-29 1 65,28 0-193,3-2-96,24 3-64,-26-2-225,26 27-383,0 0-705,0 0-353,0 0-736,0 27-2275</inkml:trace>
  <inkml:trace contextRef="#ctx0" brushRef="#br1" timeOffset="43028.46">9310 12300 3042,'-82'0'193,"58"0"287,-30 0 321,27 27 832,-25-1 1122,25-26-449,1 27-929,-28-2-608,28 3-288,26-2-257,-26 0-192,26-26-32,26 27-128,0 0-129,1-27-351,26 0-225,-1 0-384,-25 0-1185,28 0-3236</inkml:trace>
  <inkml:trace contextRef="#ctx0" brushRef="#br1" timeOffset="43259.47">9204 12273 8199,'-26'0'96,"52"0"193,-26 0 704,24 0-449,31-26-256,-28 26-127,23-26-33,5 26-32,-28-26-256,-1 26-1634,0-27-4004</inkml:trace>
  <inkml:trace contextRef="#ctx0" brushRef="#br1" timeOffset="43490.49">9388 12115 6021,'0'0'128,"27"-27"833,0 27 288,-1 0-512,26 0-64,-25-25-577,26 25-32,-27 25-256,-26 2-673,0-1-64,-26 1 288,0 0 481,-28-27 160,2 26 192,-1-26-192,26 26-192,-25-26-512,26-26-1282,26 26-1185</inkml:trace>
  <inkml:trace contextRef="#ctx0" brushRef="#br1" timeOffset="43764.5">9494 12063 2081,'-26'0'4421,"0"0"-4293,-1 0 192,-28-28-96,5 28 129,23 0 383,-28-26-223,31 26-257,-30-26-384,27 26-833,27 0-1762</inkml:trace>
  <inkml:trace contextRef="#ctx0" brushRef="#br1" timeOffset="43951.51">9150 11929 1825,'0'0'5349,"0"0"-5060,0 0 479,0 0 417,28-28-1024,22 28-834,5-25-1153,-2 25 193,-29-27-449</inkml:trace>
  <inkml:trace contextRef="#ctx0" brushRef="#br1" timeOffset="44774.56">9336 11637 10473,'0'0'449,"0"0"-1122,24 0-160,-24-26-4708</inkml:trace>
  <inkml:trace contextRef="#ctx0" brushRef="#br1" timeOffset="44948.57">9547 11081 11306,'0'0'256,"0"0"-95,0 0-161,0 0-417,27-26-1409,-27 26-2273</inkml:trace>
  <inkml:trace contextRef="#ctx0" brushRef="#br1" timeOffset="45105.58">9626 10816 2017,'0'-25'7175,"0"-3"-7207,26 2 32,-26 26 128,0-28-160,0 28-1825,-26 0-4902</inkml:trace>
  <inkml:trace contextRef="#ctx0" brushRef="#br1" timeOffset="45877.62">9574 10631 2754,'-27'26'1858,"0"-26"-225,27 0-255,0 0-1218,-26 0-224,26 0-224,0 0 95,26 0 289,-26 0-128,0 0-192,27 0-96,-27 0 320,0 0 0,0 0 160,-27 0 64,27 0 225,-26 0-97,26 0-32,-26 27 193,26-27-353,0 0-192,0 0 0,0 0 32,0 0-32,26 25 128,-26-25 0,26 0 32,-26 0 192,27 0 65,-27-25 95,27 25 129,-27 0-33,-27 0-159,27-27-161,-27 27 96,27 0-191,-26 0-65,0 27 0,0-27-96,26 25 32,0-25-160,0 28 32,26-2-1,0-26 1,0 28 0,1-28 128,0 0 32,-27 0 32,26 0 225,-26 0 127,26-28 65,-26 28-33,0-26-160,-26-2 33,26 3-225,-26 25-96,-1-27-160,0 27-385,1-26 33,26 26 95,-26 26 193,26 1 128,0-27-32,0 25 96,0 3 0,26-2 96,-26-26 64,26 28 129,-26-28 191,27 0 97,0 0-1,-27 0 1,26-28-161,-26 2-192,0-2 1,0 3-129,0-2-32,-26 1-32,26 26-160,-27-27-225,0 27-63,1 0 96,26 27-33,-26-27 1,26 26 288,0-26 0,0 27 0,26-2 0,0 3-1185,1-28-5286</inkml:trace>
  <inkml:trace contextRef="#ctx0" brushRef="#br0" timeOffset="51552.95">2083 10075 512,'0'0'416,"0"0"225,0 0 416,0 0 352,0 26-448,0-26-224,0 26-353,0-26-63,0 28-129,0-3-32,0 28 0,0 1-160,0-28-96,0 26 128,0 2-64,0-1 64,-27 0-64,27 26 32,0-26-64,-28 27 128,28-26-64,0 24-64,0 2 128,0 26 32,0-28 0,0 2 224,0 27-95,0-28-161,0 1 128,28-27-64,-28 26 160,0 1-95,27-28-129,-27 28 0,27-27 32,-27 27-32,26-27-32,-26 1-64,26-2-32,-26-26-32,0 1-225,0 0-415,0-1-193,0-26 224,0 26 641,26-26 480,-26 0 321,0-26-192,27 0-1,-27-1 161,0 0-97,27 1 65,-27-26-96,0-2 63,26 1-191,-26-2-1,0 3 0,26 0-127,-26-28-97,0 0-96,0 2-128,26-2 96,-26 0 96,0 1-96,0-1-64,0 1 1,0-1-1,0-26 64,0 27 96,0-1 32,0 1-128,0-1 0,0 27-96,0 1 0,0-28 0,0 27 0,0-1 0,0 2-64,0-1-128,0 0-64,0 1 64,0 24-193,-26-24-95,26 25 256,0 0 159,0 27 162,-26 0 191,26-26 0,0 26-224,-26 0-224,26 0-865,0 0-2466</inkml:trace>
  <inkml:trace contextRef="#ctx0" brushRef="#br0" timeOffset="52903.02">2083 9280 5925,'0'-28'1217,"0"28"-928,-27 0-161,27 0 480,0 0 193,0-27 0,0 27-257,0 0-95,0 0 31,0 0-128,0-25-416,0 25-160,-28 0 64,28 25 96,-24-25 128,24 27-64,-26 1 0,26-28 0,-27 25-32,27 3 0,-28-2-96,28-1-321,-27 3 33,27 25-96,-24-26 191,24 25 129,0 1 64,0-26 160,-28 26 64,28-1 192,0 28 129,0-28-225,0 3-160,-26-3-32,26 28 0,0-27-32,0 26-96,-27 1 128,27-27-96,0 27 32,0-1-32,0 1-129,0-1-31,0-1-352,0 4-97,0-4 288,27 2 385,-27-1 32,0-26 0,26 27-32,-26-1 64,0 1-32,0-27 97,28 26 31,-28 1 32,0-28-96,0 28 160,0-1-32,0 1 193,0-2 415,24-23-447,-24 24-97,0 1 224,0-27-319,0 26-65,27-26 128,-27 27-96,28-27-64,-28 26-32,27-26 32,-27 26-64,26-24 64,-2-3 96,-24 0 1,28 2-33,-28-2-32,27-25-64,0 0 0,-27-1 0,26 1-32,-26-2 0,26 3 0,-26-28-96,0 26-128,0-26-33,26 0 193,-26 0 224,0 26 225,27-26-33,-27 0-64,27 0-63,-27-26-97,26 26 32,-26 0 32,26-26-32,-26-2 96,26 3-31,-26-2 31,27-26 0,-27 26-160,27-25-96,-27-2 0,28-25-32,-2-1 0,-2 1 32,-24-27 0,27 27 0,1-28 64,-28 55-64,0-28 32,27 2-32,-27-2 32,0-2 32,26-22 64,-26 24 1,0-26 63,0 0-160,-26-26-32,26 26 0,0 0 32,0 0 96,-27 26 192,27 1-128,0-1-96,0 1 65,0-1-97,0 0-32,0-25-64,0-2 32,0-25 0,-28 0-353,28-28-447,-27 28-1,3 26 801,24 27 256,-26 26 160,26-26 33,-28 26 256,28-27-129,-27 26-192,27 1-95,-27 26-129,1-25-224,26 26-96,-26-28-193,0 28-95,-1 0-801,0 0-961,27-1-385,-26 27-1441</inkml:trace>
  <inkml:trace contextRef="#ctx0" brushRef="#br0" timeOffset="54425.11">2056 8140 8936,'-28'-25'1313,"28"25"-544,-24-28 192,24 28-353,-26-26-95,26 26-129,-27 0-95,-1 0-33,28 0-64,0 0-224,-27 0-64,27 0-32,-24 26-129,-4 2-159,2-3 128,-28 3 224,29-3 64,-2 29 32,1-28 0,-1 28-64,0-29 0,2 28-64,-2 1-97,1-2 129,-1 28 96,27-27-32,-27 0 32,2 26 161,25-26 127,-27 26-96,27 1-32,0-1-96,0 1-64,0-2-32,0 30-32,0-29 64,0 1-32,0 25-32,0-25 32,27 26 0,-27-28 65,0 29-33,0 0-32,0-2 64,-27 28 64,27-27 288,0 0-352,0 26 0,0-26-32,0 27-32,0-28-64,0 27-32,0-25 96,0-2-32,0 29 64,27-29-128,-27 28 192,0-27 0,0 0-128,0 28 64,25-29-32,2 0-32,-27 2 32,27-2 32,-1-25-32,1 26-32,-27-26 96,25 0-32,-25-2-32,27 29 0,0-28 0,-1 1 0,1 0-32,-27 0 32,25-2 32,-25-24 128,27 24 1,0-24-33,-27 24 0,26-24-96,-26-1-32,28 0 0,-4 1 0,-24-2 0,27-24 0,-27 24 0,28-26 0,-1 28 0,-27-28 0,26 0 0,-2 0 0,-24 1-64,28 0 32,-1-27 32,0 26-64,-1-26 32,0 0-32,0-26 96,1 26-32,0-27 0,-1 0 64,0 1-128,0-26-161,1 25-31,0-26 96,27-27 64,-30 0 0,31-26-128,-2 26 128,-29 2 64,4-2 64,-1 0 32,-27 1 32,27-1 64,-27-25 128,0-1 64,26 0-127,-26 0 127,26-27 128,-26 28-191,26-29-161,1 29-64,-27-28-32,27 1 0,-1 26-32,0-27 32,-26 0 0,26 1 64,-26 0 0,0 26-64,0-27 32,0 1-32,-26 25-32,26-25-32,0 26 64,-26-26-32,26-27 0,-26 26 0,-1-26-32,0 0-64,1-1-64,-26 2 32,25 26 64,0 0 128,27 26 32,-28-2 192,28 3-192,-24 26 0,24-27-63,-26 27 31,26-26 64,0 23-96,-27-23-64,-1 0-160,1 25-65,3 1 129,-2 26-1537,-2-1 3362,-26 1-1665,2 0 256,-1 27 1,0-27-97,1 26-128,-2 27-32,26-26-96,-22 26-416,23 0-1218,27 0-800,0 0-481,0 0-1249</inkml:trace>
  <inkml:trace contextRef="#ctx0" brushRef="#br0" timeOffset="56292.21">1844 7240 3010,'28'-27'1634,"-28"27"608,0 0 0,0-26-1057,0-1-320,0 27 0,-28-27 160,28 1 192,-26 0-256,26 26-481,-27 0-480,0-26-160,2 26-192,-2 26 96,1 0 31,-1 0 33,0 1 64,2 0-32,-28 26 32,26-28 96,-25 29 32,25-1-32,-27 0-64,27 1 96,-24 26-32,23-28 32,28 28 0,-26-2 0,-1 2-32,0-1 64,2 1-32,25-1 32,0 2 32,-27-2-32,27 26 0,-26-25 64,26-1-64,-27 27 32,27 0-32,-27 0 224,27 0 33,0-26-161,-25 25-64,25-25 0,0 25 0,0 2 0,25 0 128,-25-2 64,0 0 97,-25 2-289,25 25-32,0 1-32,0-27-32,0 26 32,0 1-32,0-28 64,25 27-32,-25-25 32,0 26 0,0-1 0,0-26 64,0 27 0,0-28-64,27 29-64,-27-2 128,0-26-288,0 26 96,27 27 96,-27-26-32,26-1 32,-26 0-32,27 27 32,-27-26 0,0 26-96,25-26-32,-25 25 128,27-25 0,-27 0 0,27-1 160,-1 0 64,-26-26-96,28 2 64,-1 24-32,-3-27-128,3 0-64,1 2-96,-2-28 64,26 2 32,-25-2 0,-27-26 32,27-1 64,-1 1 64,-26 1-96,27-2-64,-2 1 0,2 0 0,0-26-32,-1 26 64,-26-27-32,27-1 0,-2 30 96,-25-29-64,27 1 0,0 0 0,-1-2-64,-26 2-96,28-27-32,-4 26 0,-24-26 128,27 0-33,1 0 1,-1 0 32,-1 0-64,-2 0 32,4 0-96,-28 0-96,27 0 160,-27 0 96,27-26 64,-1 26-64,0-27 32,0-25-65,1 25 33,-27 1 32,27-29-32,-1 30 32,0-1 0,-26-2 96,26 3 97,1 25-129,0-27 64,1 1-32,-2-1 96,-2 0 96,3-25-95,1-1-129,-1 26 320,-1-26-160,-2 1-160,4 25 0,-1-26 96,0 26 33,-1-26-65,0 28-32,0-29 64,1 1-64,-27 0-64,27-1 96,-1 2 193,0-28-1,-26 2-128,26-2 0,1-27-160,0 2 0,-27-2-64,28 2-64,-4-1 192,2-27 0,1 28-288,-27-2 256,28-25-32,-28-1-64,27 27 64,-27-27-128,0 1 0,0 25 32,0-25 128,24 27-64,-24 0 32,0-2-320,0-26 512,0 27-288,28-27 160,-28 1-128,0 0 128,26-27-64,-26 26-64,-26 1 64,26-1-32,0 1 0,0 26 96,0 0-224,-28 0 577,28 0-321,0 0 96,-24-27 32,24 26-96,-27-25-32,-1 0-64,-25 0-128,29-28-128,-31 2-32,2 26 32,27 0 96,-27 0 64,26 50 128,1 4-96,0-2 160,0 1-64,-1-1-64,0 28-32,-1-28-32,-22 0 96,23-24-96,-1-4 0,1 29-96,27-1 32,-24 28-64,-2-28-225,-2 27 193,-26-27 352,2 27 193,-1 1-257,0-2-32,-26 28-64,24-1 128,5 0-96,-5 2-32,28-2 64,3 1-160,-4-1 64,28 0 96,0-25-64,0 26 0,-26 26-128,26-28-673,0 28-1345,0 0-1217,0 28-4965</inkml:trace>
  <inkml:trace contextRef="#ctx0" brushRef="#br1" timeOffset="60112.42">1448 14445 6149,'0'28'2531,"0"-28"-1698,0 0 1793,0 0-96,-26 0-800,26 0-513,0 0-256,0 0-160,0 0-353,0 0-256,0 0-127,0 0 31,26 0 0,1 0-96,-2-28 0,2 28 32,26-25-96,-26 25 160,25-27-96,1 27-64,-26-26 160,-2 26-96,2 0 0,0-27 0,-1 27-32,-26 0 0,28 0-32,-4 0-257,3 0 65,-27-27 128,28 27-224,-1 0 127,-1-26 193,-2 26-224,4 0 96,-28-26-32,27 26 64,-27 0 32,0 0-97,0 0-255,0 0-417,27 0-288,-27 0-737,0 0-1313,-27 0-2658</inkml:trace>
  <inkml:trace contextRef="#ctx0" brushRef="#br1" timeOffset="60473.46">2056 14208 5861,'-28'0'2723,"28"0"-2659,0 0 1473,0 27 129,0-27-1058,0 0-351,0 0-129,0 0-32,28 0-417,-28 0-511,27 0 95,0 0 289,-27 0-1,26-27 97,-26 27 64,26 0-353,-26 0-352,0 0-256,0 0 512,-26 0 385,26 0 96,-26 0 320,-1 0 608,27 0 770,-27 0 31,27 0-448,-28 0 128,28 0-160,-24 0 64,24 0-64,0 27-385,0-27-319,0 0-193,0 26-32,24-26-64,-24 26-160,28-26-353,-28 26-63,0-26-481,0 27-1410,0-27-1889</inkml:trace>
  <inkml:trace contextRef="#ctx0" brushRef="#br1" timeOffset="60732.47">2268 14103 1665,'-26'26'12460,"26"-26"-12941,0 0 513,0 0 1250,0 0-642,26 0-416,0-26-191,27-1-33,2 0-129,-5 1-1120,5-26-1473,-28 24-4165</inkml:trace>
  <inkml:trace contextRef="#ctx0" brushRef="#br1" timeOffset="60985.49">2507 13916 11146,'0'-25'-160,"27"25"224,-27-28 1602,26 28-1154,-2-26-512,-24 26-224,28-26-481,-1 26 545,-27 0 64,0 0-288,0 0 448,0 0 448,-27 26 161,-1-26 480,4 26-64,-2-26-320,-1 0-321,-1 28-352,28-28-96,-27 0-224,27 0-705,0 0-2466,-24 0-7752</inkml:trace>
  <inkml:trace contextRef="#ctx0" brushRef="#br1" timeOffset="61338.51">2584 13784 8295,'0'0'1282,"0"0"-898,-24 0 1890,24 0-320,-26 0-737,-1-27-128,27 27 32,-28 0-128,-23 0 32,51 0-384,-26 0-545,-2-26-32,1 26-96,-26 0-192,27-27-1,-27 27-127,26 0 384,-25-27-96,26 27 32,-1 0-64,27 0-256,0 0-481,0 0 288,0 0-672,27 0-993,-27 0-1249,26 0-2115</inkml:trace>
  <inkml:trace contextRef="#ctx0" brushRef="#br1" timeOffset="61562.52">2374 13572 7078,'-27'-27'705,"0"54"-833,1-27 1185,0 0 1601,-27 27-1088,0-1-834,1 1-351,25-27 512,0 25-129,-1 2-383,28-27-225,0 0-96,0 27-160,28-27-449,-1 0-319,26 26-482,-27-26-1312,0 0-3492</inkml:trace>
  <inkml:trace contextRef="#ctx0" brushRef="#br1" timeOffset="61915.54">1923 13545 9673,'0'-26'672,"0"26"-447,0 0 2145,0-26-96,0 26-1089,0 0-833,0 0-352,0 0-192,0 0 0,0 0 128,0 0 64,28 0 96,-1-26-96,-1 26-96,-2 0-288,4-28-97,-1 28-384,0-26-256,-1 26-672,-26-26-1507</inkml:trace>
  <inkml:trace contextRef="#ctx0" brushRef="#br1" timeOffset="62182.55">2028 13255 14093,'0'-28'-128,"0"28"256,28-26 1634,-28 26-545,27 0-929,-27-26-224,27 26-128,-1 0-64,0 0-32,0 0-97,-26 26 65,27 0-32,-27-26 32,27 28 96,-27-3 128,0-25 32,0 27 160,0-27-64,0 0-160,0 28-320,0-28-961,0 0-1058,-27 0-2241</inkml:trace>
  <inkml:trace contextRef="#ctx0" brushRef="#br1" timeOffset="62593.58">2452 13148 5092,'0'0'2691,"0"0"-2275,0 0 1634,0 0 385,0 0-1250,0 0-289,0 0 514,0 0-33,-24 0-672,24 0-449,0 0-64,-26-27 32,-2 27-63,-26 0-161,28-26-32,-26 26 128,-2 0-160,2-26 32,-1 26-129,-2 0 161,5 0 32,-5 0-96,28 0-32,3 0-416,24 0-321,0 0-96,24 0-993,3 0-512,-27 0-1314,28 0-1697</inkml:trace>
  <inkml:trace contextRef="#ctx0" brushRef="#br1" timeOffset="62954.6">2083 12857 12139,'0'0'1441,"0"0"-832,0 0 1729,0 0-480,0 0-1282,-27 0-479,27 0-33,-28 0-128,28 0-97,-24 0-63,-2 26 224,-1 0-96,-28 1 96,55 0-96,-24-1 160,24 1-32,0-2-32,0 3 0,0-2 64,24 0-128,-24 1 160,27 0-192,-27-27 192,28 26-576,-28-26-513,27 0-801,-27 0-2306</inkml:trace>
  <inkml:trace contextRef="#ctx0" brushRef="#br1" timeOffset="63243.62">2004 12936 10473,'0'0'705,"0"0"-801,0 0 1025,0 0 256,0-27-416,24 27-193,4 0-287,-1-26-257,26 26-32,-27-26-32,0 26-225,1-26-223,0 26-385,-1-28 32,-26 28-672,26-26-2147,-26 26-3585</inkml:trace>
  <inkml:trace contextRef="#ctx0" brushRef="#br1" timeOffset="63473.63">2268 12644 11050,'-26'0'320,"26"0"-736,0 0 1473,0 0 544,0 0-1024,0 0-449,26 0-32,0 0 0,0 0 64,1 0-160,0 0-96,1 0-96,-28 0-96,0 0-289,0 27-127,0-27 447,0 28 225,0-28 64,-28 25-160,28-25-737,-27 0-1633,0 0-4837</inkml:trace>
  <inkml:trace contextRef="#ctx0" brushRef="#br1" timeOffset="63740.64">2479 12671 8936,'0'0'1025,"-27"0"-352,27 0 1409,0 0-1154,0 0-319,-24 0-161,24 0 225,-26 0 288,-2 0-352,-26 0-385,2 0-128,-1 0-96,0-27-160,1 27-353,-2 0-352,26 0-512,28-25-545,0 25 193,0 0-2820</inkml:trace>
  <inkml:trace contextRef="#ctx0" brushRef="#br1" timeOffset="64000.66">2242 12327 7206,'0'-27'1954,"-27"27"-1537,0 0 255,1 0 1218,0 0-321,0 27-1024,-28-27-513,26 26 32,28 1-32,-24-27 64,24 25 128,0-25 33,0 28-65,24-28-384,4 0-513,26 26-736,-28-26-1410,26 0-3139</inkml:trace>
  <inkml:trace contextRef="#ctx0" brushRef="#br1" timeOffset="64382.68">2347 12195 4163,'-27'0'129,"1"0"-193,0 26 608,0-26 545,-1 0-737,0 0-448,1 0-993,0 0-480,26 0 416,0 26 32</inkml:trace>
  <inkml:trace contextRef="#ctx0" brushRef="#br1" timeOffset="66148.78">2374 12195 8584,'0'0'1121,"-27"-27"-289,0 27 418,1-27-97,0 27-32,-27 0-352,0-26-577,1 26-128,-30 0-32,32 0-96,-32 0-32,30 0-641,26 26-384,-1-26 288,54 27 641,-1-27 160,26 0-160,3 0 0,22-27 160,5 27 32,-4 0 0,-24-26 0,-2 26 0,1 0-33,2 0 1,-29 0 32,-26 0 0,0 0 65,0 0 415,0 0 353,0 0-833,0 0 128,0 0 480,0 0-127,-26 0-257,-2-27-128,28 27 0,-54 0 64,28-25 65,-26 25-1,-2-28-192,-24 28-32,24 0 0,2 0 0,26 0-64,-1 0-96,-1 0-97,28 0 225,0 0 193,28 0-1,25 0-128,-29 0 32,31 0-32,24 0-32,-26-26 0,0 26-32,-1 0 64,2 0-32,-26 0 0,22 0-64,-23 0 64,-27 0 64,28 0 32,-28 0 192,-28-26-96,28 26-63,-27-27-1,27 27-128,-24 0 0,-2 0 64,-2-27-160,1 27 96,-26 0-129,27 0-223,-27 0 128,26 0 64,1 0-161,0 0-63,26 0 384,26 0-32,0 0-32,1 0 32,26 0 32,-27 0 0,27 0-32,2 0 0,-29-28 32,-26 28 0,24 0 0,-24 0 96,0 0-64,-24 0-32,24 0 160,-26 0 0,-2 0-128,1 0-32,0 0 64,1 0-96,0 0-32,26 0-128,-26 0 160,26 0-96,-27 0-192,27 0-97,0 0 193,0 0-96,27 0-33,-27 0-31,26 28 160,-26-28 32,26 0 64,0 0 96,-26-28 0,0 28 96,27 0 128,-27 0 64,0-25-256,-27 25 0,27 0 32,-26 0-32,0 0 96,0 0 224,-28 0 97,2-27 63,26 27-384,-28 0 0,26 0 1,28 0-514,0 0 257,0-26 128,28 26-32,-1-26 32,26 26 0,-1-28 64,-25 28-64,26 0-32,-53 0-96,0 0 256,0 0-128,0 0 32,-26 28 32,-1-28 0,0 26 0,-25-26 0,26 26-32,-1-26 64,0 0-256,27 0 0,27 0 160,0-26-33,-1 26-31,0-26 96,27 26-32,-26-28 0,-1 28 0,0-26 0,-26 26 64,26 0 0,-26 0 32,0 0 32,0 0 129,0 0-129,0 0 0,-26 0-32,26 0-32,0 0 0,-26 0 0,26 0-32,-26-26 0,26 26 0,-27 0-64,27 0-32,0 0-192,0 0-1,0 0 129,0 0-32,0 0 32,0 0-32,0 0 192,0 0 96,0 0 64,0 0 128,0 0 32,0 0-159,0 0-97,0 0 0,0 0-64,0 0 32,0 0-128,-27-26 0,27 26-33,0 0-287,0 0-128,0 0-481,0-27-513,0 27-704,0 0-2338</inkml:trace>
  <inkml:trace contextRef="#ctx0" brushRef="#br1" timeOffset="66336.78">2215 11584 5765,'0'27'-320,"0"-27"1056,0 0 1539,0 0-129,0 0-1506,0 0-512,0 0 96,0 0-384,0 0-1121,0 0-1217,0 0 352,0 0 288,0 0-384</inkml:trace>
  <inkml:trace contextRef="#ctx0" brushRef="#br1" timeOffset="66438.8">2215 11584 416,'0'-25'2274,"-27"25"-1313,27 0-673,0 0-384,-26 25-192,26-25-833,0 0-64,0 27-63</inkml:trace>
  <inkml:trace contextRef="#ctx0" brushRef="#br1" timeOffset="67087.83">2162 11055 1889,'-26'26'2371,"0"1"-1987,-1-2 257,27-25-417,0 28 128,0-28 257,0 26 95,27 0 385,-27-26 321,26 0-97,0 0-608,0 0-449,1-26-96,-27 0 128,27-2 65,-27 28 63,0-25-192,-27-2-224,27 27 96,-27-26-192,1 26-32,0 0 0,0 26 32,-1-26 32,27 27 32,0-2 0,0 3-64,0-2 128,27 0 32,-1-26-32,0 27 224,0-27 289,1 0 255,-27 0-191,27-27-289,-27 27-128,26-26 33,-26 0-65,0 26-160,0-28-128,-26 28-129,26-25-63,-27 25-64,27 0 63,-27 0 161,27 25 96,-26-25-32,26 28 64,0-28-128,0 26-257,0-26-351,0 26-4261</inkml:trace>
  <inkml:trace contextRef="#ctx0" brushRef="#br0" timeOffset="93093.3">25083 13016 3363,'-24'0'1986,"24"0"-129,0 0 97,0-27-288,0 27-449,-27 0-448,27 0 63,0 0-31,-28 0 64,28 0-256,-26 0-257,-1 0-192,3 0-128,-4 0-32,1 0 32,-26 0-32,28 0 96,-29 0 96,1 0 161,1 0 95,-1 0-224,1 27-96,-2-27 65,0 25-289,3 3 96,-4 24 32,2-25 32,28 26-96,-2 1 64,0-2 0,1 1-64,-1 26 128,27-25-96,0-2-32,0 28 0,0-1 64,27 1 256,26-27-320,-1 26 64,28-24 32,-1-3-96,29 1 160,-3-26-96,0-27 96,1 26-160,26-52 160,-27 26-96,28-54-96,-26 28-32,-28-26-64,-1-28 320,4 26-160,-29-26 257,-29 0 127,4 2 32,-28-28 289,-28 0 192,-23 26-257,-30 0-287,2 28 31,-26-2-128,25 2-160,-25 24-192,26 28-160,-2-25-513,30 25-576,-4 0-641,55 25-1569,0-25-3428</inkml:trace>
  <inkml:trace contextRef="#ctx0" brushRef="#br0" timeOffset="94002.36">24767 12433 96,'0'0'1665,"0"-28"705,0 28-159,0 0-578,0-25-31,0 25-33,0 0-224,-27-27-160,1 27-192,-1 0 0,2-26-128,-2 26-288,0-27-225,-26 27-160,28 0-32,-29 0-128,26 27 0,-25-27 0,1 26 65,-1 1-33,-26-2 0,26 3-32,-26-2-257,-2 27 482,3 0-193,24 1-96,-25 26 0,0-28 96,-1 28-64,28-2 64,-1 2-64,0 0 0,1-1 0,25 28 160,0-27 32,27-2 0,-28 28 1,28-26-97,28 25-64,-28 2-32,54-2-96,-28 2-225,26-1 1,54 0 160,-26-28 192,52 29-128,-26-28 128,53-26-64,-27 27 96,28-27-64,-1-26 192,-2 25-288,2-52 192,27 27 0,-27-27-32,-2-27 96,-25-25-128,3-1-64,-3-1 32,-53 1 32,26-26-96,-25-27 256,-28 0-352,3 0 320,-5-26-256,5-28 96,-28 1 161,-27 27 159,-27-1 609,-52 29 160,-2-4 32,-24 2 192,-27 26-608,0-25-417,0 26-192,-2-1-160,-24-26-64,52 54-321,1-28-351,-3 26-578,29 28-351,26 26-449,28 0-1282,25 0-5572</inkml:trace>
  <inkml:trace contextRef="#ctx0" brushRef="#br0" timeOffset="95286.45">24662 11743 7783,'-27'-26'416,"27"26"545,-27-26-256,1 26-33,-1-27 33,2 27 160,-2-27 192,-28 27 0,2 0-96,1 0-160,-1 0-481,1 0-224,-2 0-96,1 0 0,1 27 0,-1-27-32,1 27 64,-2-1-64,-24 26 64,23-24-64,-24 24 64,-1 0-32,2 30 0,-2-30 0,1 28 64,24-27-64,-23 26 64,24-26 0,-24 27 64,24-1-64,28 1 161,-26 0 95,25 25-192,0-26 96,1 1 32,0 0-159,26 26-33,-26-27 0,-1 28-32,-1-2-64,1-26 128,3 27-128,24 1 96,-26-28 32,26 27 32,-28 0 64,28 0 32,0-26-192,28 26-32,-28-1-64,26-25-160,-2 27 128,31-29 128,-2-24-64,-1 26 128,2-28-128,-2 28 256,1-28-128,26 1-288,1 27 545,-2-27-417,4-2 160,23 4-64,27-2 128,0-26-224,1 25 128,-27-26-32,26 28 320,0-28 193,0 0 255,1 0-575,-1 1-33,27 0-64,-1-1 32,2-26-64,-1 0 0,-2 0-64,2-26-64,1-1 128,-28-26-64,27 1 32,1-2 1,-28-24 95,-27-29-64,0 0-192,-23 2 416,-32-27-160,5 27 32,-28-29 1,-1 2-97,-26-1-96,26-26 32,-26 27 0,0-26-128,0-2-129,-26 1-63,0 0 256,-1 1-224,-28 24 256,5 2 0,-5 0 64,-24-1-32,-27 28 64,0-29-96,-27 29-64,1-2 64,0 29-513,-27-29 802,2 28-642,-3-1 610,-25 27-129,-2 0 0,3-1-192,-1 28 32,26 0-128,-1 26-385,28 0-800,27 26-481,26-26-1441,-2 26-1762</inkml:trace>
  <inkml:trace contextRef="#ctx0" brushRef="#br0" timeOffset="96945.53">24263 10684 3715,'-25'0'2787,"-2"0"63,27-27-800,-27 27-672,1 0-482,-1 0-191,2 0-353,-2 0-223,0 0-97,-27 0 32,30 0 224,-30 0 128,0 27-95,-25-2 95,26-25-128,-26 28-63,0-2-193,-1 2 0,2 24 224,-4-26 96,4 1-128,-2 26-192,-26-27 129,28 27-193,-28-26 192,25 26-160,-24 0 96,26-1-128,-1 2 64,1-1-64,-1 0 64,2-1-96,-1 2 160,26 26-160,-2-28 160,3 28-64,25-2 0,-26-24 64,26 24-64,-25 4 96,26-2-160,-1-2 256,0 2 321,2-1-353,-28 1-96,26 25-64,-1-25 32,4 26-64,-3-26 32,-1 26-32,2-27 64,-1 26-64,27-25 64,-24 26 129,24 2-65,-28-4 0,28-24 64,0 26-160,0 0 64,0-26 0,0 25 0,28 2 96,-28-27-95,24 25-1,-24 0 0,27 2-96,-27-28 64,26 27-64,2-26 128,-1 26-64,-3-26 32,31 25 0,-29-25 96,1 24-128,25-23 129,1-2-97,-1 28-192,2-29 128,24 2-32,-24 27 64,27-28-96,-2-26 64,-26 0-96,-1 1 32,28-2 32,-28 1-32,53 26-33,-23-26 130,23 26-33,0-25-32,27-2 32,-26 0-64,26-24-161,2 26 354,-2-28-161,0 26-65,26-25-31,-26 0 128,28-1 0,-28-26-320,26 27 512,-24 0-224,24-27 96,1 0-160,1 25 64,-28-25 0,25 0-160,-25 0 32,27 0-96,-26-25 160,26 25-32,0-27 96,-26 0 32,26 27 64,-27-26-32,0-28 32,1 28-32,-1-26-160,-27-2 128,1 1 32,26 1-128,-51-29 64,24 2 96,1-26-64,-1-27 32,3-3 32,-3-24-64,-26 27 0,-26 0-64,-26 0 32,0 0-160,-2-1 288,2 1 0,-27 0-416,0 0 576,0-3-256,0 3 33,0-26 31,-27 26 128,2 0-96,-2-28-64,0 28-64,-26 0 96,1-28-128,-3 28 64,5-2-128,-32-24 96,4 26 0,-2 0-32,-26-28 0,1 28 0,0-27 32,-3 26 0,-24-1 128,0 30-160,-26-29 32,-2 1 0,2 25 0,-29 2 32,3 25-128,-1-27 32,-2 29-192,3-2 128,-1 28-1,-2-2 33,3 1-192,-1 28-737,26-3-769,-25 28-2306,-3 0-9320</inkml:trace>
  <inkml:trace contextRef="#ctx0" brushRef="#br1" timeOffset="101112.78">22251 15744 12395,'-24'-27'1089,"-3"2"-640,27-3 832,-26 28-865,-2-27-320,28 27-32,-27 0-128,27 27 64,-27-27-64,27 28 32,-25-3 32,25 2-96,0 0 64,0-2-128,0 3 64,0-28 64,0 27 64,25-27-64,2 0 64,0 0 32,1-27 32,-2 27 192,1-28-95,-27 3-33,0 25-96,0-27-32,0 0-32,-27 27-256,1 0 63,-2 0 129,1 0 64,0 0 0,2 27-32,25-27-32,-27 27 64,27-2-32,0-25 32,27 28 64,-2-28 0,2 0 32,28 0 0,-29-28 33,1 28 127,-3 0 0,-24-25-32,0-2-32,0 27-159,-24-27-66,-3 27-63,1 0-160,-2 0-64,28 0 192,-27 27 96,27-27-160,0 0-97,0 0-415,0 27-450,27-27-1024,1 0-2754</inkml:trace>
  <inkml:trace contextRef="#ctx0" brushRef="#br1" timeOffset="102069.83">22119 15744 2626,'0'0'1537,"0"0"-191,0 0 255,0 0 385,0 0-256,0 0-481,0 0-224,0-27 96,0 27-288,0 0-193,0 0 1,27-25 0,-27 25-161,28 0-32,-2-28-95,1 1-65,25 2-32,1-2 33,26-26-193,-26 0 64,26 1 64,-26-2 64,-1 28-63,2-26 63,0-2-160,-3 28 320,-23-1-448,-1-1 32,-1 3-96,-26 25-32,0 0-128,0 0-128,0 0 63,0 0-319,0 0-97,0 0-448,0 0-705,0 0-832,-26 0-2467</inkml:trace>
  <inkml:trace contextRef="#ctx0" brushRef="#br1" timeOffset="102329.83">22623 15109 1057,'-27'0'9480,"27"0"-8070,27-28-1,-2 28 225,29 0-705,0 0-481,25-25-224,0 25 161,1 0 191,-2 0-95,2 0-417,-54 25 0,0 3-160,-26 23-33,-26-23-95,0 25 192,-27 1 64,26-29-32,-25 28 0,26-26-64,-1-27-32,27 27-673,0-27-1056,0 0-2051,0-27-6918</inkml:trace>
  <inkml:trace contextRef="#ctx0" brushRef="#br1" timeOffset="102849.86">23286 14976 9577,'0'-27'2530,"0"27"-1633,0 0 1537,0 0-544,0 0-1185,-28 0-609,28 0-256,-27 0 224,27 27-257,-27 0 65,27-1-192,0 1 32,0-27 160,27 25-97,0-25 129,1 0 128,-4 0 32,30 0 64,-27-25 129,0-2-1,-27 1 32,0-1 161,0 27-193,-27-27-160,0 27 0,-1 0-96,-22 0-64,22 0 96,1 27 0,27-27-160,-27 27-96,27-1 224,27-26-192,0 0 192,1 27-32,-4-27 32,2 0 128,-26 0-32,28 0 96,-28-27 64,0 27-352,-28-26 352,28 26-320,-26-27-480,2 27-449,24 0-897,-28 0-1025,28 0-2914</inkml:trace>
  <inkml:trace contextRef="#ctx0" brushRef="#br1" timeOffset="103136.9">23231 14897 11242,'-27'-26'2627,"27"-1"-1955,27 0 609,0 1 97,25-1-161,2-25-416,26 25-289,-1-26 97,26 1 192,-25 24-321,-1-25-320,-24 27-32,-5-27-64,-22 26 64,-1 1-256,0 26 0,-27-27-96,0 27-545,0-27-64,0 27-95,-27 0-770,27 0-1665,-27 0-2883</inkml:trace>
  <inkml:trace contextRef="#ctx0" brushRef="#br1" timeOffset="103382.9">23655 14287 10826,'0'0'1473,"0"-26"-832,0 26 928,53 0-512,-27-26-544,27 26-161,2 0 129,-5 0 223,5 0-63,-4 0-129,-23 26-352,-2 0-31,-26 0-129,-26 1-97,-2 26-31,4-26 96,-3-2 0,0 3 32,-1-28-64,2 26 96,2-26-512,24 0-609,0 0-1442,24 0-1793</inkml:trace>
  <inkml:trace contextRef="#ctx0" brushRef="#br1" timeOffset="104089.95">24052 14235 9384,'-26'26'1698,"-2"-26"-737,28 0 1633,0 0-960,0 0-929,0 0-449,0 0 64,28-26 32,-2 26-127,1 0-161,0-27 192,-27 27 0,25-27 321,-25 27-321,0-26-160,-25 26 32,-2 0-160,0 0-64,1 0-32,-2 26 128,28-26-128,0 27-64,0-27 96,0 27 96,28-27-129,-2 0 226,1 0-65,0 0-32,-27 0 128,0 0-32,0-27 192,0 27-64,0 0-224,0-27 257,-27 27-257,27 0 96,-27 0 64,27 0-320,0 0 128,-26 0-417,26 0-95,0 27 63,0-27 97,26 0 96,-26 0-65,0 27 161,0-27 352,-26 0-160,26 0 32,-28 0 32,4 0 321,24 0-193,-27 0 64,27 0-32,0 0-320,0 0 288,0 0-288,0-27 224,27 27 161,-3-27-129,30 27 160,0-26 0,-2 0 161,1 0-193,-26-28 193,25 28-289,1-26-32,-25 24-64,-28 1-96,0 27 0,0 0-544,0 0-353,0 0-385,0 0-191,0 0-545,0 0-801,-28 27-2882</inkml:trace>
  <inkml:trace contextRef="#ctx0" brushRef="#br1" timeOffset="104377.96">24211 13811 64,'-53'-27'11595,"53"27"-10603,0 0 130,0 0 543,0 0-832,26-27-577,28 27-160,-2 0 64,1 0 289,-1 0-1,1 0-159,2 0-97,-28 0-32,-2 27-160,-25 0 32,0-1-64,-25 0-96,-2 2 0,-28 24 32,29-24-33,-1-3 129,3 2-128,24-27 32,0 0-576,-28 0-738,28 0-800,28 0-1473,-28 0-5638</inkml:trace>
  <inkml:trace contextRef="#ctx0" brushRef="#br1" timeOffset="104811.99">24608 13757 5957,'-26'27'96,"26"-27"-288,0 0 1089,-27 27 672,27-27-159,0 0 223,27 0 1,-27 0-353,26-27-384,1 27-160,25-27-1,-25 1-255,-1-1-65,1 0-352,-27 2-32,27 25-32,-27-27-32,0 27-416,0 0-737,25 0-225,-25 0-640,0 27-1505,27-27-2883</inkml:trace>
  <inkml:trace contextRef="#ctx0" brushRef="#br1" timeOffset="105135">24687 13493 6277,'0'0'1666,"27"0"480,-27 0 128,0 0-480,26 0-449,1 26-352,0-26-288,-2 0-289,2 0-320,-1 0 0,1 0-96,25 26 0,-52-26 0,27 0-96,-27 27-64,0-27 128,0 0-64,-27 0 32,27 27 160,-24-27-64,-4 26-32,28 1-32,-27-27 32,27 25-96,0 2-513,0 0-896,27-27-769,-27 26-2082</inkml:trace>
  <inkml:trace contextRef="#ctx0" brushRef="#br1" timeOffset="105684.03">24872 13572 4067,'0'-27'4773,"0"1"-3940,0 26 1056,0 0 418,0 0-1411,-26 26-607,26-26-193,-27 27-96,27 0 0,0-1 32,0 1-32,0-27 32,27 25-32,-27-25 224,26 0-32,1 0 0,1-25 33,-4-2-33,-24 27 128,27-26 65,-27-1 31,0 0-96,-27 1-96,27 0-127,-52 0-129,25 26-33,1 0-159,-26 0 64,25 26 0,0 0 96,27 27 32,27-26-64,0-1 64,-2 1-32,28-2 32,2-25 64,-31 0 224,29 0 32,-25 0-64,-1-25 161,-27-2-225,0 1 32,-27-1 96,-1 0-95,-25 1-129,1 0-225,25 26-415,1 0-257,-1 26-512,27-26-1057,0 26-2595</inkml:trace>
  <inkml:trace contextRef="#ctx0" brushRef="#br1" timeOffset="109418.26">7563 15692 4163,'-27'25'481,"-1"-25"-705,28 0 320,0 0 416,0 0 353,28 0-609,-28 0-160,27-25-32,-27 25 353,0 0-65,24 0-31,-24 0-289,0 0-97,0 0-607,0 0 287,0 0 353,0 0-32,0 0-640,0 0-3460</inkml:trace>
  <inkml:trace contextRef="#ctx0" brushRef="#br1" timeOffset="112483.43">7536 15692 32</inkml:trace>
  <inkml:trace contextRef="#ctx0" brushRef="#br1" timeOffset="115389.6">7536 15692 1409,'-28'0'2947,"28"0"-929,0 0-513,0 0 161,-26 0-65,26 0-192,0 0-31,-27 0-161,27 0-224,0 0-192,0 0-225,0 0-256,0 0 33,0 0 63,0 0-64,27 0-159,-1 0-1,-26-28 96,28 28-192,-1 0 128,-3-27-192,3 27 97,1-25-97,-2 25 128,26-27-352,-25 1 544,26-1-608,-1 27 576,-25-27-384,26 1 128,2 26-96,-4 0 0,-25-26 64,29 26-64,-3 0 64,1 0 0,-1-26-96,2 26 64,24-27 128,-24 0-256,24 1 128,-24 26 0,24-27 0,4 2-32,-32-2 64,32 0-32,-30 1 0,1-1-32,27-1 32,-28 28-96,29-25 224,-2-1-224,-2-2 0,5 3 32,-30-2 32,1 1 32,0-1-64,-1 0 128,-25 27-96,28-26-129,-31 26-63,29-26 160,-25 0-192,-1 26 160,25-27-64,-26 27 224,1-27-192,0 1 256,-2 26-224,-25 0 128,0 0-32,0-27 32,0 27-96,0 0 0,-25 0-65,25 0-63,-27-25 96,27 25-32,-27 0 224,27-27-224,-26 0 96,-2 27 32,4-26 128,-3 26-192,-28-27 128,29 27-96,-26-27 96,-2 27-96,2 0 0,-1-25 128,0 25-128,1 0 32,-2 0 32,2 0 96,-1-28-64,-2 28-64,5 0-32,22 0 0,1 0 0,0 0 64,2 0-64,25 0-64,0 0 32,25 0 32,-25 0 32,27 0 0,0 0-32,27 0 64,-3-25-32,4 25 0,-5-28-192,32 2 64,-30-2 64,28 3-32,-2-2 32,4 1 64,-32-1 0,5 27 0,-4-27 0,3 1 0,-27 26 0,-27-26 32,0 26 64,0 0-128,-27 0-96,-27 26 160,3-26-96,-4 0 64,5 0 0,22 0 32,-52 0 0,28 0-32,-2-26 0,-24 26 128,24-26-96,2 26-96,-1-27 160,-2 27-160,5-27 96,22 27 0,1-26-32,27 26 96,0 0-192,0 0 64,27 0-32,1 0 64,22 0 0,5-26 0,-2 26-96,26 0 96,-26 0 0,-1-26 0,2 26-32,-2-27 128,-26 27-128,1 0 0,-27 0 128,0 0-128,-27-27 64,1 27-96,-26 0 192,-28 0-288,28 0 224,-30 27-32,5-27-128,-2 0 192,25 0-96,27 0 0,0 0 96,27 0-64,0-27-160,27 27 64,28-26 64,22 26 128,4-27-192,25 2 64,-28-3-96,2 28 64,-1-27 64,-24 27 0,-5-25 64,-23 25 32,-27-28 64,0 28-32,-27 0-192,1 0-32,-26 0 96,-28 0-32,28 0 0,-54 0 0,26 0 32,2-26 32,-4 26-64,32-26 64,-5 26-96,55 0 64,0-27-192,0 27 32,55 0 64,-5-27 0,32 1 32,23-1 96,0 27-96,-25-27 96,26 2-32,-28-2-128,-23 27 192,-4-26-96,-23-1 32,-2 27 64,-52 0 32,-2-27-256,-23 27 128,-30-26-96,2 26 160,0 0-96,-27 0-32,27 0 128,0 0-128,26 0 96,-2 0-32,31 0-32,24 0-32,24-26 0,31 26 32,-2-26 32,26-2 32,0 2-32,1 0 32,-28-1-64,28 27-32,-52-25 64,-4 25 64,2-28 0,-52 28-128,2 0 64,-31 0-64,-24 28 0,26-28 64,-26 25 32,-1-25 64,28 0-224,-1 0 160,25 0-32,28 0 64,0 0-96,28-25 128,-1 25-224,23-28 96,32 28 32,-30-27-32,1 2-64,26-3 192,-53 28-128,28-26 64,-26 0 0,-4-1 0,-24 27 96,-24-27-192,-4 27 32,-26 0-32,-24-26 96,-2 26-64,1 0 64,0 0 0,-2 0-32,30-26-64,25 26 128,-2 0-32,28-28-96,28 28 0,-2-25 64,25-2-64,30 27 32,-29-26-65,28-1 162,-1 0-65,-26 1 32,26 0-64,-52 0 192,1-2-96,-28 2 160,-28 0-288,-26 26 32,2 0-64,-28 0-257,-25 26 578,26-26-321,-2 0 96,30 26-64,25-26 192,26 0-160,0 0-97,26-26 129,25 26-64,30-26 128,-2-1 65,26 2-161,-25-30 64,-28 30 0,30-2 96,-32 0-96,-23 1-32,1-1 96,-28 0-128,0 1 96,-55 26-128,5-26 32,-5-2 32,-24 28 0,26-25 32,-26 25-32,26 0 64,-2-27 32,31 27 0,-2-26-32,26 26 32,0 0-96,26-27-64,-2 0 64,4 27 96,26-26-192,-28 0 96,0 0 0,0 26 32,-26-27 64,0 27-192,-26-27 64,0 27 0,-27-26-32,26 26 96,-25-27-64,-1 27 128,-2 0-160,31 0 128,24-25-64,0 25 128,0-28-256,24 2 64,3 26 64,28-26-32,-5-1-32,5-28 32,-2 30 32,-27-2 32,0 1 0,-26 26 0,0-26 0,0 26 0,0-28 0,-52 28-96,26-26 96,-28 26-96,26 0 128,-22 0-160,50 0-64,0 0-256,0 0-33,26 0 257,-2-26 96,31 26 32,-2-26 32,-27-1 32,27 0 0,-26 27 32,-27-26 64,0 26 0,0-27 0,-27 27-96,0 0 64,1-25 32,0 25 0,0 0 64,-1-27-31,27 27-33,0-27 160,0 1-192,27-28 0,-27 28-32,26-28-32,0 29 128,0-28-32,1-1 128,-27 28 65,27-28-225,-27 29-32,-27-2-160,27 27-225,0-26-191,-27 26-65,27 0-127,0 0-321,27 0-129,-27 26-960,0-26-7110</inkml:trace>
  <inkml:trace contextRef="#ctx0" brushRef="#br0" timeOffset="124435.12">19816 8140 7943,'27'0'769,"-27"0"224,0 0 832,0 0-415,0 0-321,0 0-577,0 0-223,-27 0-1,1 28-192,-26-3 64,25 2-128,-52 0-32,26-1-96,0 1 0,1 0 96,25-27 0,-28 25 32,31 2-64,-2-1 32,26 1 128,26 0 64,-2-1 96,3 0 97,28 0-1,-3 1-192,28 0 65,-2-27-97,2 26-96,-28-26-64,2 0-288,-26 27-801,-28-27-1250,0 25-1857</inkml:trace>
  <inkml:trace contextRef="#ctx0" brushRef="#br0" timeOffset="124631.13">19368 8829 12043,'51'27'961,"-23"0"-353,25-27-31,26 0 480,-26 0 0,-1 25-801,2-25-352,-2 27-480,1-27-449,-26 26-321,-27-26-576,28 0-1921</inkml:trace>
  <inkml:trace contextRef="#ctx0" brushRef="#br0" timeOffset="125272.16">20267 8485 10473,'0'0'1442,"0"0"-1282,27 0 1377,-27 26 65,52 0 160,1 1-449,2 26-737,23-1-191,0-24-225,3-2-128,-29 27 96,28-26-224,-28-27-128,1 26-353,-26-26-448,1 0-704,-4-26-2499</inkml:trace>
  <inkml:trace contextRef="#ctx0" brushRef="#br0" timeOffset="125460.17">20823 8405 12267,'-27'27'1281,"27"0"-704,-26 25 832,-1 1-64,-25 0-512,-1-1-544,1 30-257,25-30-32,-28 1-321,29-26-223,26-2-802,-24 2-1344,48-1-2723</inkml:trace>
  <inkml:trace contextRef="#ctx0" brushRef="#br0" timeOffset="125698.19">21299 8751 9673,'0'0'2626,"0"25"-2113,-25 2 1473,25-1-129,0 28-576,0-29-544,0 28-609,0-26-32,25 26-320,-25-27-288,27-26-385,-1 26-673,-26-26-2562</inkml:trace>
  <inkml:trace contextRef="#ctx0" brushRef="#br0" timeOffset="126022.2">21987 8405 15438,'80'-26'609,"-80"26"-962,0 0 706,-27 0-1,-26 26 225,-26 28-65,-1-28-128,28 26 65,-1-25 95,1 0-191,25-1-289,27 1 0,0-27 192,27 25 0,25 3 161,1-28-161,-1 26-128,2 2 32,24-28-256,-24 25-416,-28-25-802,1 0-1632,-2 27-8041</inkml:trace>
  <inkml:trace contextRef="#ctx0" brushRef="#br0" timeOffset="126181.22">21750 8856 15694,'0'27'961,"26"-2"-704,-26-25 1120,52 27 96,-25-27-320,0 26-768,26-26-738,-28 27-832,29-27-705,-28 27-2690</inkml:trace>
  <inkml:trace contextRef="#ctx0" brushRef="#br0" timeOffset="126744.25">22914 8300 10217,'-26'-27'1858,"26"27"-1794,0 0 1089,0 27 993,0 25-160,-26 1-577,26 27-448,0-1 0,26 1-288,-26-1-321,0 1-352,26 0 32,0-28-224,-26 1-673,27 0-544,-27-27-897,0-26-3460</inkml:trace>
  <inkml:trace contextRef="#ctx0" brushRef="#br0" timeOffset="127415.29">18307 8352 12491,'-24'-25'801,"24"-2"-320,-27 27 800,-1 0-256,2 0-225,-25 27-511,23-2-225,-25 28-32,26 27 0,27-1 32,0-26 32,27 27 0,-1-26-64,29-2 64,-4-26 193,3 1 255,25-27 225,1 0-193,-1-53 225,-1 26-320,-24-52-33,-54 26-256,0 0 96,-27-27-63,-25 28-33,-1-2-192,-53 28-128,1-1-321,24 27-1152,-25 27-1250,28-27-5765</inkml:trace>
  <inkml:trace contextRef="#ctx0" brushRef="#br0" timeOffset="128136.33">26382 8564 4163,'-54'-53'11051,"28"27"-10090,-26 0-545,-3 26-320,28 0-128,-23 26-32,-5 26 128,28 2-32,27 24 64,-25 4-96,25-30 96,25 28 1,29-28-1,0 1 192,25-26 32,26-27 769,-25 0-96,-1 0-384,0-27-33,-26-26-127,-26 1-65,-27 25-96,-27-26-159,-26 1-33,-26-2-225,0 26-159,-27 3-160,27-2-449,24 27-576,5 0-1058,22 0-1280,28 0-3653</inkml:trace>
  <inkml:trace contextRef="#ctx0" brushRef="#br0" timeOffset="128374.33">27467 8327 16271,'132'-27'1217,"-105"27"-672,-54 0 287,0 27-511,-51-27-97,-2 25 160,1 2-95,24 26 191,-23-26-64,51-1 65,0-26-161,27 26 129,27 0-65,0 1-192,51 0-32,4-1 0,-4 1-352,28 26-384,-53-53-738,-1 26-768,-25 2-2338</inkml:trace>
  <inkml:trace contextRef="#ctx0" brushRef="#br0" timeOffset="128518.35">27175 8829 15150,'-53'54'3171,"53"-54"-3171,0 25 737,53 2 416,26-1 128,2-26-993,-2 27-736,1-27-417,-2 27-576,1-27-1987,-26 0-10056</inkml:trace>
  <inkml:trace contextRef="#ctx0" brushRef="#br0" timeOffset="128721.36">28075 8617 15726,'80'27'1634,"-28"-27"-673,-25 25 544,26 3-960,-1 26 63,-25-29-351,27 2-289,-3-1-449,-23 1-576,-1-27-705,-1 0-2241,-26 0-6183</inkml:trace>
  <inkml:trace contextRef="#ctx0" brushRef="#br0" timeOffset="128900.36">28552 8432 15662,'-53'79'1794,"1"1"-1057,-3-27 1345,29 26-545,-25 1-1088,23 0-289,28-2-160,0-24-385,0-2-383,0-26-1058,28 1-1569,-4-27-6439</inkml:trace>
  <inkml:trace contextRef="#ctx0" brushRef="#br0" timeOffset="129254.39">28922 8856 17232,'28'-27'64,"-2"27"192,1 0 1153,-3 0-832,4 0-449,-1 27-160,-1-27-96,-26 27 64,0-2-32,-26 2 64,-1-1-64,-1 1 128,-23 0 0,51-1 32,-26 0-64,26 0 96,0-26-96,26 0 96,1 27-288,25-27-705,-25 0-448,26-27-1570,-28 27-5989</inkml:trace>
  <inkml:trace contextRef="#ctx0" brushRef="#br0" timeOffset="129557.4">29956 8511 16047,'0'0'-1282,"-28"0"1058,2 0 481,-28 26 511,2 1-127,26 0-577,-28-1-32,28 1 0,26-27 64,0 25 256,0 29 33,26-26-1,28-3-64,-28 2 1,26-1-193,2-26-128,0 27-449,-30-27-832,3 0-2626</inkml:trace>
  <inkml:trace contextRef="#ctx0" brushRef="#br0" timeOffset="129737.42">29664 8908 17808,'106'27'225,"-54"-1"928,1 1 320,0 0-288,26-1-768,-24 0-417,-29-26-289,-2 26-383,4 1-1410,-28-27-2082,0 27-9353</inkml:trace>
  <inkml:trace contextRef="#ctx0" brushRef="#br0" timeOffset="130011.43">30484 8220 15150,'0'27'961,"0"-1"-577,26 28 801,-26 24 481,26 28 63,1 0-287,0 28-609,-27-29-353,28 0-320,-4 1-128,2-26-32,29-2-512,-55-23-705,27-2-513,-27-27-1121,24-26-5124</inkml:trace>
</inkml:ink>
</file>

<file path=ppt/ink/ink40.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4:58:22.373"/>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FF00"/>
    </inkml:brush>
  </inkml:definitions>
  <inkml:trace contextRef="#ctx0" brushRef="#br0">6747 5981 5092,'0'0'7015,"0"0"-6406,0 0 640,0 0 544,27 27-672,1-27-160,23 27-32,3 26-160,0-26-128,24 25-289,-24 1-128,51-26-192,-26 25 64,2-24-96,-30-3-64,30 2-192,-29-1-321,-25-26-319,-1 27-386,1-27-607,-27 0-1218,0-27-2947</inkml:trace>
  <inkml:trace contextRef="#ctx0" brushRef="#br0" timeOffset="215.01">7437 5981 9641,'0'-25'3523,"0"50"-3747,0 2 320,-28 0 352,4 53 898,-31 0-33,2-2-801,29 1-384,-31-26-96,2 27 65,26-54-226,2 27-671,25-25-1122,0-28-2274</inkml:trace>
  <inkml:trace contextRef="#ctx0" brushRef="#br0" timeOffset="727.04">8019 6327 10473,'0'0'1634,"0"-28"-1314,-26 28 929,26 0 225,0 0 127,-28 28-800,1-28-513,27 25 193,-24 28-1,24-26-223,-28 0-225,28 25 0,0-24-64,28-3 96,-28 3-64,51-3 256,-23-25 64,25 0 129,-1 0-257,1-25-192,-26-28 64,-2 25 0,2-24 96,-27 25-32,0-26-96,0 26-128,-52 2-160,25 25 160,-26-28-545,1 28-672,-1 28-1954,25-28-5574</inkml:trace>
  <inkml:trace contextRef="#ctx0" brushRef="#br0" timeOffset="1138.06">8602 6115 16143,'0'25'1986,"24"-25"-2499,4 0 994,25 0 223,-1 0 321,2 0-320,24-25-673,-24 25-224,-28 0-513,26 0-1441,-25 0-2819</inkml:trace>
  <inkml:trace contextRef="#ctx0" brushRef="#br0" timeOffset="1297.07">8707 6299 12716,'0'28'2242,"27"-3"-1666,25-25 481,1 0-96,-1 0 224,2 0-704,24 0-545,-24 0-769,0-25-801,-2 25-2786</inkml:trace>
  <inkml:trace contextRef="#ctx0" brushRef="#br0" timeOffset="1571.09">9687 5876 14445,'0'-27'2467,"0"27"-2403,0 0 1089,0 0 160,0 0-480,0 54 192,0-29-289,0 55 33,0 0-32,0-1-193,0 27-319,0-27-193,0 1 0,24-27-321,4 26-1152,-28-51-1314,27 24-2690</inkml:trace>
  <inkml:trace contextRef="#ctx0" brushRef="#br0" timeOffset="14977.84">4682 7313 7783,'-51'27'0,"25"-2"-1538,-29 28 97,31 27 1441,-31-1 609,29 1 1280,-1 0-735,27 25-642,0-26 129,27 1-193,26-27-96,-1 1 385,29-28 128,-2-26 288,26 0-64,-25 0-128,26-53-256,-25 26-225,-2-26-96,-26 1-95,-29-1-1,-24-1-32,-24 1 64,-3 1-31,-27-1-129,-24-1-64,-3 28-128,2 26-64,-1 0-32,2 0-481,23 26-512,31 1-929,24 0-1153,24-27-3107</inkml:trace>
  <inkml:trace contextRef="#ctx0" brushRef="#br0" timeOffset="15252.87">6246 7313 16367,'53'-28'0,"-53"28"32,0 0 256,-26 0-256,-29 28 128,4-1 65,-30 25-1,28 1 288,1-26 33,-2 25-225,28-26-192,26 1 0,0 0 1,0-1-129,26 1 288,1 0-96,52-2-64,-26 3-288,0-3-545,26-25-576,-51 27-1441,25-27-4133</inkml:trace>
  <inkml:trace contextRef="#ctx0" brushRef="#br0" timeOffset="15403.88">5901 7921 6534,'26'55'9096,"1"-30"-8839,26 2 575,-1-1 289,2-26-288,0 27-352,-3-27-481,4 27-929,-29-27-1313,-2 26-2563</inkml:trace>
  <inkml:trace contextRef="#ctx0" brushRef="#br0" timeOffset="15866.9">7093 7657 12139,'0'0'1057,"0"0"-1153,0 0 576,0 0 609,25 0 609,2 0-353,26 27-480,26-2-192,2 3-65,-2-3-63,1 2-353,-2 1-96,1-3-128,-26 2-160,1 0-289,-29-2-351,2-25-770,-1 0-864,-26 0-961,0-25-4133</inkml:trace>
  <inkml:trace contextRef="#ctx0" brushRef="#br0" timeOffset="16031.91">7727 7550 12299,'-26'54'1858,"-1"-1"-1282,-25-1 578,25 28-33,-26 0-737,28-28-320,-2 3-64,0-3-577,27 1-576,0-26-1025,0-1-2690</inkml:trace>
  <inkml:trace contextRef="#ctx0" brushRef="#br0" timeOffset="16248.93">8310 7949 16399,'0'79'769,"0"-53"64,0 28-481,0-28-128,27 26-224,-27-25-96,25 0-545,-25-27-704,27 26-2851</inkml:trace>
  <inkml:trace contextRef="#ctx0" brushRef="#br0" timeOffset="17460">9606 7392 12299,'55'-27'1217,"-5"2"-800,-50 25 960,28 0-416,-28-27 288,0 27-544,-28 0-705,4 27-192,-29-27 95,-2 25 97,31 2 65,-30 26-33,27-26 64,0-1-64,2 0 32,25 0 96,0 1 0,25-27 64,29 27 97,-28-1-257,26-26 64,3 27-160,-2-27-417,-1 27-608,-25-27-897,0 25-1409,-27-25-3619</inkml:trace>
  <inkml:trace contextRef="#ctx0" brushRef="#br0" timeOffset="17611">9474 7896 12940,'0'53'384,"27"-53"-32,-1 27 129,26-27 160,3 25 416,-2-25-673,-1-25-640,2 25-1250,24 0-1120,-24-27-4229</inkml:trace>
  <inkml:trace contextRef="#ctx0" brushRef="#br0" timeOffset="18015.03">10559 7285 14413,'54'-25'3940,"-26"-2"-4036,22 2 128,5 25 320,-4-27 289,3 27-33,-27 0-448,0 27-192,-2-2-64,2 2-224,-27-2-32,0 3-1,0 24 65,-27-25 64,27-1 128,0 28-32,0-28 192,0 26-128,27-25 128,-1 0-64,1 26 32,0-26-32,25 26 0,-26-1 64,28-24-128,-29-3 96,2 2 64,-27 0 256,0-2 65,0-25-1,-27 0-64,-25 28-95,-28-28-65,28 27-128,-28-27-128,28 0 0,-29 25-673,30-25-897,-4 27-2529</inkml:trace>
  <inkml:trace contextRef="#ctx0" brushRef="#br0" timeOffset="19732.12">3730 9777 12940,'-52'0'1217,"25"0"-897,27 0 161,0 0 448,0 0 192,27 0-225,0 25-159,25-25-320,1 0-129,-1 0-128,28 0-288,-1 0-289,-25 0-287,0 0-866,-29 0-1793,28 0-4484</inkml:trace>
  <inkml:trace contextRef="#ctx0" brushRef="#br0" timeOffset="20107.14">4498 9378 13356,'79'27'32,"-25"0"64,-3-1 481,30 0 224,-29 28-161,2-28-448,-28 27-160,1 0-320,-27 1 64,0 24 320,-27-24-64,1-1 128,-1-1 193,0 1 383,2-26-31,-2 0-161,27-1-319,0-26-65,0 26 96,52-26 64,2 28-63,-1-28-161,26 0-417,-25 0 193,24 0-993,-24 0-1089,-3 0-3395</inkml:trace>
  <inkml:trace contextRef="#ctx0" brushRef="#br0" timeOffset="21116.2">6961 9458 10730,'25'-26'1729,"2"-1"-672,-27 27 929,0 0-256,0 0-641,0 0-545,-27 0-768,2 27 544,-2-1-255,-54 0-1,30 0-96,-4 28 32,3-26-225,26-3 514,-1 28-289,27-26 32,0 0 128,0 26-160,53-28 160,-1 2 32,3 0-32,-4-27-64,30 26-128,-29-26-448,1 27-994,1-27-2850</inkml:trace>
  <inkml:trace contextRef="#ctx0" brushRef="#br0" timeOffset="21297.21">6695 10068 18353,'0'26'-128,"26"-26"256,27 26 897,-25-26 0,23 0-513,3 0-416,-27 0-704,25 0-641,-25 0-225,-1 28-1729,1-28-6470</inkml:trace>
  <inkml:trace contextRef="#ctx0" brushRef="#br0" timeOffset="21824.25">7859 9642 11627,'0'0'1985,"0"-25"-1760,27 25 159,1 0 961,-4 0-32,31 25-159,22 3-226,-22-1-479,23 0-193,2-1-256,-26 1 64,24-2-128,-23 2-320,-4 0-225,-23-1-352,-2-26-640,1 0-1314,-3 0-2754</inkml:trace>
  <inkml:trace contextRef="#ctx0" brushRef="#br0" timeOffset="22018.26">8443 9484 15246,'-28'108'576,"28"-58"-447,-26 32 479,-1-29-31,2 26-161,25-26-224,-27-1-224,27 1-512,0-26-705,27 0-1122,-2-27-2497</inkml:trace>
  <inkml:trace contextRef="#ctx0" brushRef="#br0" timeOffset="22308.27">8866 9750 13004,'52'27'1729,"-25"-2"-1152,27-25 32,-30 27 255,30-27-127,-54 27-417,28-1-288,-28 1-64,0 0-64,0-2 0,-28 2 64,28-1 32,-27 1-32,27-27 96,0 27 0,0-27-32,27 0 64,1 0-64,-2 0-32,26 0-320,-25 0-288,26-27-1154,-27 27-1729,0 0-6311</inkml:trace>
  <inkml:trace contextRef="#ctx0" brushRef="#br0" timeOffset="25077.43">10773 9325 12427,'24'0'1025,"-48"0"-1473,-3 0-33,-28 27 417,5-1 289,-5 28 928,-24-28-353,26 0-479,26 28 351,-26-28 257,28 27-32,25-28-256,0 3-225,25-1-64,2 0 65,26-1-161,26 1-96,29-2-96,-31-25-192,2 0-416,-25 0-513,0 27-1634,-2-27-4260</inkml:trace>
  <inkml:trace contextRef="#ctx0" brushRef="#br0" timeOffset="25235.44">10641 9909 14189,'-28'52'961,"56"-25"-865,-4-1-96,29 1 64,2 0 192,-3-27 161,1 0-674,26 0-1600,-26 0-2051,26 0-4804</inkml:trace>
  <inkml:trace contextRef="#ctx0" brushRef="#br0" timeOffset="25559.46">11750 9458 15662,'0'-26'641,"-25"26"-737,-29 26 96,28 0 32,-26 28 512,25 0-255,27-4-225,0-22-96,27 26 64,-2-28 0,28 1 32,1-2 32,24-25-32,1 0 64,-24-25-32,23-2 449,-51 1 31,0-1 65,-27-28-65,0 30-351,-54-28-33,2-1-64,-2 2 32,3 26-160,-30-1-64,29 27-320,-2 0-962,28 0-1600,26 27-2788</inkml:trace>
  <inkml:trace contextRef="#ctx0" brushRef="#br0" timeOffset="25726.47">12493 9564 17456,'0'28'673,"-28"-28"-962,28-28 161,0 28-64,-27 0-192,27 0-2947,27 0-8072</inkml:trace>
  <inkml:trace contextRef="#ctx0" brushRef="#br0" timeOffset="26122.49">12835 9325 12716,'27'-25'1377,"0"-2"-1377,-1 27 416,2-27 705,-4 1 353,3 26-898,-27-27-384,0 27-192,-27 0-128,-25 0 0,-1 0 64,-26 27 32,26-1 32,0 28-64,27-29 32,0 28-64,-1-26 32,54 26-96,-1-1 0,26 2-129,2-26 129,-1-3 64,26 0 0,-25 30 32,25-28 64,-52-27 64,23 26 224,-50 1 289,0-2 191,-24-25 1,-2 27-192,-29 0 31,-24-27-63,26 26-321,-26-26-128,-1 0-192,28 27-609,-1-27-800,26 0-1314,-1 0-2978</inkml:trace>
  <inkml:trace contextRef="#ctx0" brushRef="#br0" timeOffset="29534.69">12943 7684 11498,'24'0'2018,"-24"0"-1729,27 0 479,-27 0-31,28 25-225,-28 3-351,27-3 351,-1 2-128,-26 1-255,24-28 223,-24 25 289,28-25 223,-1-25 225,0-3-288,25-24-256,1-28-289,26 0 64,1 1-96,53-27 1,-1-1-97,0 3-64,-27 24-64,-23 28-288,-5 24-673,-49 1-577,-1 27-2081,-27 0-9129</inkml:trace>
  <inkml:trace contextRef="#ctx0" brushRef="#br0" timeOffset="30125.72">13683 9246 6245,'0'27'2819,"27"0"-609,-27-27 0,27 25-448,-2 2-289,-25-1-159,27 1-321,-1 0-193,1-1-351,-27 0-161,27-26 0,-27 26 1,26-26 63,-26 0 224,0 0 97,0-26-64,26 0-257,27 0-96,2-54-192,-5 1-64,56-1 0,2-25 0,24-2-64,25 2 128,2 25-192,-26 1 64,-53 52-545,-1 1-960,-53-1-481,-26 27-2050</inkml:trace>
  <inkml:trace contextRef="#ctx0" brushRef="#br0" timeOffset="35650.03">3281 12770 13548,'0'0'1121,"0"0"-1089,0 27 577,0-27 544,26 0 32,26 27-320,3-27-224,22 0-97,5 0-63,-30-27-161,1 27-96,-1-27-352,1 27 64,-26 0-865,0 0-640,-2-26-1282,-25 26-2274</inkml:trace>
  <inkml:trace contextRef="#ctx0" brushRef="#br0" timeOffset="35888.05">4418 12293 14926,'27'-25'1441,"-1"25"-1729,-26 25 928,0 3 577,0 51-512,-26-26-320,26 26-321,0 27-96,0-27-321,0-26-672,26 1-288,29-1-353,-4-28-319,3-25-1987</inkml:trace>
  <inkml:trace contextRef="#ctx0" brushRef="#br0" timeOffset="36154.06">5027 12585 13004,'-53'0'512,"26"27"-512,-25-1 417,26 0 704,-1 27-545,27-26-480,0-1-96,27 28 64,26-28 1,-1-26 191,1 27 32,26-54 64,-24 27 161,-29-53 63,1 26-127,-3-26-65,-24 28-96,0-29-95,-51 28-193,-3-28-32,3 28-417,-4-1-512,2 27-544,1 0-1442,25 0-4836</inkml:trace>
  <inkml:trace contextRef="#ctx0" brushRef="#br0" timeOffset="36450.08">5530 12532 128,'27'26'15502,"-27"-26"-15662,-27 27 96,27 0 192,0 25 417,0 1-33,0 0-416,27 1-32,27-28 129,-3 1 95,30-2 32,-29-25 321,28-25 127,-28-2-31,2 1 32,-2-28-161,-52 1 1,0 28-321,-26-29-192,-27 1-64,0 26-128,1-26 32,-30 53-256,32-25-801,-5 25-160,28 0-993,3 25-3268</inkml:trace>
  <inkml:trace contextRef="#ctx0" brushRef="#br0" timeOffset="36947.1">7253 12188 6950,'24'0'8648,"-24"0"-8584,-24 0-224,-31 26 192,2 1 160,-26 25 193,26-24-193,1 24-32,-2-25 449,26 26 191,28-26-191,0 25-64,28-26-161,-1 1 0,25 0-160,1-27-63,1 26-161,-2-26 0,28 26-545,-28-26-800,-26 0-1762,1 0-4612</inkml:trace>
  <inkml:trace contextRef="#ctx0" brushRef="#br0" timeOffset="37106.11">6907 12797 14029,'0'80'2498,"27"-55"-1953,25-25 384,1 27 288,1 1-32,24-28-673,4 0-480,-32 0-448,5 25-289,-28-25-736,-3 27-2243,-24-27-9448</inkml:trace>
  <inkml:trace contextRef="#ctx0" brushRef="#br0" timeOffset="38332.18">8494 12585 14765,'0'0'1762,"0"27"-1602,27-27 129,1 52 575,25-24 1,26 24 64,-1-26-256,2 28-417,-1-28-160,-26 26-160,26-25-256,2-27-289,-29 0-384,2 0-929,-28 0-1857,0-52-6759</inkml:trace>
  <inkml:trace contextRef="#ctx0" brushRef="#br0" timeOffset="38506.18">9155 12480 14189,'-50'52'1057,"22"1"-769,-26 0 385,30 26-1,-30 1-287,27-27-353,0 26-449,2-51-511,25-3-546,25 2-1088,2-27-4773</inkml:trace>
  <inkml:trace contextRef="#ctx0" brushRef="#br0" timeOffset="38888.21">9579 12692 15534,'27'0'2531,"28"0"-2627,-29 0 416,26 0 352,-25 0-672,0 0 225,-27 25-385,0-25-577,0 27 160,0-1-63,0 1-33,0 0 449,-27-27 192,27 26 0,27 1 32,-27-2 0,26 2 32,0 1 0,0-3 32,1 2-32,0 0 32,-1-2 96,-26 3 224,0-28 321,-26 27 192,-1-27-192,-26 25-193,27-25-224,-27 0-95,-2 0-193,5 0-289,23 0-640,-1 0-1729,28 0-4837</inkml:trace>
  <inkml:trace contextRef="#ctx0" brushRef="#br0" timeOffset="39306.24">11169 12268 17040,'0'25'512,"0"3"-896,0-3-97,0 29 545,0-1 545,0 26 192,-27 1-257,27 0-480,0-2 64,0-24-64,0-1-480,27-1-673,-2-24-1858,28-28-4868</inkml:trace>
  <inkml:trace contextRef="#ctx0" brushRef="#br0" timeOffset="39595.25">11750 12453 15694,'-25'52'577,"-2"-25"-801,0 26-353,1 0 609,-1 1 192,27-29 161,27 28-161,-1-26-96,28 0 192,24-27 257,-23 0-129,-4-27-31,3 0-129,-2 1 353,-52-26 95,27 24-351,-54-24-193,2-2-128,-28 28-128,-2-1-128,-24 2-257,26 25-608,1 0-544,-1 0-2051,53 25-6437</inkml:trace>
  <inkml:trace contextRef="#ctx0" brushRef="#br0" timeOffset="39889.28">12438 12480 14253,'0'25'1377,"-27"-25"-1409,-25 27 32,26 26 96,-1-26 705,0 25-224,27 1-449,0 0-64,27-26 160,26 0 128,-1-1 129,30-26 95,-32 0-31,32-26-161,-30-1 65,1-26 319,0 1-351,-53-2 95,0 1-95,-53 0-417,0 26-64,-26-25 64,-26 25-289,23 27-1088,4 0-1313,-1 27-4261</inkml:trace>
  <inkml:trace contextRef="#ctx0" brushRef="#br1" timeOffset="41196.35">14425 12081 15534,'-27'27'769,"27"25"-609,0 2 353,52 0 127,-25 24-31,26 2 384,-1 26 32,1-53-481,26 26-256,-24 1-31,22-27 31,4-26-224,-27-1-64,-2 1-384,-26-2-866,1-25-607,-27 0-2595</inkml:trace>
  <inkml:trace contextRef="#ctx0" brushRef="#br1" timeOffset="41376.36">14450 12877 14381,'-52'0'4516,"52"0"-3747,52-53-641,1 26 289,53-26 383,-1-27-127,55 28-481,-1-28-160,-27 1 0,28 26-96,-55-1-480,-52 29-1250,-1-3-1249,-52 28-4260</inkml:trace>
  <inkml:trace contextRef="#ctx0" brushRef="#br1" timeOffset="41968.4">4418 13433 14349,'-52'27'737,"52"-27"-673,27 0 897,-2 0 544,28 0-576,26 0-448,29 25-321,24-25 32,0 0 64,28 0-128,-4 0-64,-23 0-32,-1-25-64,-24 25-768,-30 0-866,-24 0-2594</inkml:trace>
  <inkml:trace contextRef="#ctx0" brushRef="#br1" timeOffset="42567.43">11115 13380 9577,'0'0'2978,"27"0"-2081,-27 0 897,52 0-96,-25 0-257,54 0-384,-2 0-416,26 0-321,27 0-160,0 0 96,27 0-160,1 0 32,-28 0 65,0 0-193,-54 0-129,4-27-639,-32 27-321,-22 0-993,-28 0-2979</inkml:trace>
  <inkml:trace contextRef="#ctx0" brushRef="#br0" timeOffset="51414.94">3254 15314 15822,'0'0'961,"0"26"-1057,0-26 641,27 0 256,-1 0-65,26 0-287,30 0-97,-4 0-96,1 0-96,-26 0-224,1 0-128,-2 0-384,1-26-898,-26 26-896,-2 0-1217,-25 0-5510</inkml:trace>
  <inkml:trace contextRef="#ctx0" brushRef="#br0" timeOffset="51780.96">4445 15129 13516,'0'-27'2050,"0"27"-1633,0 0 191,-27 0-384,2 0-95,-2 54-129,27-29-65,0 28 65,-27 1 0,54-2-96,-27 1 128,52-28-96,-25 3 64,26-1 225,26-27 319,-25-27 225,-3-1 32,4 3-161,-29 0-95,1-29 159,-27 28-287,-27-28-129,1 1-96,-29 28-32,4-29-32,-3 28-192,27 26 32,-25-27-224,25 27-673,27 0-608,0 27-1186,27-27-1697</inkml:trace>
  <inkml:trace contextRef="#ctx0" brushRef="#br0" timeOffset="51946.97">5214 15208 15054,'0'26'1089,"0"1"-929,0-27 1057,0 0-704,0 27-545,0-27-833,0 26-384,0-26-801,24 0-1954</inkml:trace>
  <inkml:trace contextRef="#ctx0" brushRef="#br0" timeOffset="52263.99">5611 15156 10826,'-28'25'352,"28"-25"0,0 27 1698,0-1-576,0 28-802,0-28-351,28 0-65,-4 2-32,30-3 0,0 0 97,-2-25 191,2 0 193,-2 0-161,1-25-31,-26 0 31,-1-3 65,-26 2-33,0 0-351,-26-1-1,-28 0-160,2 1-64,-1-1-32,26 2-32,-25-2-353,26 27-864,-2 0-416,28 0-1442,0 0-2947</inkml:trace>
  <inkml:trace contextRef="#ctx0" brushRef="#br0" timeOffset="52582">6246 15181 12587,'0'0'1378,"0"27"-1378,0-27 448,0 26 449,0 28-385,27-28-415,-1 28-33,-2-29-64,31 0 64,-28 3-64,25-1 96,1-27 160,0 0 289,-27-27-33,27-1 289,-53 3 192,27 0-160,-27-3 256,0-24-385,0-2-351,-54 28-65,28-26-544,-26 25 736,-2 0-512,2 1-32,-1 26-288,26 0-609,27 26-801,0-26-1377,0 27-4901</inkml:trace>
  <inkml:trace contextRef="#ctx0" brushRef="#br0" timeOffset="53180.03">7066 15102 10602,'0'0'896,"-27"0"-896,1 27 417,-26 25 608,25 1 128,0 1-352,27-2-289,0 26 1,27-23-1,0-28-288,25-1 161,1 1 287,26-27 289,1-27-288,-2 1 256,4-1-257,-30-28-127,-26 5-1,1-4-159,-27 1 287,-27 0-479,-27 1 63,-25 25-320,26 27 0,1-27-257,-2 27-575,1 27-161,53-27-257,0 27-479,27-2-706,26-25-2081</inkml:trace>
  <inkml:trace contextRef="#ctx0" brushRef="#br0" timeOffset="53411.05">7859 14997 13516,'0'-53'1570,"0"53"-609,0-27 1089,0 27-641,0 0-512,0 27-481,0-1 321,0 26-64,0 2-289,0 26-32,0-2-224,0 2-128,0-1 32,27-26-128,-27 1-224,28-1-257,-28-28-159,24 2-770,-24 0-351,0-27-4582</inkml:trace>
  <inkml:trace contextRef="#ctx0" brushRef="#br0" timeOffset="54694.13">9050 14890 10505,'27'0'2595,"-27"0"-2051,0 0-319,0 0 127,0 27 96,0 0-223,-27-27-33,0 26-32,-25 1 224,26-2 193,-28 2 95,2 26-31,-1-26-225,1 0-63,25-2-321,27 2 0,0 26 288,0-26-32,52-1 193,2 0-193,24-26-128,2 28-32,-1-3-160,-24-25 96,23 25-128,-24-25 64,-28 28-64,26-28-384,-25 0-161,-27 0-1184,0 0-1987,-27 0-9256</inkml:trace>
  <inkml:trace contextRef="#ctx0" brushRef="#br0" timeOffset="54852.13">8813 15553 16495,'26'52'961,"26"-52"-609,2 27 33,0-27 63,24 0 193,-24 0-385,-2 26-736,2-26-545,-28 0-641,-26 27-2082</inkml:trace>
  <inkml:trace contextRef="#ctx0" brushRef="#br0" timeOffset="57326.28">10217 15102 14733,'0'-26'1858,"-27"26"-1313,27 26-513,27-26 544,-3 54 641,2-29-288,29 28-128,-3 27-417,1-26-127,-26-29-97,26 28-96,-1-26-128,-25 26-96,0-26-641,1-27-96,-4 25-448,-24-25-961,0 0-1090,0-25-3106</inkml:trace>
  <inkml:trace contextRef="#ctx0" brushRef="#br0" timeOffset="57521.28">10746 15076 15150,'-55'53'1217,"5"-1"-801,-5 1 609,-24 27 128,26-26-224,0-4-640,1 32-321,25-56-225,0 26-63,27-52-481,27 27-704,25-27-1538,-25-27-3427</inkml:trace>
  <inkml:trace contextRef="#ctx0" brushRef="#br0" timeOffset="57730.3">11010 15288 3715,'27'26'10122,"-54"-26"-9994,0 26 0,1 27 929,-1-28 544,2 30-255,25-28-674,0-1-159,25 1 63,2-2-159,26 2-161,26-27-224,-26 0-160,26 0-481,2-27-608,-30 27-1185,3-25-2755</inkml:trace>
  <inkml:trace contextRef="#ctx0" brushRef="#br0" timeOffset="57882.31">11221 15418 13004,'0'55'1409,"0"-28"-1153,0 26 1314,26-28 256,-26 29-481,27-1-1057,-27-1-640,28 1-513,-4-26-512,-24-27-2147</inkml:trace>
  <inkml:trace contextRef="#ctx0" brushRef="#br0" timeOffset="58343.33">12174 14997 14701,'0'0'289,"0"0"-1058,-27 25 705,2 2 96,-2 0 64,1-1 96,-1 1 0,0 0 353,2-2 416,25-25-64,-27 27-129,27 26-31,27-26 96,-2-1-257,29 28-287,-28-29-97,26 0-128,2-25 64,-1 28-96,-1-28-480,-25 27-321,-1-27-1249,-26 0-3139</inkml:trace>
  <inkml:trace contextRef="#ctx0" brushRef="#br0" timeOffset="58495.34">12095 15578 17744,'0'27'641,"0"-27"-97,27 0 674,-2 27-225,29-27-705,-1 0-384,-1 0-961,-25 0-545,27 0-1537,-3 0-10570</inkml:trace>
  <inkml:trace contextRef="#ctx0" brushRef="#br0" timeOffset="59078.37">13099 15261 14285,'0'-27'1537,"0"27"-1440,0-26 511,-24 26 449,24 0-801,-26 0-416,-29 26 0,28 28 160,3-2 0,24 1-32,0 27 0,0-27-32,24 26-64,31-52 96,-2-1 96,26 1 96,0-27 481,1-27-65,-28 1-95,1-28 95,0 2-127,-53-1-97,0-2-128,-26 5-128,-28 22 160,2-24-320,-1 25-256,0 0-417,1 27 417,-2 0-865,26 27-929,28-27-1281,28 27-2435</inkml:trace>
  <inkml:trace contextRef="#ctx0" brushRef="#br0" timeOffset="59274.39">13815 15340 16655,'-26'0'513,"-1"0"159,27 0 930,0 0-225,-25 0-800,25 28-673,0-28-97,0 25-735,0-25-578,25 25-1697,-25-25-3299</inkml:trace>
  <inkml:trace contextRef="#ctx0" brushRef="#br0" timeOffset="59656.41">14213 15314 14445,'0'0'1602,"-28"0"-1506,4 26 1121,-3 2-673,-1-3-351,1 0-161,1 30-160,26-2-65,26-1-319,1 2-1,28-28 1,23 1 224,-24-27 352,24-27-64,-24 27 128,-2-26 288,1-1 289,-26 0 192,-27 2 96,0-28-161,-27-1-191,0 26 96,-26-22 128,1 22-321,-1 2-384,1 26-192,-2 0-160,28 0-417,-2 0-864,28 0-513,0 26-961,28-26-1633</inkml:trace>
  <inkml:trace contextRef="#ctx0" brushRef="#br0" timeOffset="59966.43">14795 15393 14990,'0'0'448,"0"0"-352,-26 25 481,-2-25-1,1 28-191,27-1-289,0 26-96,0-1 0,0-25 96,27 0-32,1-1 96,25-26 224,-1 0 65,-25 0-225,26 0 96,-1-26-31,-25-1 127,-1-25 385,-26 25 64,0-26-577,0 26 256,-26-26-351,-26 28-1,-2-3-128,1 2-32,1 0-833,-1 26-160,25 0-1025,1 0-1473,27 0-5606</inkml:trace>
  <inkml:trace contextRef="#ctx0" brushRef="#br0" timeOffset="60298.44">15457 15418 12267,'-27'55'1698,"0"-28"-1538,27 26 0,-25-28 1185,50 29-384,-25-1-769,27-26-288,26-2-32,-1 2 96,2-27-64,24 0 96,-24-27 288,0 27 449,-3-52 352,4 25 352,-29-26 353,-26 1-737,0-1-352,-54-1-417,0 1 193,-24 0-385,-1 27-32,26 0-321,-26 26 418,26 0-706,-1 0-1185,29 0-992,-2 26-2563</inkml:trace>
  <inkml:trace contextRef="#ctx0" brushRef="#br0" timeOffset="60737.47">16515 15076 11947,'27'0'2370,"-27"0"-1986,-27 26 1410,27 28 416,0-2-544,0 28-577,0-28-256,0 26-161,0 4-255,27-4-321,0 2-128,-1-1-160,0-26-577,0 1-609,1-28-960,-27 0-2050</inkml:trace>
  <inkml:trace contextRef="#ctx0" brushRef="#br1" timeOffset="66192.78">17257 15418 13356,'-54'0'833,"28"28"-545,26-28 385,0 27 672,0 0-224,0-1-512,53 26 320,0 2-289,-1 26-191,30-28-161,23 28 0,-26-2-352,26 2 96,2 0-32,-29-26-32,-24-29-224,-2 28 32,2-26-193,-3 0 33,-24-1-225,27 1-127,-27-27-161,-27 0-865,0 0-1505,0-27-3235</inkml:trace>
  <inkml:trace contextRef="#ctx0" brushRef="#br1" timeOffset="66409.8">18157 15446 16399,'-28'0'1121,"1"27"-993,3 26 513,-31 26 864,-23 1-448,-2 25-352,-26 27-385,1 0-224,24-25 0,2 0-192,26-2-224,-26 2-289,26-27-448,1 24-640,25-50-2211</inkml:trace>
  <inkml:trace contextRef="#ctx0" brushRef="#br1" timeOffset="79181.53">10905 13406 8872,'-27'0'1601,"0"0"-383,27 0-258,0-26 322,0 26 223,0 0-352,0 0-929,54 0-31,-2 0-33,53-27-64,2 2 32,50 25-32,3 0-32,-1 0-64,27 0 0,-27 0 0,-2 0 0,-25 25 0,27-25-32,-26 27 0,-1-27 0,-52 0 64,-1 0 32,-26 0-64,-25-27 64,-4 27 0,3-25 128,-27 25-128,0-28-31,0-24 31,0 25-32,0-26 32,0 1-64,0-3 0,0-24 32,0-26-64,0-2-32,0 1 96,0 0-32,0 1-161,0-2 129,0 2-64,0 24 96,0 2-192,-27 26 128,27 26 64,0-25-96,-24 52 160,24-27-192,-28 1 64,28 26-64,0 0 32,0 0-32,0 0-97,0 0 65,-26 0-32,-1-27-64,0 27-65,-51 0-127,-28 0 128,-2 0 128,-48-27 256,-4 27-128,2-25-33,-2 25-351,-24 0-96,25-27 95,-26 27 129,25 0 224,1 27 32,54-27 160,26 0-96,-2 25 64,30 2-96,23 0 32,1-1-64,1 1 96,26 0-64,0-27 32,0 25 192,0 2 0,0 1 96,26 24 289,-26 0 160,27 29-33,-27-1-223,28 52-257,-28 0-96,27 27 0,-3-1-96,4-24-96,25-2-256,-26-26 224,-2-27 96,2 1-192,-27-28-545,0-24-1121,0-3-2498</inkml:trace>
  <inkml:trace contextRef="#ctx0" brushRef="#br1" timeOffset="80868.62">12862 14625 1249,'0'-27'3715,"-27"1"-2145,27 26 416,0 0-641,0 0-673,-25 26-63,25 28 320,0-2-192,0 29-353,0 24-64,0-25-160,0 26 1,0-26 127,0 25-128,0 2-96,0-2-32,0 0 32,-27-25 0,27 26 385,-26-26-33,26-2-64,0-24-159,0-28-129,0 1-64,0 26 64,0-26 0,26 25-32,-26-24 96,27-3 96,-27-25 64,25 27-95,2-27-1,26 27-128,-25-27-32,23 0-64,-23 26 0,25-26-96,-1 0-65,2 27 1,24-27 192,-24 25-32,-2-25-32,1 0 32,26 27-32,-26-27 64,26 0 64,2 27 128,-2-1 65,27 1-225,0-27 0,27 27 0,-1-27-64,0 0 0,0 0-64,28 0-33,-28 0 33,27 0 0,-2 0 64,2 0 0,1 0 0,-28 0 32,26 0 32,-24-27-32,-2 27 32,0 0-32,0-27 0,-27 27 0,0 0-32,3 0-128,-29 27-320,-26-27 159,26 0 193,-52 0 128,25 0 64,-26-27 160,1 27 225,-27 0 223,0 0-287,0 0-97,0-26-160,0 26-64,0-27-64,0 0-32,0 2-64,0-2 96,0 1 0,0-28-96,0-24 320,0-4-256,0-22-64,0-2 192,0-1-192,28 28 96,-28-26 0,0-2-192,0-25 288,0-1-288,27 28-128,-27-1 224,0 26 192,24 0 64,-24 27 32,0 28-192,0-3 0,0 2-96,26 0 32,-26 26-257,0 0-127,0 0 96,-26 0 128,26 0 159,-24 0 97,-3 0 1,-28 0-33,5 0 64,-32 0 64,-23 0-64,0 0 32,-27 0 96,-2 0 64,-24-27-32,-28 27-31,2-27 63,-29 27-64,2 0-96,-27 0-96,-29 0 64,30 0-128,-1 0 64,1 0 0,-2 0 0,27 27-96,0-27-192,54 27 32,26-27 63,0 26-351,50-26-737,30 26-929,-1 2-2499</inkml:trace>
  <inkml:trace contextRef="#ctx0" brushRef="#br0" timeOffset="95756.47">19770 6597 5605,'0'0'2370,"0"0"-608,0 0 128,0 0 95,0-25-383,0 25-449,0 0-224,0 0-128,0 0-65,0-27-95,0 27 64,0 0-161,0 0-224,0 0-31,0 0-33,0 0-64,0 0-96,0 0-96,0 0 32,0 0-64,0 0 32,0 27 0,0-27 32,0 25 32,28-25-128,-28 27 32,0-2 32,0 3 0,0-1 32,0-1-128,0 26 224,0-25-224,0 0 128,0 26 32,-28-1-128,28 1 160,0 2-64,-27-3-64,27 0 96,0 28-64,0-28 0,0 28-64,0 0 64,0-1 96,-24 27-128,24 1 64,0-2-96,0 2 96,0-2-96,24 1 128,-24 0-64,0 1 32,0 25-64,0-27 128,0 29-128,0-2 0,0 26 96,0 1-64,0 0 0,0-1 0,27 2 65,-27-1-98,28 0 98,-28 27-97,0 0 128,27-1-128,-27 0 96,26 1-32,-26-1 160,0 0-96,24 1 32,-24 26-96,0-27 32,0 2-96,0 25 160,0-27-64,0 0 96,0 1 65,0-1-193,-24-26 96,24 1-96,0-3 96,0 3 160,0-1-192,-26-1 97,26-24-129,-27 24-64,27-24 0,-28-29 0,28 0 32,0-25-193,0 27-63,0-54-192,0-1-257,-27 2-544,27-1-1057,-24-28-2883</inkml:trace>
  <inkml:trace contextRef="#ctx0" brushRef="#br0" timeOffset="98863.65">21809 8956 11627,'-27'0'1633,"27"0"-512,0 0 385,0 0 63,0 0-416,27 0-608,-1 0-1,1 0-320,0 0-31,25 0-193,2 0-32,-3 0 128,4 0 0,-2 0-96,-28 0-192,29 0-225,-28 0-223,-26 0-321,0-28-289,0 28-1152,0 0-2050,-26 0-5029</inkml:trace>
  <inkml:trace contextRef="#ctx0" brushRef="#br0" timeOffset="99634.7">22762 8558 10602,'-52'0'1409,"52"-26"-320,0 26-352,0 0 191,25 0 194,2 0-482,26-27-480,-1 27-96,28 0 64,-1 0-95,2 27-66,-30-27 33,-23 26-128,-1 1-224,-27-27 0,-27 52 160,-1-25 127,1-1 97,3 1 33,-4 0-1,2-2 32,26 2 32,0 26-32,0-26-32,0 25 0,54 1 32,-30-25-64,3 24 0,28-25 64,-29 26-64,-2-28-32,4 2 32,-28 0 32,0-1 545,-28-26 128,-22 27-193,23 0-63,-52-27-33,25 0-224,-25 0-160,26 0-96,-1 0-32,2 25-672,26-25 31,26 0-1441,0 0-2691</inkml:trace>
  <inkml:trace contextRef="#ctx0" brushRef="#br0" timeOffset="101244.79">25091 9141 15822,'0'0'769,"0"0"-288,27 0 159,25 0 129,28-27 64,-1 27-481,2-26-128,24 26-256,-26 0 64,1 0-256,-1 0-513,-26-27-800,-28 27-1762,29 0-4613</inkml:trace>
  <inkml:trace contextRef="#ctx0" brushRef="#br0" timeOffset="101446.8">25461 8849 11627,'-27'27'576,"27"-1"-416,27 28 577,-27-29 832,0 55 161,28-27-225,-28 26-896,0 1-385,0-28-64,26 28-288,1-27-64,-2-1-897,2-24-320,0-2-1570,-1-26-4452</inkml:trace>
  <inkml:trace contextRef="#ctx0" brushRef="#br0" timeOffset="101805.82">26255 9246 3683,'0'27'7591,"-25"-27"-7431,25 27 257,-27 25 512,27-26-1,0 1-159,27 26-448,-27-27-161,25 0-64,29 2 96,-1-2 128,-1-26 97,1 0 159,-1-26-127,3-2 95,-28 2-31,-27-26 63,0 25 161,0-26-321,-55 26 97,4 2 159,-3-2-415,0 0-257,2 27-353,-1 0-896,26 0-1025,27 27-2563</inkml:trace>
  <inkml:trace contextRef="#ctx0" brushRef="#br0" timeOffset="102584.86">27897 8664 13676,'-27'0'1154,"27"0"-578,27 0 289,-1 0-160,28 0-161,24 0 65,4 0-513,-4 0-64,0 26-64,3 1-321,-29 0-159,-25 25-225,-27-26-64,0 28 193,-27-28 512,-25 28 160,25-29 224,-27 28 193,30-26-161,-3 26-160,27-26-32,27-2-64,-3 29 64,30-1-64,0-26 0,-2 25-31,1-26 31,-26 1-32,-2 0 128,-25-27 160,-25 26 545,-2-26 32,-26 0-225,1 0-127,-28 0-321,1 0-224,-26-26-160,50 26-481,-25 0-672,55 26-1634,-2-26-3971</inkml:trace>
  <inkml:trace contextRef="#ctx0" brushRef="#br2" timeOffset="104528.98">30385 9300 12267,'0'0'1185,"0"0"-448,0-27 608,0 27-96,0 0-352,0 0-128,28 27-289,-2-27-159,-26 25 127,24-25 65,3 27-65,1-1-224,-1 1-64,-27 0 33,26-1-33,-26 0 128,0 0 225,26-26 63,-26 0 33,0 0-225,26-26-128,28 0-64,-2-27-95,1-27 31,26 1-32,1-1-32,25 2-64,2-29 96,25 28-64,-27-27-32,2 54-320,-29-2-353,-50 28-704,-1-1-769,0 27-1858,-27 0-9097</inkml:trace>
  <inkml:trace contextRef="#ctx0" brushRef="#br0" timeOffset="112204.4">21730 11472 14477,'-27'0'1281,"27"0"-640,27 0-417,0 0 321,25 0-193,1-27-320,26 27-64,-25 0-512,24 0-642,-24-25-896,25 25-1793,1-28-4645</inkml:trace>
  <inkml:trace contextRef="#ctx0" brushRef="#br0" timeOffset="112463.43">22842 10730 12427,'0'-26'1057,"0"26"-704,0 26 95,0 0 641,0 2 64,0-2-384,0 26-417,0 28-192,0-26-96,0-1 0,25-1 97,2-25-289,-27 26-1,27-26-351,-1-2-641,1 2-897,-27-27-1505,0 26-5702</inkml:trace>
  <inkml:trace contextRef="#ctx0" brushRef="#br0" timeOffset="112658.43">22683 11420 13292,'-26'25'1634,"26"-25"-1058,26 0-352,26 0 513,-25-25 224,53 25-224,-1-28-385,26 2-192,-24 26-64,-2-26-96,-2 26-833,-22-27-1152,-28 27-2660</inkml:trace>
  <inkml:trace contextRef="#ctx0" brushRef="#br0" timeOffset="113025.46">22894 11710 13965,'0'27'352,"0"0"-128,53-27 289,-26 0 864,25 0-352,1 0-961,-1 0-32,3 0-320,-28 0-64,-1 0 31,-26 26 1,0-26-96,0 27 95,-26-2 257,26 2 32,0 0 32,0-1-32,0 1 32,0 0 0,0-2 96,26 2 32,-26 1 64,0-3 65,0 2 63,0-1 193,0-26-33,-53 26-160,25-26-96,-23 0-95,-30 28-97,29-28-32,-1 0-289,-1 0-351,29 0-609,25 0-289,0 0-992,0 26-2659</inkml:trace>
  <inkml:trace contextRef="#ctx0" brushRef="#br0" timeOffset="113466.49">24589 11498 14381,'-27'0'481,"27"0"-610,0 0 258,27 0 511,25 0 225,1 0-224,-1 0-417,1 0-192,29 0-64,-30-26-577,1 26-672,-26 0-1153,-2-27-2371</inkml:trace>
  <inkml:trace contextRef="#ctx0" brushRef="#br0" timeOffset="113653.5">24799 11181 10986,'-26'79'1794,"26"-26"-994,0 0-191,0 26 352,0 1-128,-27-1-449,27 1-352,27-27-96,-1 0-192,2-1-257,-1-25-223,24-27-546,3 0-1120,0 0-2787</inkml:trace>
  <inkml:trace contextRef="#ctx0" brushRef="#br0" timeOffset="113883.51">25118 11737 6982,'0'0'3908,"0"0"-2211,0 27-479,0-1-258,0 1-287,0-2-385,27 2-95,25-27-1,1 27-96,-1-27-32,-25 0 96,27 0 96,-27 0-31,-3-27 31,-24 0 0,-24-25 160,24 26-95,-55-1-33,2-26-64,28 26-128,-29 2-96,1 25-32,1 0-801,25-28-1184,1 28-2948</inkml:trace>
  <inkml:trace contextRef="#ctx0" brushRef="#br0" timeOffset="114442.54">26943 10836 9673,'-26'0'961,"0"0"-641,26 26 673,-26 28 352,26-2 0,-27 1-256,27 27-736,0-27-289,0 26 0,27-26-128,-1 1-32,0-2-417,0-24-256,1-3-704,0 2-1153,-27-27-3652</inkml:trace>
  <inkml:trace contextRef="#ctx0" brushRef="#br0" timeOffset="114708.56">26546 11632 2466,'-27'0'12844,"3"0"-12396,24 0-512,24 0 513,3 0 576,1 0-353,25 0-543,26 0-65,26 0-64,1 0 32,2 0 32,24 0-64,-27-28-96,0 28-289,-25 0-384,-1-26-1312,-24 26-3140</inkml:trace>
  <inkml:trace contextRef="#ctx0" brushRef="#br0" timeOffset="115088.58">26891 11922 12011,'-26'27'96,"26"-27"-64,26 27 545,0-27 576,27 0-96,2 25-769,-5-25-160,-23 27-128,28-27-96,-29 28-32,-26-28-32,0 25-33,0 2-63,0-27 224,-26 26 128,-1 0 0,-1 2 33,28 25 63,0-26 64,0-2 0,0 3 32,0 24 129,28-25 127,-28-1-127,27-26-321,-27 27 576,0-27-543,0 0 511,-27 0-127,-1 0-289,-23 0-32,-30 0-192,28 0 0,1 0-192,-28 0-705,28 0-1153,25 0-2050,0 0-7719</inkml:trace>
  <inkml:trace contextRef="#ctx0" brushRef="#br2" timeOffset="120601.89">28849 11896 13100,'0'0'737,"0"0"-161,0 0 930,0 0 127,0 0-672,0 0-256,0 0-129,28 26-384,-28-26 1,26 27-65,-26 0 32,0-27 32,0 25 0,0-25 129,27 27 95,-27-27-160,0 0 513,0 0-32,0-27-33,0 27-159,25-25-161,-25 25-160,27-27 129,0 0-193,26-26-128,-1 26-32,56-51 32,24 24 0,52-52-32,1 27-32,-25-26-224,-28 25-225,-53 0-384,-26 53-800,-27 2-321,-26-2-1281,0 0-8232</inkml:trace>
  <inkml:trace contextRef="#ctx0" brushRef="#br2" timeOffset="121611.95">28690 11764 7719,'-25'-27'2370,"-2"0"-2306,27 1 1281,-27 26 641,27-27-32,0 27-192,0 0-673,0 0-417,0 27 193,27-1 64,-27 1-352,27 0-129,-2 26-160,28-28-63,-25 29-129,23-28-160,4 1 96,-29 0-321,1-2-704,-2-25-736,2 0-1410,-27 0-5445</inkml:trace>
  <inkml:trace contextRef="#ctx0" brushRef="#br2" timeOffset="125580.18">10930 16453 9705,'0'0'1409,"0"-27"-448,-25 27 288,25 0 96,0 0-384,0 0-608,0 0 63,0 0 257,0 27-1,0 0 33,25 25-225,-25-24-191,27 24-33,-1 28-384,1-27 416,0 26-224,-2-26-32,2 0-32,-1-1-32,1 2-64,0-28-416,-2 1-161,-25 0-865,0-2-2049,0-25-6054</inkml:trace>
  <inkml:trace contextRef="#ctx0" brushRef="#br2" timeOffset="125898.2">10613 16850 13164,'-80'0'929,"54"0"-353,26 0 1,0 0 352,0 0 192,0-26-481,26-1-351,0 2-193,28-29 320,-2-26 1,-26 28-33,29-29-192,-4 29-288,3-1 384,0-1-224,-29 2 33,28 26-97,-26-1 128,25 27-256,-25 0 544,-1 27-320,1-1-32,25 1 0,-25 25-96,26-25-128,-1 26-417,-25-26-416,27-2-1665,-27 2-5318</inkml:trace>
</inkml:ink>
</file>

<file path=ppt/ink/ink4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5:10:43.283"/>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FFFF"/>
    </inkml:brush>
    <inkml:brush xml:id="br3">
      <inkml:brushProperty name="width" value="0.05292" units="cm"/>
      <inkml:brushProperty name="height" value="0.05292" units="cm"/>
    </inkml:brush>
  </inkml:definitions>
  <inkml:trace contextRef="#ctx0" brushRef="#br0">7000 6696 12299,'0'27'1217,"28"-27"-1761,-4 0 928,2 0 417,29 0 32,-4 0-129,30-27-191,-2 27-161,1 0-256,-28 0-64,28-25-32,-28 25-192,-26 0-833,29 25-1089,-55-25-2082,24 0-3972</inkml:trace>
  <inkml:trace contextRef="#ctx0" brushRef="#br0" timeOffset="244.01">7476 6749 9096,'-52'55'320,"52"-3"769,0 0-448,25 3-160,2-3 31,-1-27 193,1 30-257,25-3-160,-25-26 65,-1 28-97,-26-28 224,0 0 289,0 0-96,0 1-33,-53-27-95,28 27-321,-29-1-160,-24-26-32,24 0-96,1 27-288,1-27-161,25 0-736,1 0-833,-2 0-1858,28 0-5475</inkml:trace>
  <inkml:trace contextRef="#ctx0" brushRef="#br0" timeOffset="511.02">8085 6881 2562,'28'-52'7591,"-56"27"-5957,28 25-161,0 0-352,-27 25-352,27 2 224,-26-2-96,26 30-417,-27 24-31,27-26-129,-27-1 64,27 28 1,0-27-289,0-27-32,0 27-64,27 0-257,-27-26-735,27 0-578,-1-2-640,29-25-1057,-31-25-6086</inkml:trace>
  <inkml:trace contextRef="#ctx0" brushRef="#br0" timeOffset="944.05">8614 6963 14221,'27'-55'1313,"-27"55"-1601,-27 0-32,27 0 63,-26 0 33,-1 55 256,0-30-32,2 55 0,-2-28 64,27 1-64,0 1 128,27-2-64,-2 1-32,29-26 65,-1-27 159,-1 26 288,1-26 65,-1-26-97,3-1-63,-2 0-129,-29 1 64,4 0 1,-1-27-193,-27 0-32,0 1-224,-27 25-224,-25-26 128,-1 26 32,-26 2-97,25 25 33,-25 0 128,26 25 0,26 2 32,0-2 128,27 30-96,0-30 128,27 2 32,26-1 65,-1 1-33,2 0-64,24-27-96,4 0 64,-32 0-416,5 0-641,-28-27-1217,25 27-2210</inkml:trace>
  <inkml:trace contextRef="#ctx0" brushRef="#br0" timeOffset="1182.06">8930 6617 15246,'55'0'576,"-28"27"225,25-27 545,28 27-1,-27-2 160,26 28-608,-25 2-416,25-3-193,-26 28-64,-1-28-160,-25 28 0,-27-28-32,0 28 0,-27-27-224,-25-1-417,26 28-736,-29-26-256,-22-1-1218,22 27-4932</inkml:trace>
  <inkml:trace contextRef="#ctx0" brushRef="#br0" timeOffset="10975.62">3877 5583 2274,'0'28'864,"0"-28"-31,0 0 288,0 0 161,0 0 127,0 0-224,27 0-64,-27 25-160,0-25-384,0 0-97,0 0 32,0 28 1,0-28-65,0 27-63,0-27-33,0 0-32,25 25-95,-25-25-97,0 27-64,0-27-32,0 26 0,0-26-32,0 27 32,0 0-32,27-27 96,-27 26-288,0-26 480,26 26-288,-26-26 32,0 26 32,0-26-64,0 27 64,0 0-64,0-27 32,27 26-32,-27 1 96,0-27 32,0 27 33,27-2-33,-27 3-32,0-28-32,0 25-64,25 2 32,-25 1 32,0-3-32,0-25 32,27 27 0,-27 0 64,0-27-64,26 25 0,-26 3-32,0-1 96,0-27-95,27 25 31,-27 2 32,0-2 0,0 3 0,27-28 0,-27 27 0,0-1 64,0 0-160,0-26 128,25 26 64,-25 1-95,0 0-33,0-27-32,0 26 0,27 1 32,-27 0 0,26-27-32,-26 25 0,0 2 64,0-1-32,0 1 0,28 1-64,-28-3 64,0 2-64,0-2 0,27 2 32,-27 1 64,0-1 0,24-2-96,-24 2 289,0 26-193,27-26-96,-27-2 96,28 2-64,-28-1 32,0 1-32,26 26-64,-26-27 160,27 27 0,-2-26-96,-25-1-32,27 28 32,-27-29 32,27 28-32,-27-26 0,0 26 32,26-26-64,1 25 96,-27-24-63,25 24 31,-25-25-64,27 26 32,0-26 32,-27 25 64,26-26-160,1 28 64,-27-28-32,25 2 128,2 23-96,-27-23-64,27-3 64,-27 29 32,26-28 64,-26 1-96,28 0-32,-1-1 64,-27 1-32,24-2-64,-24 2 32,27 0 96,-27-1-64,28 1-32,-28 0 64,0-2-64,26 2 32,-26 26-32,27-26 64,-27-1-96,25 0 97,-25 2-65,27-3 96,-27-25-96,27 28 64,-27 24-64,26-25 0,1-1 160,-27 1-224,25-2 96,-25 2-32,27 0 32,-27 26-64,27-26 96,-27-2-64,26 2 0,1-1 32,-2 28 0,-25-28 0,27 0 32,0 28-64,-1-28 32,-26 2 0,28-3 32,-4 28-64,3-26 32,-27 0 0,28-1 96,-1 1-32,-1 25-128,-2-25 96,4-1 65,-28 1 31,27 25-160,0-25 0,-1-1 96,0 28-32,0-28 64,1 0 0,-27 2-96,27-2 64,-1 0 32,0 0-160,-26 1 128,26 0-128,1-1 64,-27 1-32,27 0 0,1-2 32,-28 3-32,26-3-32,-2 29 128,-24-28-31,27 1-1,1 0-64,-1-2 0,-27 2 0,26 26 96,-2-26-128,4-1 96,-28 0-128,27 2 96,0-2-32,-1 0 0,-26 0 0,26 28 0,0-28 32,1 0 0,-27 2 0,27-3-64,-1 3 64,0-3-32,-26 2 32,26 0-64,1-1 32,0 1 32,-27 0 0,28-2-32,-4 2 64,-24-1-64,26 1 0,-26 0 0,27-1-64,1-26 128,-28 26-64,27 2 0,-3-3 0,-24 2 0,28-1 0,-2 1 0,-26 0-64,27-27 160,0 26-64,-2 0-64,-25 2 64,27-28-96,-1 25 160,1 2-128,0-1 64,-2-26 32,2 27-96,-1-27 0,1 27 64,0-1-96,1-26 160,-4 27-96,2-2 0,2-25 64,-1 27-96,0-27 32,-3 27-32,4-1 64,-2-26-32,1 27 0,0-27 64,25 27-64,-26-27 0,1 25 0,0-25 32,-2 27 32,28 1-64,-26-28-32,0 25 64,25-25-64,-26 27-32,29-27 160,-31 0-128,31 26 64,-29-26-32,1 26 32,25-26-32,-25 28 0,26-28 64,-28 26-128,2-26 128,0 27-96,-1-27 96,1 27-96,25-27 64,-25 25 0,-1-25 0,2 0-32,-1 28 0,-3-28 64,4 25-31,-1-25-1,-1 0 64,1 27-64,-2-27-128,2 27 192,0-27-128,-27 0 64,26 26 32,1-26-96,-2 0 32,2 0 128,-27 27-96,27-27-64,-1 0 64,1 0-96,-2 27 160,2-27-160,0 0 160,-1 0-128,-26 25 32,28-25 0,-4 0 0,3 0-32,28 0 64,-29 27 32,-2-27-96,4 0 0,-1 0 32,26 0 32,-27 26 128,0-26-224,1 0-32,0 0 128,26 0-64,-28 27 96,2-27-64,0 0 0,27 0 0,-30 27 0,3-27 0,28 0 0,-29 0 32,26 0-32,-25 26 64,26-26-64,-27 0 0,0 0 0,28 0 0,-28 0 32,26 26-64,-25-26 32,0 0 0,25 0 0,-26 0-32,29 0 32,-28 0 32,-3 0-64,30 0 160,-27 0-224,25 28 96,-25-28 0,26 0 32,-26 0-64,25 0 96,-26 0-128,1 0 96,28 0 64,-31 0-192,2 0 64,29 25 32,-28-25 0,-3 0 32,30 0-64,-27 0 32,25 27 32,-25-27 0,26 0-96,-26 0 64,25 0 0,1 26 0,-26-26 32,25 0-32,-26 0 0,29 27-32,-4-27 96,-23 0-64,25 0-64,-28 27 160,29-27-96,-28 0 0,28 0 0,-2 26 64,-26-26-128,29 0 64,-4 0 0,-25 27 0,29-27 0,-31 0 32,31 0-64,-29 0 64,1 25-64,-2-25 32,2 0 0,0 0 0,-1 27 0,1-27 32,25 0-32,-25 0-32,26 0 128,-28 0-160,29 0 32,-28 0 32,26 0 0,-25 0 0,1 0 0,25 0 0,-29 0 96,31 28-192,-28-28 96,26 0 32,-1 0 0,-25 0-64,26 0 64,-1 0-96,-25 0 64,27 0 0,-3 0-32,-23 0 96,-1 0-96,-1 0 96,26 0-128,-25 0 32,0 0 0,25 0 32,-26 0-32,28 0 0,-28 0 32,0 0 0,27 0-32,-26 0 64,1 0-64,22 0 64,-23 0 0,1 0-128,23 0 128,-23 0 0,-2 0-96,28 0 32,-29 0-32,2 0 64,-1 0 64,1 0-128,26 0 32,-27 0 0,0 0 32,28 0 32,-26 0-96,22 0 64,5 0 32,-28 25-64,25-25 64,28 0-32,-28 0-96,1 0 160,-1 0 0,1 0-224,1 0 256,-2 0-96,2-25 0,-3 25 32,4 0-160,-2 0 128,26 0-64,-26-28 96,-1 28-64,28 0 32,-28 0 32,-25 0-96,27 0 32,-3 0 128,-23 0-224,25 0 160,-1 0-64,2 0 0,-28 0 64,26 0-32,-25 0 32,26 0-32,-26 0 0,25 0 32,-25 0 32,-1 0-289,26 0 482,-25 0-257,1 0 32,-1 0 32,23 0-64,-22 0 0,-1 0 0,0 0 64,-1 0-32,-26 0-96,0 0 32,0 0 32,0 0 0,0 0 0,27 28-64,-27-28 0,0 0 64,25 0-64,-25 0-321,0 0-576,27 0-704,-27 0-1154,0-28-5509</inkml:trace>
  <inkml:trace contextRef="#ctx0" brushRef="#br1" timeOffset="28845.64">6258 10644 864,'0'0'1474,"0"0"-770,0 0 674,0 0 159,0 0-352,0 0-384,0 0-64,0-27 160,0 27 160,0 0-32,0 0-257,0 0-191,-26 0-193,26 0 33,0 0-1,-26 0-192,26 0-192,-26 0-96,-1 0 32,0 27-64,-1-27 32,4 27-64,24-27 64,-26 26-32,26 0 32,0 2 64,0-28-64,26 25 32,-2 3 32,4-3 0,-1-25 0,26 0 96,-27 0 64,0-25 32,28 25 0,-28-28-64,0 3 32,-26-3 1,0 2 31,0 0-32,0-1-32,-26 0 0,0 27 32,-1-26 32,-26 26-95,27 0-161,-27 0-33,26 0-31,-1 26-160,4 1 0,24-27-33,0 27 1,24-1 96,-24 0 128,28 2 32,-1-28 0,0 0 64,-1 25 96,0-25 64,0-25 128,1 25 33,0-28-161,-27 28 0,0-26 32,0 0-96,0-1-64,-27 0 32,0 27 0,1-26 96,-26 26-192,25 0-96,-28 26 64,31-26 0,24 27-32,0 0 32,0-27 64,0 26 32,24 0 0,4-26 32,-1 0 0,0 0 96,25 0 65,-26 0-1,1-26 64,-27 26 96,0-26-95,0-1-97,0 0-96,-27 1 0,1 26 0,0 0-64,0 0-64,-1 0-160,0 0 192,27 0-160,-28 26 32,28 1-65,0-27 1,0 27 32,28-1-64,-1-26-513,0 26-1153,-1-26-3202</inkml:trace>
  <inkml:trace contextRef="#ctx0" brushRef="#br0" timeOffset="38675.21">6628 10247 4356,'0'0'2626,"0"-27"-2209,0 27 383,28 0 738,-28 0-289,26-27-576,1 27-257,0-25-192,25-3-64,1-24 97,26 25 95,1-26-96,-2 26 0,4-25-31,-4-2-65,1 28 0,-26-27-96,26 26-64,-52-26 0,26 28-288,-53-2-929,27 0-2115,-27 1-6019</inkml:trace>
  <inkml:trace contextRef="#ctx0" brushRef="#br0" timeOffset="38920.21">7265 9557 9160,'52'-25'-96,"-25"25"0,26-27 224,-1 27 833,1-26 705,1 26-577,24-27-289,-23 27 65,24 27-32,-26-27-96,-28 26-193,2 1-384,-27-2-32,0 29 33,0-28-33,-27 28-32,27-29 0,-25 2-128,-2-1-192,1 1-513,26 0-1185,0-1-1825</inkml:trace>
  <inkml:trace contextRef="#ctx0" brushRef="#br0" timeOffset="39743.25">8958 9133 6566,'-28'-26'1089,"28"26"-288,-24 0-193,-2 0 193,-1 0-161,-1 0-447,1 26-193,3 1-32,-4 0 32,2 25 64,-1 2 160,0 0-128,27 24-32,-25-24-64,25-1 32,25 26 0,2-53-32,26 28 64,26-29 0,-24 2 224,23-27 193,2 0 288,-1 0-129,1-27-416,-1 2-95,-25-29-33,-3 28 64,4-28 0,-29 2 96,-26 26-64,0-28-31,-26 1-161,-29 0 0,4-1 96,-30 28-64,-24 0-64,-1 0-96,26 26 31,-25 0 33,26 26 64,-2 26-128,54-24 64,2 26 64,50-29 0,2 28 96,26-26 96,26 0-63,2-27-33,25 26-32,-28-26 32,29 0 0,-28 0-96,-25 0-288,-3 0-1698,4 0-2915</inkml:trace>
  <inkml:trace contextRef="#ctx0" brushRef="#br0" timeOffset="43335.47">7184 7863 3138,'-24'0'2595,"24"0"-1986,0 0 31,24 0 225,-24 0 704,0 0-31,28 0-930,-2 0-319,28 0-193,-2 0 0,28 0 0,-2 0 384,28 0 1,26 0-289,28 0-96,-2-27 0,29 27-32,-3 0-32,1 0-32,-1 0 32,3 0 32,-2 0-32,-51 0-128,-2 0-320,-54 0-129,2 0-479,-54 0-2596</inkml:trace>
  <inkml:trace contextRef="#ctx0" brushRef="#br0" timeOffset="49784.84">2528 10644 2017,'0'27'897,"0"-27"-416,0 26 928,0-26 353,0 26-289,0 2-832,0-28-417,0 25-64,0-25 96,0 28 225,0-28 31,0 0-191,0 0-129,0 0 32,26 0-64,-26 0 0,0 0-32,0 0-96,0 0 65,0-28 127,0 28 32,0-25-160,0 25 64,0-28 128,0 28 65,0-26 31,0 26 1,0 0 31,0 0-288,0 0-160,0 0 32,0 0 96,0 26-96,0 2 0,0-3 0,0 28 0,0 27 0,0 26-32,24 0 64,-24 26-32,0 27 0,0 1 0,0-28-96,0 0 96,0 1 32,27-26 0,-27-28 0,0 26-32,28-25 32,-28 27 32,0-29-96,27 2 96,-27-1-64,0 1-128,26-28-224,-26 3-97,0-3 65,0-26 224,0 28 64,0-28 64,24 0 64,-24 2-32,0-28 0,0 0-1089,0 0-1826,0 0-2178</inkml:trace>
  <inkml:trace contextRef="#ctx0" brushRef="#br0" timeOffset="50152.86">2528 12737 5861,'0'27'769,"0"0"-289,0-2 1826,0 3 673,0-1-1185,26 25-673,-2 1-320,3 0-257,1-27-127,-1 27-65,23-26-288,-22-1-64,-1-26 64,0 0-64,-27 27 0,26-27-96,0-27 96,0 27-64,-26-26-96,27-26-417,0-2-928,-27 28-1986,0-28-5894</inkml:trace>
  <inkml:trace contextRef="#ctx0" brushRef="#br0" timeOffset="50679.89">2473 10963 4612,'-27'25'737,"27"-25"-769,0 27 320,0-27 1698,0 0-449,0-27-864,0 27 96,0-25 191,27-2 1,-27 0-288,0 1-129,0-28-63,27 29-225,-27-3 161,0-25-129,28 27-128,-28 0 64,0-1-192,0 27-160,26 0 288,-26 0 64,0 27-224,24 25 65,3 1-258,28 0-159,-29 1-609,26-28-1345,-25 28-6502</inkml:trace>
  <inkml:trace contextRef="#ctx0" brushRef="#br0" timeOffset="52364.99">8614 10008 5445,'0'0'2210,"27"0"-2434,-27 0 896,0 0 994,25 0 256,29 0-641,0 0-577,-3-27-191,30 27-33,-2 0-223,26-26-33,2 26-192,0 0 0,-30 0-32,28 0-256,-50 0-737,24 0-1281,-26 0-4453</inkml:trace>
  <inkml:trace contextRef="#ctx0" brushRef="#br1" timeOffset="57510.28">9381 12313 5285,'-27'-26'2146,"27"-1"-417,-24 27 321,24 0-160,-26 0-353,-2-25-864,28 25-513,-27 0-128,0 25-32,27-25-64,-25 0 0,25 27 32,0-1 64,0 1 0,0 0 0,0-1-32,0 0 0,25 2 0,2-3 64,0-25 0,1 27 192,-2-27 129,-2 0-97,3-27-96,-27 27 0,28-25 1,-28-3-97,0 28 64,0-26-64,0 0-64,-28-1 32,28 0-64,-27 1 32,-23 26-96,22 0 0,1 0 0,0 0-64,2 0 0,-2 26 32,27 1 32,0 0 32,0-1-1,27 0 33,-2 2 33,29-28-1,-26 0 64,22 0 96,-23 0 64,1 0 96,-1-28 33,-1 2-65,-26 0-192,0-28 0,-26 28-32,-1-1-64,-1 2 0,1 25-384,3-27-64,24 27-1186,-26 27-3362</inkml:trace>
  <inkml:trace contextRef="#ctx0" brushRef="#br1" timeOffset="61819.53">7184 7968 7911,'-24'0'1249,"24"-27"-1025,0 27-63,0 0 703,0 0 193,24 27 0,4-27-384,25 0-257,-1 0-191,1 0 31,26 0-64,28 0-32,-1-27 257,26 27-225,0 0-64,27 0-64,-26 0 32,26 0 0,-27 0-32,0 0 0,1-26 0,-1 26 0,0-26-32,-53 26-32,1-26-192,-55 26 96,2 0 96,0 0-224,-27 0-289,0 0 65,-27 0 64,27 0 31,-27 0 129,2 0 96,-2 0 0,1 0-321,-1 0-63,0 0 288,-25 0 128,-1 0-225,-2 0-159,-22 0 160,22 0 127,-23 0 1,-1 0-256,-28 0 31,2 0 385,0 26 160,-29-26 225,29 0 351,-27 0 129,25 0-96,1 0 224,0 0-288,1 0-321,25 0 32,28 26-96,-1-26-159,26 0-65,27 0-160,-25 26-1,50-26 1,-25 0 96,53 0 96,-26 0-96,52 0 0,1 0 0,-2 0 65,28 0-33,27 0-32,-1 0 96,0 0 64,28 0 64,-1 0 128,-1 0-95,-26 0-161,28 0 0,-28 0-32,0 0-32,-26 0 32,-1 0-64,0-26 0,-50 26 0,-2 0-224,-27 0-97,-26 0-95,0 0-385,0 0-1153,-26 0-1569,-27 0-3363</inkml:trace>
  <inkml:trace contextRef="#ctx0" brushRef="#br1" timeOffset="62976.6">9486 11811 10345,'-24'0'1121,"24"0"-480,0 0 160,0-28 96,24 28 31,4-27-575,-1 2-225,26-2-96,-1-26 96,2-1 0,24 2 96,-24-1 33,24 0 31,-23-27 0,-4 28-160,3-2-96,0 1-64,-29 28 32,2-3-160,-1 2-32,1 0-96,-27-1-321,0 27-544,0 0-833,-27 0-1569,27 0-3043</inkml:trace>
  <inkml:trace contextRef="#ctx0" brushRef="#br1" timeOffset="63235.61">10070 11015 7655,'-26'-27'1505,"26"27"-736,26 0-545,1 0 193,0-25 383,-2 25-479,2-27-289,26 27 0,-26-27 192,25 27 192,-26 0-31,28-26-161,-26 26-160,22 0 32,-22 26 32,-28-26-96,0 27 32,0-27 128,0 52-64,-28-25-160,2-1 32,26 28-64,-24-28-32,24 0-352,-28 2-513,28-3-801,28-25-2113</inkml:trace>
  <inkml:trace contextRef="#ctx0" brushRef="#br1" timeOffset="63928.65">10917 10565 5925,'27'-26'801,"-27"26"-481,0-28 673,0 28 320,-27 0-63,27 0-610,-27 0-448,1 0-96,-1 28-32,2-2-31,-2 26-33,0 2 0,27-2-65,0 1 33,0 0 0,27 1-32,25-1 64,1-1-64,-26-25 64,25-1-224,29 1 160,-30-27 96,4 0 32,-2 0 64,-28-27 96,29 1 97,-1-1 223,-26 2 257,-2-29-32,2 1-257,-27 1-224,0-1-223,-27-1 31,-25 1-128,-1 0 0,-1 27 32,-24 0 96,-28 26 0,25 0 288,2 0-384,1 26-64,24 0 32,28 0-64,26 28 96,0-28-96,53 28 128,-1-29 32,28 3-96,-1-3 32,2 2 32,-2-27-96,-1 0 64,2 0 32,-1 0 0,-26 0-32,-26 0-545,1 0-1408,-28 0-3653</inkml:trace>
  <inkml:trace contextRef="#ctx0" brushRef="#br2" timeOffset="138152.9">12558 11041 8263,'0'-26'2563,"0"-1"-1602,0 27 288,0 0 224,0 0-800,0 0-289,0 27 1,0-1-161,0 28 64,0-2 225,-26 28 31,-1 26-95,0 0-129,-25 27 64,-1-28-96,-2 1-95,31 0-97,-29-26 0,25-26 64,1 24-224,27-24 32,-24-28-64,-4 1-257,28 0-287,-26-2-321,26-25-897,0 0-704,0-25-3140</inkml:trace>
  <inkml:trace contextRef="#ctx0" brushRef="#br2" timeOffset="138419.91">12002 11731 13132,'0'0'544,"-26"25"-576,26-25 257,0 27 864,0 26 160,0 0-416,0 1-513,0-1-224,0 27 160,0-28 129,26 1 95,-26 1-128,27-29 129,25 2 95,1-27 1,-1 0-353,3 0 32,22-27-192,5 2-64,-29-2-288,26 27-448,-26-27-1186,-28 27-1986,-25 0-8872</inkml:trace>
  <inkml:trace contextRef="#ctx0" brushRef="#br2" timeOffset="142176.13">12268 12684 4580,'-55'0'-32,"28"0"-160,3 0-1,-4 0 482,28 0 1568,0 0 290,0 0-258,0 0-159,0 0-513,28 0 0,-28 0-128,24 0-224,31 0-288,-2 0-225,-1 0-160,28 28 64,-1-28-256,26 0 64,3 0-32,24 0 1,-26 0-66,26 0 66,28 0-33,-28 0-33,25 25 66,2-25-194,-27 0 33,0 27 96,1-27-64,-1 27 96,0-27-96,-24 25-32,24-25 96,-27 0 64,27 28 0,-26-28 0,-1 0 0,3 0 32,-29 0-32,-1 0-64,2 0 96,-1 0-64,2-28-32,-57 28 96,31 0-128,-28-25 96,-1 25-32,-26 0 32,0 0-32,0 0-32,0 0 0,0 0 0,0 0 64,-26 0-192,-1 0 0,-1 25 32,-23-25-161,23 0 1,-25 0 32,1 0 64,-28-25-65,1 25 65,-26 0 128,-3 0 32,3-27 0,-54 27 64,0 0 0,2-27 128,-3 27 1,-25 0-129,25 0 128,4 27 160,-4-27 64,1 0-127,27 0-161,-1 0 0,27 0-32,0 0 64,27 0-32,-26 0-32,23 0-96,4 0 128,24 0-32,2 0 128,-1 0-224,1 0 32,25 0-96,-26 0 192,26 27-192,-1-27 160,4 0-32,24 0 64,-26 0 193,26 0 95,0 0 33,0 0-97,0 0 32,0-27-160,26 27-96,-2 0-96,4 0-32,26 0-32,24 0 0,2 0-192,-1 0-32,26 0 96,29 0 63,24 0 226,1 0-194,52 0 33,2 0 64,-2-27 64,29 27 33,-30-25 159,1 25-224,-24 0-32,-29 0 32,-26 25-96,-25-25-321,-27 0-63,-1 27 32,-26-27 63,-1 0-95,1 0-225,-1 0 161,2 0 352,0 0 160,-30 0 64,31 0 352,-28 0 64,-1-27-255,-2 27-97,-24 0 96,0 0 64,-24 0-192,-2 0-224,-1 0 64,-28 0-32,3 0-352,-1 0 63,-26 0 161,-1 0-288,2 0 223,-54 0 65,26 27 96,-54-27 128,2 0 0,26 0 64,-28 0 320,28 0-63,-27 0-225,2 0 192,25 0 289,-28 0-353,1 0-160,-1 0 0,1-27 64,1 27 160,0 0-288,26 0 545,-1-25-257,26 25 193,29 0-321,24 0-128,2 0-160,-1 25 96,25-25 0,1 0 96,3 0-192,24 0 128,0 0 0,0 0 64,24 27-128,3-27 160,1 0-160,-1 0 128,23 0-32,5 0-32,-2 0-64,26 0 64,1 0-32,27 0 32,25 0-161,0 0 65,52 0 96,29 0 0,24 0-64,1 0 32,27 0 96,-1 0 225,-24-27 287,-3 27-63,-26 0-161,-51 0-384,-28 0 96,-27 0-128,-25 0 32,-28 0-288,3 27-33,-55-27 65,0 0 32,0 0-449,-28 0-704,1 27-1186,-51-27-2465</inkml:trace>
  <inkml:trace contextRef="#ctx0" brushRef="#br2" timeOffset="146491.37">15574 10963 10345,'0'-54'1666,"0"28"-1378,0 26 961,0 0 545,0 0-641,0 0-672,-24 0-225,24 26 481,0 28-33,0 24-223,0 2-1,-28-1-288,2 28-64,26-27 129,-27 25-65,0-25-32,2-1-128,25 1-64,-27-28 224,27 1-288,0 0-32,0-27-224,-26 2-193,26-2-768,0-26-545,0 27-961,-27-27-2145</inkml:trace>
  <inkml:trace contextRef="#ctx0" brushRef="#br2" timeOffset="146778.37">15100 11677 8744,'0'27'3363,"0"-27"-2851,0 27 353,26-2 513,-26 30 351,0-30-384,27 28-640,-27 1-320,25-1-225,2-26 288,0-2 33,26 3-97,26-28-32,-1 0-256,2-28 32,-1 3-31,-24-2-97,23 0-32,-24 1-353,-1 26-1120,-28 0-2243,-25 0-6790</inkml:trace>
  <inkml:trace contextRef="#ctx0" brushRef="#br2" timeOffset="150689.61">12453 12737 1665,'-53'0'2595,"26"0"-802,27 0-544,-27 0 289,-1 0 256,28 0-193,0 0-608,0 0-609,0 0-288,0 0 289,55 0-33,-28 27-160,51-27-128,2 0 0,26 0-64,27-27 0,26 27-64,-1 0 64,0-25 0,28 25 32,26 0 0,-28 0 33,3 0 63,-28 0 160,-2 0 192,2 0-127,-26 0-129,-1 25-128,-24-25-32,-3 0-32,-26 0 0,1 0 32,-1 0-64,-26 0 0,-1-25-64,1 25-64,-26 0 32,-2 0 0,2 0 96,-27 0-32,27 0 32,-27 0 0,0 0 32,0 0-128,-27 0-160,0 0-65,2 0 129,-28 0-96,26 0-289,-25 0 1,-28 0 191,28 0 257,-28 0 96,-27 0-64,2 0-160,-27 0 32,0 0 160,0 25-65,-28-25-351,1 0 96,1 0 384,-26 0 0,24 0 64,-26 27 96,26-27-64,2 27-32,26-27-32,0 0-32,-2 25 32,29-25 256,0 0 353,51 0-65,2 0-415,26 0-97,26 0-32,0 0 0,26 0 96,1 0 64,52 0-192,26 0-320,0 0 128,55 0 127,-1-25 98,0 25-33,53 0 32,-27 0 288,52 0 352,-23-27 65,23 27-192,2 0-289,-27 0-64,-2 0 64,-23-27 33,-30 27 63,-25 0-64,-24 27-96,-29-27-128,-26 0-64,-29 0 0,4 0-96,-28 0-288,-28 0-321,4 0 353,-2 0 64,-1 0 32,-28 27-609,3-27-1922,-28 0-8520</inkml:trace>
  <inkml:trace contextRef="#ctx0" brushRef="#br3" timeOffset="187401.71">2368 17109 11594,'0'26'929,"-27"-26"64,27 0-320,-27 0 288,27 0-224,0 0-545,0 0-32,27 0 96,0 0-160,25-26-64,1 26-64,28 0 32,-2 0-64,-26 26-64,-1-26-288,2 28-33,-2-3 129,-52 2 256,26-1 64,-52 1 64,26 0-64,-52 26 32,25-28-32,-28 29 0,31-28 0,-2 1-32,26 0-32,-27 25 64,54-24-32,-1-3 0,-2 2-64,4-1 96,26 0 0,-28 2 32,0-28 96,0 26 416,-26-26-159,0 0-257,-26 0-128,0 26 96,-27-26-128,26 0-417,-25 28-287,-1-28-161,25 0-833,1 25-2273</inkml:trace>
  <inkml:trace contextRef="#ctx0" brushRef="#br3" timeOffset="188770.79">4141 17321 9352,'-53'0'417,"26"0"-545,2 0 640,-2 0 385,0 0-513,-26 0-384,28 27-128,-2-2 64,0 2-128,27 0-256,-26-1 191,26 28 161,0-2-32,0-24 160,26 24-32,1 0 96,0 2 225,-2-28 511,2 27 257,26-53-32,-26 27 64,-2-27 32,2 0-192,-1 0-192,1-27-96,0 2-225,-2-29-63,-25 0-97,27 2 192,-54 0 1,27-3-225,-25 30-352,-2-29 0,0 28-225,-26-1-479,1 0-738,25 2 449,1 25-1057,-1 0-1794,27 0-6021</inkml:trace>
  <inkml:trace contextRef="#ctx0" brushRef="#br3" timeOffset="189341.81">5226 17665 11370,'27'54'3620,"-27"-28"-3652,0 0 736,0-26 930,0 28-1122,-27-3-576,1 2-512,-1-1-866,0 1-992,-25 26-3684</inkml:trace>
  <inkml:trace contextRef="#ctx0" brushRef="#br3" timeOffset="192781.02">7292 17215 14798,'-54'26'288,"28"-26"-480,26 0 352,0 0 544,26 0-63,1 0-257,25 0-288,1 0-160,1 27 0,-2-27-96,1 27-32,-1-1-64,-25 1 96,-1-2 96,2-25 96,-28 27 64,-28 0-96,2-1 32,-1-26-32,2 27 0,25 0-32,-27-2-32,27 2 64,27 1 64,-2-3-128,2 2 0,-1-1-129,2 0 97,-1 2 64,-3-2 64,3 0 160,-27 2 161,-27-28 63,3 0-31,-3 0-193,-27 0-128,2 0-32,25 0-128,-26 0-321,26 25-383,2-25-1346,-2 0-2307</inkml:trace>
  <inkml:trace contextRef="#ctx0" brushRef="#br3" timeOffset="193135.04">8245 17480 15534,'24'0'769,"-24"0"-1185,-24 0 640,-3 27 32,-1-27 32,-25 25-192,29 2-96,-31 26 128,29-26-63,26 25-33,0-24 0,26-2 0,1 0 32,1 2 0,-4-28 32,29 0 32,2-28 0,-3 28-64,1-26 288,-26 0 33,-2-2-193,-25 2 353,0 0-161,0-1-32,-25 2-63,-2-3-193,-26 28-96,25-27-64,-23 27-257,23 0-736,2 0-929,26 0-1537,0 0-2306</inkml:trace>
  <inkml:trace contextRef="#ctx0" brushRef="#br3" timeOffset="193451.06">8666 17453 2850,'0'27'7848,"0"-27"-7368,0 27 289,0-27 576,-25 25-512,25 2-289,0 1-351,0 24-65,0-26 32,25 0 32,2 28 32,0-54 193,27 26 191,-30-26-63,31 0 31,-28 0 129,23-26-64,-22 0 127,-1-2-159,-27-24-1,0 25-255,-27-26-161,-1 26-192,4 2-32,-29 25-64,25-27-321,-23 27-383,23 0-385,2 0-641,26 0-1185,0 0-3235</inkml:trace>
  <inkml:trace contextRef="#ctx0" brushRef="#br3" timeOffset="193885.08">9354 17427 9256,'27'0'3524,"-27"0"-2724,0 0 770,0 0-161,0 0-800,-27 0-513,27 0-96,-24 26 32,-2-26 32,26 54 32,-28-29-128,28 2 32,0 26 0,0-26-32,28 25 32,-2-24 64,25-28 96,30 0 160,-29 0 65,28-28 63,-28 2 33,2 0 159,-2-1 33,1 2-96,-53-30-353,0 30-32,-27-29-96,1 28 32,-53-1-96,0 0-352,-1 27-897,-25 0-1538,26 0-5637</inkml:trace>
  <inkml:trace contextRef="#ctx0" brushRef="#br3" timeOffset="195342.17">10416 17532 17488,'0'107'416,"0"-55"-832,0-24 544,-28 24 289,28 1-225,-27-26-288,0-1-353,1 1-832,-26 0-2595</inkml:trace>
  <inkml:trace contextRef="#ctx0" brushRef="#br3" timeOffset="196358.23">11870 17083 14413,'-80'0'1249,"28"0"-512,26 0 32,-1-28-225,27 28-223,0 0 159,27 28-352,-1-28-224,26 26-352,2-26 31,-1 26-191,26 2-161,-26-3-64,-28 2 96,2-27 417,-27 26 384,0 1 96,0 0 65,-27-1-97,2 1-128,-2-2 0,1 2-32,26 0-32,0-1-97,0 1-255,53 25-513,-28-25-256,29 1 576,-28-3 609,26 2 129,-52-27 543,0 26 545,0-26-320,-52 0-256,-1-26-353,1 26-256,-1 0-352,-1 0-449,2 0-672,26 0-2531</inkml:trace>
  <inkml:trace contextRef="#ctx0" brushRef="#br3" timeOffset="196676.24">12692 17348 10185,'-28'25'385,"-26"2"-353,29 0 928,-2-1 226,1 1-866,-1 25-320,27 3-160,0-30-64,27 2 31,-1-1 97,26-26 192,2 0 97,24 0 319,-23 0 609,-2-26 128,-1-1 64,-25 2-320,-27-30-192,0 30-224,0-2-449,-53 0-160,27 1-256,-27-1-449,-2 27-640,5 0-1378,22 0-3459</inkml:trace>
  <inkml:trace contextRef="#ctx0" brushRef="#br3" timeOffset="197015.26">13272 17348 14958,'0'25'-32,"-24"-25"-2050,-4 27 2146,1 0 704,0-1-223,1 1-481,0 25-64,26-25-32,-26 26 32,26-26-288,26-1 31,0 0 322,27-26 127,2 0 192,-5-26 321,5 0 128,-4-1 63,3 2 33,-27-30-128,-27 30-128,0-2-353,-27 0-192,1 1-192,-26 26-160,-3 0-289,2 0-1216,29 0-1763,-4 0-5540</inkml:trace>
  <inkml:trace contextRef="#ctx0" brushRef="#br3" timeOffset="197332.28">13882 17321 17648,'27'27'481,"-54"-27"-1090,27 0 609,-54 25 288,30-25-224,-31 27-96,28 26-96,27-26 128,-26 25 0,52-25-192,1 1-32,0-3 192,25-25 128,2 0 96,24 0 289,-24 0 63,0-25 193,-2 25-65,-26-28-95,1 1-97,-27-25-191,-27 25-129,1 1-160,-26-1-96,-2 0-353,0 27-512,3-25-640,24 25-2307,-1 0-8840</inkml:trace>
  <inkml:trace contextRef="#ctx0" brushRef="#br3" timeOffset="198731.36">14913 17480 11306,'-24'0'1698,"-4"0"-1218,1-27-288,1 27 33,-1 0 447,2 0-287,-29 27-289,28 0 0,-1-2 96,27 2 96,0 26-128,0-26-31,27 25-1,-1-24-64,28-28 224,-2 26 128,29-26 129,-30-26 192,3 26-97,-3-28-31,4-24-65,-29 25 129,1-26-193,-27 26 65,-27 2-257,1-2-192,-1 0-128,-25 1-128,-3 26-416,29 0-257,-25 0-865,23 26-1153,1-26-2337</inkml:trace>
  <inkml:trace contextRef="#ctx0" brushRef="#br3" timeOffset="199042.37">15496 17427 14701,'26'0'193,"-52"26"-225,26-26 128,-27 0 160,0 27-32,2 0-192,-2-2 0,27 30 0,0-30-32,0 2 0,52-1 0,-25 0 96,26-26 225,-1 0 255,3 0 65,-2 0 95,-29-26-159,4 0 32,-28-1-1,0 2-256,0-30-63,-52 30-257,26-2-160,-29 27-97,4-27-447,-3 27-577,27 0-929,0 27-1602,27-27-6310</inkml:trace>
  <inkml:trace contextRef="#ctx0" brushRef="#br3" timeOffset="199330.4">16080 17453 10602,'26'27'5381,"-26"-27"-6374,0 0 544,-26 0 641,-2 0-127,1 0-98,0 27-63,27-2 0,0 2-32,0 26-128,27-26 160,28-1 320,-5 0 385,5-26 63,-2 0 193,-1 0 160,28-26 0,-54 0 192,27-1-192,-26-26-320,-27 26-225,-27 2-512,0-29-96,1 28-512,-53-1-610,26 27-1440,-26-27-5894</inkml:trace>
  <inkml:trace contextRef="#ctx0" brushRef="#br3" timeOffset="199770.42">14384 17691 12299,'0'0'96,"0"28"-448,-27-28 768,27 0 257,-25 26-193,-2-26-287,27 26 287,-27 2 449,1 24-577,-1-26-320,2 1-224,-2 26-1313,27-26-3524</inkml:trace>
  <inkml:trace contextRef="#ctx0" brushRef="#br3" timeOffset="200247.45">12400 17799 4516,'0'25'9545,"0"2"-9225,0-27 929,0 26 1154,0-26-1475,-27 27-703,27 0-161,0-27-64,-27 26-705,27 1-1473,-28-2-4837</inkml:trace>
  <inkml:trace contextRef="#ctx0" brushRef="#br1" timeOffset="-167548.75">16290 8392 1377,'27'0'1185,"0"-27"96,-1 27 1218,-26 0 95,26 0-1121,-26 0-768,0 0-64,-26 0 223,0 27 33,-28 26-128,-24 1-385,-54 51-288,-28 2-288,-54-2 0,4 27 128,-1 0 96,26-25 32,-26-1 321,24-27 383,1 1-31,27 0-417,27-28-192,0 28-96,53-28-64,1 1 32,51 1-32,0-28-320,27 0-609,0-26-704,27 28-898,0-28-3395</inkml:trace>
  <inkml:trace contextRef="#ctx0" brushRef="#br1" timeOffset="-167254.75">14702 9080 7623,'-53'27'6085,"1"-1"-6149,-29 1 0,-25 26 0,1-1 64,-27 55 64,0-27 545,0 25 384,27 2 32,23-28-353,30 1-223,26-28-161,26 2 97,26-2-65,53-25-32,0 0 193,29-1-321,49-26 64,-25 0-160,27 0-64,1-26 0,-28 26-64,0-27-897,-51 27-1153,-57 27-3043</inkml:trace>
</inkml:ink>
</file>

<file path=ppt/ink/ink42.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5:15:40.972"/>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brush xml:id="br2">
      <inkml:brushProperty name="width" value="0.05292" units="cm"/>
      <inkml:brushProperty name="height" value="0.05292" units="cm"/>
      <inkml:brushProperty name="color" value="#FF0000"/>
    </inkml:brush>
    <inkml:brush xml:id="br3">
      <inkml:brushProperty name="width" value="0.05292" units="cm"/>
      <inkml:brushProperty name="height" value="0.05292" units="cm"/>
      <inkml:brushProperty name="color" value="#00FF00"/>
    </inkml:brush>
  </inkml:definitions>
  <inkml:trace contextRef="#ctx0" brushRef="#br0">2580 5856 5733,'0'25'1441,"0"-25"-448,0 0 192,0 0 705,0 0-673,0 0-288,0-25-705,0 25 289,0 0-257,0 0 321,0 0-289,0 0 449,24 0-481,-24 0 417,28 0-577,-1 0 512,-1 0-640,1 0 513,-27 0-481,25 0 512,2-27-608,0 27 224,-1 0 321,1 0-449,-2-27 64,2 27 0,0 0-192,-1 0 160,1-26-64,1 26 96,-4 0-64,3 0-64,-1-27 128,29 27-128,-31 0 224,31 0-192,-29 0 32,1-27-32,25 27 32,1 0 0,-1-25 0,2-2 0,-1 27 0,-1-28 0,3 28 0,22-25 0,-22-3-32,-3 28 64,1-25-96,26-2 32,-26-1 32,0 3-97,-1-2-63,2 0 32,24 2-32,-23 25 32,-2-28 0,-1 3 128,2-2-96,-2 27 160,-26-27-128,28 1 32,-2-1 0,1 0 32,2 27-96,-31-25-97,30-2 97,0 1 0,-2-1 32,1 0 64,-1 1 0,1 0 0,1-2 0,-2-25 0,1 28 32,-25-2-64,23 0 96,3 1-96,-27-1 32,24-25 0,3 24 0,-27 3 32,25-2 0,-25 0 0,26 2 96,-26-30-128,25 30 96,-26-2-64,29 1 33,-31-28-33,3 28 32,-1 0-32,2-2 32,-1 3-32,-3-2 32,31 1-32,-29-28 32,1 28-32,-2-1 128,2 2-64,0-2 32,-1-26-32,1 26-32,-2 0 65,2 2-129,0-30-32,26 30 96,-25-2-96,-28 1 288,24-1-256,3 0 128,1 1-32,-2 0 0,-26 0 0,27-1 128,-3 0-63,-24 1 63,28-1-64,-1-25 128,-27 25-64,26 1 97,1-1-65,-27-1 128,25 3-159,-25-2-33,27 2 0,0-30-96,-27 28-32,26-25 64,1 26-64,-2-28 96,2 28 33,0-26-1,-27-2 192,26 28-96,1-28-31,-2 2-1,-25-2-32,27 2-192,0-28 96,1 28-64,-28-28-64,26 26 0,-2 2 96,-24-1-128,0 0-96,27 27 32,-27-2-769,0 28-1505,28-25-2018,-28 25-10058</inkml:trace>
  <inkml:trace contextRef="#ctx0" brushRef="#br1" timeOffset="22882.3">20233 6914 992,'-25'0'3171,"25"-26"-864,0 26 479,0 0-127,0 0-257,0-26-736,0 26-385,0 0-224,0 0 0,0 0-449,0 0-319,0 0-33,0 0-256,0 0 192,0 0-64,0 26 32,0 0 65,0-26-65,0 28-32,0-1 0,0 25 0,25-27-96,-25 3 32,0-1-32,27 25-32,-27-25 32,0 26 0,0-1 64,27 1-192,-27 1 160,26-1-32,1 0 0,-2 27-32,2-28-32,0 0 128,-1 28-128,26-26 97,-25 26-33,28-28-32,-29 28 96,25-27-32,-23 26 128,25 1 0,-1 0-192,-25-28 96,0 28 0,26 25-128,-28-25 160,29 0-160,0-1 64,-30 1 64,30-2-96,0 2 0,-2-1 129,2 1-33,-2-1-32,1 2 0,0-2 96,-1 1-128,2-28 32,-2 28-64,29-2 64,-28 2-64,26-26 128,-26 26-160,26-2 96,0-24-64,-26 24 96,26-24-96,-26-1 32,26 27-32,2-28 64,-2 28 32,1-28-128,-2 3 64,1-3-32,1 28 33,-1-27-66,29 0 98,-30-1-65,1 2 128,28-1-224,-29-28 96,1 29 64,29-1-96,-29-1 96,-1-24-64,29 24 0,-28-25 32,-1-1-32,30 1-32,-29 0 32,26-2 64,2-25-64,-28 28 64,26-28-64,0 0 0,3 0 64,-29 0-128,26 0-32,1 0 96,-25-28 0,24 28-32,1-25-32,0-2-32,-27 0 63,26 1-31,1-1 32,-25 0 64,24-26-64,1 28 64,-26-2-32,25-26 0,-26-1 0,29 2 0,-3-1 0,-26 0 0,26-1-192,3 1 224,-3 1-64,-26-1 96,1 1-160,25-3 160,-26-24-64,2 26 128,-3-26-96,3 26-32,-2-26 32,-1-1-96,2 0 160,-1 2-63,2-2-33,-3 0 64,0 1-64,4-1 0,-4 1 64,2-1 32,-1-25-32,2 24-64,-2-25 0,-2 26 128,5-25-64,-30 0 128,28 25-128,-2-27 0,2 2 0,-1 26-96,-24-28 160,23 2-64,-24 0 97,-2-2-1,1 0 0,-1 2 96,28-2-64,-25 2 1,-5 26 31,32-29-96,-30 30 32,1-29-32,26 28-128,-26-1 0,-26 0 32,25 28 32,-26-28-160,1 28 96,0 0-64,-27-2-64,25 0-192,-25 29-513,0-28-993,0 26-704,-25 0-481,-2 27-5958</inkml:trace>
  <inkml:trace contextRef="#ctx0" brushRef="#br2" timeOffset="25991.48">26533 10862 4099,'0'-26'1858,"0"26"-192,-26 0 127,26-26-63,0 26-417,0 0-480,0-28-449,-27 28 353,27 0 160,0-25-224,-25 25-257,-2 0-288,0 0-64,1 25-32,-26-25-128,-2 28-32,28-2 0,-2 27 64,28-26-32,0-1-225,0 26 33,28-25 32,-2 0 128,28-27-32,-2 26 32,1-26 96,26-26 32,-26-1 64,-1 0-32,-25 2 32,-1-28 32,-26 26 0,0-26-32,-26-1 128,-1 29 224,-25-3-319,-1 3-129,1 25-33,25 0 1,-26 0-32,26 25-128,2-25-160,25 28 95,0-3 65,0 3 128,25 24 32,2-25 0,26 0 32,-26-27-160,25 26-32,-26-26 96,1 0-1,0 0 97,-2 0-32,-25-26 64,0-1 0,-25 27 0,-2-27 64,-26 1 64,26 26-63,-25-26 31,-1 26-64,1 0 192,25 0 96,0 26-224,1-26 0,26 26-64,26 1 64,1 0-31,25-27 95,1 26 160,1-26 96,-2 0-95,-26-26-161,1 26 128,-27-27-32,0 0 33,-27 27-65,1 0-128,-26 0 64,-2 0-64,1 27 128,1-27-128,25 27-192,27-1-128,0 1-352,54-27-161,-29 25-993,28-25-3971</inkml:trace>
  <inkml:trace contextRef="#ctx0" brushRef="#br2" timeOffset="27830.59">26401 10916 416,'0'0'705,"0"0"-33,0 0 513,0 0 97,0 0-129,0 0-96,0 0-193,0 0 1,0 0-192,0 0 64,0 0-225,0 0-288,0 0 1,-26 0 159,26-27-32,-27 27-64,27 0-191,-52 0-65,25 0 0,-27-27 0,-25 27-64,-1-26 32,-25 26 96,-1-26 128,1-2 224,-27 28 385,-1-25 64,1-3-288,0 3-321,0-2-32,-2-26 32,28 26-95,-26 2-33,26-2 96,28-1 64,-28 3-64,25 25-191,2-27 31,26 0-64,-26 27-32,-1 0 32,28 0 32,-29 0 0,2 27 96,-1-27 32,28 27 32,-1-27 33,1 0-193,25 25 32,1-25-160,-1 0 128,-1 0-32,28 0-32,-24 0-160,24-25-65,0 25-191,0 0-289,0 0 1,0-27-481,24 27-481,-24 0-704,0 0-1730,0 0-2625</inkml:trace>
  <inkml:trace contextRef="#ctx0" brushRef="#br2" timeOffset="28242.6">23967 10253 3395,'0'0'2242,"-28"0"-833,28 0 321,-27 0-161,0 0-384,3 27-352,-4-27-512,-25 0-161,1 0 96,-1 0 160,-1 26 161,2-26 224,-29 0-161,30 27-255,25-27-225,-29 25-128,31 2-32,-4-27 64,28 28 32,0-3 192,0 2 65,28 0-1,23-2-64,-23 3-128,25 24-192,-1-25 64,1-1-32,-1 28-224,-25-29-288,0 3-609,-1-3-673,1-25-160,-27 28-1313,-27-28-5413</inkml:trace>
  <inkml:trace contextRef="#ctx0" brushRef="#br2" timeOffset="29309.67">22352 10280 10089,'27'-27'320,"-2"0"-256,-25 1 97,0 26 447,-25 0 289,25-26-256,-27 26-513,-28 26-128,5 0 0,-5 1 0,2 0 32,27 26-64,0-28-32,-1 2 64,27 26 64,0-26-32,27 0 64,25-2 160,1 3 32,2-28 65,23 0 95,-24-28-96,-2 3-63,-26-2-97,1 0 128,-27 2 1,0-3-129,-27 1-32,1 2-160,-26-2 0,-2 1-32,-24 26 32,23 0 32,2 26-32,1 1 0,25-27 0,27 25-96,0 2 160,27 1 64,-1-3-32,26-25-96,3 0 128,-4 0-64,3 0 0,0 0 0,-29-25-32,2-3 0,-27 1 129,0 2-161,-27 25-161,-25-27 161,25 27-32,-27 0 0,3 0 0,-4 27 64,29-2 0,0-25 0,26 27-32,0 1 96,0-3 1,52 2-1,-25-27 96,28 0 224,-5 0 129,5-27-1,-28 2 97,-2-3-289,2 1-64,-27 2 97,-27 25-289,2 0 128,-2 0-480,0 0-257,-1 25-640,2 2-1281,26 1-3492</inkml:trace>
  <inkml:trace contextRef="#ctx0" brushRef="#br2" timeOffset="31869.82">22271 10226 5509,'0'0'1025,"0"0"-545,0 0 481,0 0 833,0 0-65,26 0-704,2 0-352,26-26-225,24 26-159,1-26-33,28 26-160,-2-28-96,28 3 32,-27 25-96,26-27-224,0 27 31,0-26-255,28 26-193,-28-27-127,26 0 319,2 1 385,24-26 128,2 25 192,0-26 257,-2 26 319,2-26 321,0 26-160,-28 0 64,0 2-737,-26-2-256,-26 27 32,27-26-32,-26-1 64,-2 27-64,-26-27 32,29 1-32,-30 26 65,28-26-1,-53 26 64,-1-26-32,-25 26-64,-1 0-128,-26 0 64,0 0-289,0-27-351,0 27-802,0 0-1440,-26 0-5158</inkml:trace>
  <inkml:trace contextRef="#ctx0" brushRef="#br2" timeOffset="32136.83">26215 9378 11370,'28'0'96,"25"0"-128,-1 0 225,1 0 319,53 26 289,-26-26-417,-2 0-96,1 28 417,-24-2 512,-2-26-160,-1 27-448,-52 0-353,0-1 257,-28 0-129,-49 27-128,22-26-192,-50-1-32,53 1-64,-28-2 32,28 2-448,52 0-865,0-1-1122,0-26-2305</inkml:trace>
  <inkml:trace contextRef="#ctx0" brushRef="#br2" timeOffset="33052.89">28253 9272 9064,'-26'-27'288,"26"27"1442,-26 0-321,-27 0-736,0 0-193,27 27-255,0 1-1,-28-3-192,54 3 32,0-3-32,0 1 96,54 2 288,-28-2 353,53-26 0,-26 27-32,26-54-193,-26 27 33,26-26-161,-24-2 65,-5 2-193,-50 1 96,0-3-320,-24-25-64,-29 26-160,-26 2 64,-2-2-64,2 27 128,-1 0-64,28 27-96,-1-2 95,26 2 1,27 1 96,0 25 0,27-28 0,26 1 32,-1 2 129,28-28-129,-28 26 0,2-26 64,0 0-64,-54-26 128,24-2-32,-48 2-256,-30 1-32,0-3-32,2 3 63,-1 25 33,0-28-64,27 28 64,0 0 32,26 28 32,-27-3 32,27 3 224,0-3-192,27 1 64,-1-26 32,0 28-63,27-2-33,-26-26-257,-27 27 65,26-27-32,-26 0-32,0 0-353,-26-27-127,26 1 479,-27-2 257,0 28 97,1-26 159,0 26 64,26-25 129,0 25-33,0 0-64,0 0 1,0 0 95,0 0-224,0 0-159,0 0-130,0 0 1,0 0 32,0 0-128,0 0-64,26 0-256,-26 0-129,0 25-256,0-25-128,0 0-160,0 0-864,0 0-6952</inkml:trace>
  <inkml:trace contextRef="#ctx0" brushRef="#br2" timeOffset="33839.93">28069 9325 6085,'52'0'0,"-52"0"-32,27 0 64,0 0 0,-27 0 801,0 0-128,26 0 256,-26 0 384,0 0-64,0 0-96,0 0-224,-26 0-705,26 0-127,-27 0 127,0-25 0,1 25-64,-26 0-32,-30-28-32,4 28-31,-28-27-1,-26 27-64,0-25-32,-26 25-32,-2-27-32,-26 0 32,2 27 32,-29-26-64,29-1 96,-29 0 0,-25 2 96,-26-2-64,26 1 224,-26-1-288,-2-26-128,2 27-64,0 0 192,-1-1 0,25 0 0,-24 1 64,27 0 224,-2-2 96,27 3-223,0-3-129,53 3 64,1-2-32,79 27 96,-2-27 64,57 27 32,24 0-95,0 0-738,50-26 225,5 26-129,-3 0-384,1 0-768,1 0-1346,-2 0-2947</inkml:trace>
  <inkml:trace contextRef="#ctx0" brushRef="#br2" timeOffset="34141.95">22695 8320 12203,'26'0'-480,"-52"0"63,-26 0 545,-2 26-64,-51 0 577,0 0 384,-3 1 32,2 0 96,28-1-224,24 26-417,28-25-95,0 0-97,26-1 64,26 1 33,27 25-225,26-24-32,2-3-192,-4 3-64,5-28-256,-4 26-417,-51-26-1313,0 0-4036</inkml:trace>
  <inkml:trace contextRef="#ctx0" brushRef="#br2" timeOffset="34293.96">20551 8240 11466</inkml:trace>
  <inkml:trace contextRef="#ctx0" brushRef="#br2" timeOffset="34863.99">20579 8106 11210,'0'0'2082,"-28"0"-1858,28 0-352,0 0-160,-27 0 384,0 28 256,27-2-192,0 2-160,0 24-32,0-26 193,27 1 95,0 0 32,27-27 161,-27 26 287,25-26 65,1-26-192,-1-1-33,2 0 257,-28-26-160,-26 28-257,0-29-96,0 1-128,-53 28 1,26-3-289,-51 28-65,23 0 65,-22 0 0,22 53 0,4-28 32,23 29 64,28-1-32,28-26 128,23-1-64,4 28 128,-2-54 385,26 26-33,-1-26-159,-24 0-289,-1 0 128,-28-26-128,2-1-128,-27 0-96,-27 1-32,2-1-161,-28 27 97,-1-25 224,2 25-128,-1 0 96,1 25 32,25-25 128,1 27-64,26-27 160,26 26 0,1 1 0,-3-27 1,31 27-193,-2-27 0,-28 26-673,2-26-993,0 26-4516</inkml:trace>
  <inkml:trace contextRef="#ctx0" brushRef="#br2" timeOffset="37387.11">26375 10969 8231,'0'-53'1314,"0"26"671,-27 27-223,2-27-865,-2 27-353,0 0 33,-27 27-353,30-27-192,-3 53-32,-1-26 0,28-2 0,0 2-32,28 26 64,23-53-64,-23 27 64,52-27 32,-28 0 0,28 0 0,-28-27 129,1 1 255,-26-1 97,-2 0-97,2 2-256,-27-28-160,-27 26 256,2 0-63,-2 1-225,-26 0-32,-26 26-64,-1 0 64,28 0-33,-1 26 1,1 0-32,52 1 0,0 0 64,24-1 64,4 1 0,25-2 0,-1 2 64,28-27-32,-28 0 65,1 0-1,-26-27 96,0 27 0,-27-25-128,-27-2 32,0 27-192,-51-26 0,24 26-32,1 0 0,1 26 96,-1-26-192,25 27-577,28-2-512,0 2-865,0 0-1410,28-27-6437</inkml:trace>
  <inkml:trace contextRef="#ctx0" brushRef="#br3" timeOffset="39551.25">26296 11021 9705,'0'-27'1249,"27"27"-224,-27-25 704,0 25-191,25 0-385,-25 0-640,0 0-193,0 0-32,0 0 128,0 0-63,-25 25-129,-2-25-64,-26 27-32,1 0 32,-3-1 33,-25-26-33,28 27 64,-1 0-128,26-2-32,-25-25-128,25 28 0,27-28-288,0 0-481,0 0-384,0 0-833,0 0-705,0 0-1729</inkml:trace>
  <inkml:trace contextRef="#ctx0" brushRef="#br3" timeOffset="39802.25">25792 11021 10281,'0'0'1666,"0"-27"-1570,0 27 96,-25 0 641,25 27 32,-27-27-289,0 27-320,-1-1 1,2 28 159,26-29 65,-24 3-1,24-3 0,0-25-63,24 27-289,2 0 384,2-27-351,26 26-97,-2-26 0,1 0-353,-1 0-159,1-26-641,-26 26-1185,-27 0-2018</inkml:trace>
  <inkml:trace contextRef="#ctx0" brushRef="#br3" timeOffset="40113.28">25740 11206 7431,'27'0'2114,"-27"0"-1986,0 0 1249,0 0 481,0 0-705,-27 0-769,0 27-64,-1-27 353,-22 27 0,23-27-97,-28 26-384,3-26-63,26 0-65,-28 27-128,28-27-193,0 0-896,26 0-1377,-26 27-1314,26-27-2882</inkml:trace>
  <inkml:trace contextRef="#ctx0" brushRef="#br3" timeOffset="40402.31">25421 11074 13580,'-26'27'96,"0"-27"-192,0 27 128,26-2 609,-27 3 224,0 24-417,1-25-31,0-1 127,26 28 33,-26-29-289,26 3-160,26-3-32,0-25 0,0 27 225,1-27-353,0 0-257,25 0-159,-52 0-417,26 0-544,-26 0-769,0 0-1346,0 0-3490</inkml:trace>
  <inkml:trace contextRef="#ctx0" brushRef="#br3" timeOffset="40719.32">25157 11286 5765,'27'-26'4805,"-27"26"-4549,-27 0-769,27 0 33,-28 0 480,4 26 160,-2-26-96,-1 0-64,-28 27 416,29-27 962,0 27-225,0-27-545,-1 25-512,27-25-96,0 0-64,0 28-192,0-28-64,27 0-385,-1 0-832,-26 25-609,26-25-385,-26 0-1697</inkml:trace>
  <inkml:trace contextRef="#ctx0" brushRef="#br3" timeOffset="41028.34">24971 11260 10441,'-26'-27'129,"0"27"-354,-1 0 289,-26 0 769,27 0 416,0 0-800,-1 27-129,0-27 128,1 26-127,26 1-257,-26 0-64,26-2 32,0-25-96,26 28-32,-26-3 64,26-25 0,-26 27 64,27-27 0,0 27 96,-1-27-96,0 0-256,0 26-449,-26-26-416,0 27-448,27-27-898,-27 0-2561</inkml:trace>
  <inkml:trace contextRef="#ctx0" brushRef="#br2" timeOffset="45075.57">21477 8001 1889,'-26'0'3075,"0"0"-1089,26 0-480,0 0-225,0 0 0,26 0-96,-26 0-64,53 0-256,0 0-417,26 27-223,26-27-129,29-27 0,24 27 0,56-27 0,-4 27 128,54-26 128,55-1-191,-3 27-33,56-25-128,-1 25 32,-2-27 32,-24 27-64,26 0 0,-28-27-32,29 1 32,-28-1 0,25 27-192,-24-27 128,-26 2 128,-30-2 64,-49 27 256,-2-28 0,-28 28-31,-51 0-97,-26 0-128,-27-25-288,-53 25 416,-26 0-288,-1 0-192,-26-27-449,0 27-1473,-26-26 32,-28 0 64,2-2-320,-1 28-705</inkml:trace>
  <inkml:trace contextRef="#ctx0" brushRef="#br2" timeOffset="45364.59">28095 7365 7559,'26'0'0,"28"27"-193,-2-27 482,28 0 223,25 0 930,0 26-1,-23-26-192,23 27 193,-26-27-33,1 25-192,-28 3-320,1-2-545,-53 0-288,0 2 0,-27-2-320,-25 27 32,-1-28-32,0 3 31,1 24 161,-2-25-64,28 26-288,26 1-1090,0-29-447,0 2-802,53-1-4772</inkml:trace>
  <inkml:trace contextRef="#ctx0" brushRef="#br2" timeOffset="45796.61">29392 7578 14317,'55'-54'705,"-31"28"-577,2-2 705,-26 3-417,-26-2-224,2 1 0,-31 26-160,28 0-64,-26 0-32,1 26 64,25 1-64,1-2 64,26 3 64,26-2 161,1 28 287,0-54 65,25 26-129,1-26 32,2 0 65,-5 0 352,5-26-225,-55-2-127,0-24-257,0 24-320,-55-24-64,5 26-64,-32-1-224,29 0 544,1 27-320,-1 0 31,26 27 33,2-27 96,25 27-256,25-1 224,2 1 160,26 26-320,-26-27 0,25-26-673,-26 26-897,1-26-2530</inkml:trace>
  <inkml:trace contextRef="#ctx0" brushRef="#br2" timeOffset="46417.65">29180 7524 8359,'27'-26'97,"-27"26"639,0 0 1378,0 0 224,0 0-1249,-27 0-672,2-28-33,-29 28 129,0 0-225,3-25 0,-30-2 33,-25 1-289,-52-1-32,0-26 64,-28 1-64,-52-2-64,-2 1 64,-49 1-225,-30-3-31,-26 3 96,-24 0 192,-2-28-128,-25 28-1121,-1-2 128,-1 0 800,2 2 257,-1-28 96,-2 27 97,29 1 351,-26-3 257,25 3 128,26 27-161,29-30-287,-3 30-129,55-2-352,-1 1 64,54 0 288,26-2-63,53 2-129,-2 26-256,54 0-385,28-26-127,52 26-481,0 0-1058,27 0 1251,25 0 415,29 26-512,-3-26-1249,3 26-3139</inkml:trace>
  <inkml:trace contextRef="#ctx0" brushRef="#br2" timeOffset="46741.67">21080 5934 12491,'-27'-26'289,"3"26"-578,-30 0-159,-25 0 512,-1 26 352,1-26 193,-26 0-385,24 27 64,27 0 289,2-27-257,26 26-63,26 1 31,0 26 96,54-1-96,-3 2-95,30-1-97,-2 0-256,1-1-65,-1 0-223,-26-24-801,-1-1-1122,1-27-3618</inkml:trace>
  <inkml:trace contextRef="#ctx0" brushRef="#br2" timeOffset="47318.7">20208 6066 10409,'0'-52'-64,"-27"26"0,1 26-384,-29-27 480,31 27 1249,-29-27-160,25 27-256,1 27-385,3-27-287,-4 27-129,28 26 32,0-28-32,28 3 96,-4-2 0,31 0 128,-2 2 225,-1-28-1,1 0 1,-1 0 31,-25 0 193,0-28-64,-27 2-321,0 0-160,0-27-64,-27 26-64,0 1-32,-25-1-96,26 27-96,-29 0-96,4 0 128,25 27-128,-2-1 95,28 1 33,0-2 96,28 29 64,25-28 64,-1 2 65,1-28-1,-1 0 256,2 0 97,-28 0 31,-26-28-31,0-24-97,0 24-192,-26 3-64,-1-28-32,-25 26-160,-1 27-128,26 0 64,-1 0-320,4 0-769,24 27-609,0-1-384,24 26-1249</inkml:trace>
  <inkml:trace contextRef="#ctx0" brushRef="#br2" timeOffset="49720.84">31217 6358 7238,'0'-25'1794,"0"-2"-769,0-1 480,0 28-896,0 0-641,0 0 0,0 0 128,27 0 128,-27 28 65,0 24 287,0 0 289,27 3-192,-27 50-65,0 27-63,0 2-161,0 24-160,28 1 64,-28 26-191,0 1-1,26-28-289,-2 2 97,-24-1 64,28-54-128,-28-23-96,27-4-353,-27-51-448,0 0-672,0-27-2339</inkml:trace>
  <inkml:trace contextRef="#ctx0" brushRef="#br2" timeOffset="50123.86">30743 7021 3875,'-79'25'6406,"24"-25"-6822,55 28 288,-26-28 64,26 0 256,0 27 513,0-27 416,0 25 384,0-25 97,0 0-417,26-25-481,-26 25-127,55-55-225,-31 3-32,31 0-159,-2-28 95,-1-26-32,1 0-32,26 26-96,-26-25 289,-26 25-97,25 1-192,1 26-96,-25 0-32,-4 27 32,-24-2 32,27 28-224,0 0 160,1 28 0,22-2 128,5 27-32,24 0-64,1 26 64,-2 1-64,2-1-288,-1-26-705,2 27-1345,-29-28-3812</inkml:trace>
  <inkml:trace contextRef="#ctx0" brushRef="#br2" timeOffset="51698.95">18221 7498 3939,'0'-28'1506,"0"28"704,0-25-513,0 25-319,0 25-962,0-25 289,-26 54 384,26 0 64,0-2-320,0 28-545,0-28-32,0 28-160,0-26-32,0-2 32,26 1-32,-26 2-32,0-30-64,0 0-192,0 3-384,0-28-642,0 0-735,0 0-1379</inkml:trace>
  <inkml:trace contextRef="#ctx0" brushRef="#br2" timeOffset="52036.97">17773 7869 10730,'0'-27'512,"0"27"1,0-26-225,0-28 192,24 29 609,-24-2-160,28-26-256,-1 0 32,0 27-481,-1-28-160,0 0 32,0 29 0,1-28-96,0 26 0,-1 0 0,0 1 0,0-1-64,1 2 64,-27 25-32,0 0 0,27 0 96,-27 25 96,26 2 96,0-1-31,0 1-129,1 26 0,28-26 32,-5 26-64,5-27-32,-2 0-256,-1 2-833,-25-2-1858,26 0-4036</inkml:trace>
  <inkml:trace contextRef="#ctx0" brushRef="#br2" timeOffset="52463">18832 9776 4516</inkml:trace>
  <inkml:trace contextRef="#ctx0" brushRef="#br2" timeOffset="52911.02">17641 9722 11434,'0'0'1954,"24"-25"-1025,3 25 128,0 0 0,27 0 32,25 0-128,53 0-352,0 0-161,0 0-256,28-27-32,-1 27-64,-1 0-32,0 0-64,-50 0 33,-3 0-386,-53 0-672,1 0-512,-53 27-1186,-26-27-1601</inkml:trace>
  <inkml:trace contextRef="#ctx0" brushRef="#br0" timeOffset="80552.6">3400 8902 1473,'0'0'1665,"0"0"-736,0 0 96,0 0 32,0 0 193,0 0-161,0 0-353,0 0 193,0 0 32,0 0-352,0 0-225,0 0-320,0 0 64,0 0-64,0 0 0,0 0 96,0 0 161,0 0 31,0 0 0,0 0-159,0 0 63,0 0-64,0 0-64,0 0 0,0 0 32,0 0-31,0 0-33,0 26 64,0-26-32,0 0-64,0 0 32,0 0-32,25 26 32,-25-26 32,0 27 64,0-27-31,27 27 31,-27-1-64,0-26-32,27 27 0,-27-2-64,26-25 0,-26 27 0,0 0-32,0-1 64,27 1-32,-27-27 64,25 52-64,-25-25 65,27 1-33,-27-3-64,0 3 64,27-3-32,1-25-32,-28 26 0,26 2 32,-2-2 0,3 1 32,-27 0 0,28-27 32,-1 26-64,-27 0 32,26 0-64,-26 1 64,26 0-32,-26-1-32,26 26 32,-26-25-32,27 0-32,-27-1 96,27 1-64,-27 0 0,26-2 0,0 3 64,-26-1-64,26-2 32,1 2 0,-27-1 32,27 1-128,-27 0 64,26-27 96,-26 26-96,26-26 0,-26 27 0,26-2 32,1 3 0,-27-2-64,27-26 64,-27 26 0,28 1-64,-2 0 161,-26-27-226,24 26 130,-24-26-66,27 27 130,-27-27-129,28 25 64,-28-25-32,0 27 0,27-27 0,-1 28 0,-26-28 0,26 25 0,0-25 32,-26 27 32,27-27-160,-27 27 96,27-27 0,-1 25 0,-26-25 32,26 0-64,-26 28 32,26-28 0,1 0 0,-27 27 64,27-27-96,-27 0 96,26 25-32,-26-25 32,26 0 64,-26 27-128,26-27 0,-26 0 128,27 26-224,0-26 160,1 0-64,-28 27 96,24-27-160,2 27 64,-26-27 0,28 0 0,-28 0 0,27 0 128,-27 25-224,27-25 160,-3 0-64,-24 0 128,28 0-192,-2 0 0,-26 0 128,27 28 0,0-28-64,-2 0-32,2 0 32,-27 0 0,26 0-32,1-28 64,0 28-128,-2 0 192,2 0 0,-1 0-224,1 0 160,1 0-96,-1-25 32,-3 25-32,2 0 32,2-27 32,26 27-32,-30-27 64,4 27-32,25-26 0,-26 26 0,25-27 0,-26 2-32,28-2 64,-29 27-128,28-28 160,-26 3-128,1-2 64,23 0 0,-25 27-32,2-25 128,-1-3-96,-3 1 32,4 27-32,-1-25 64,-1-2-96,1 1 64,-2-1-96,2 0 128,0 1-32,-1 0 160,1-2-160,-2-24-32,-25 26 64,27-1-96,0 0 64,-1 1-128,1-26 224,-27 25-160,28-1 128,-4-24-96,-24 25 0,27-26 0,1 26 0,-28-25 0,26-1 0,1 0 0,-27 1 129,24 25-290,4-26 258,-28-1-65,27 29 0,-27-28 96,0-2 192,26 3-288,-26-1 64,27 26 32,-27 0-128,0 2 32,0-2 64,0 27-64,25-26 32,-25 26 1,0 0-194,0 0-319,0 0-577,0 0-577,0 0-1825,0-27-9705</inkml:trace>
  <inkml:trace contextRef="#ctx0" brushRef="#br0" timeOffset="82254.7">6681 8981 448,'0'0'801,"0"0"576,0-27 705,0 27 96,0 0 96,0 0-736,0 0-513,0 0-225,0 0-191,0 0-129,0 0-287,0 0-97,0 0 64,0 27-32,0-27 128,0 0 64,0 27 33,0-1-97,0 1-64,0-2 64,0 2-31,0 0-97,0 26-96,0-26-32,27 25 64,-27-24-32,0-3-32,27 28 32,-27-27 32,0 28-64,26-27 0,-26 26 32,0-27 0,27 27 0,-27-26 0,25 26 32,-25-28-64,0 29 96,0-28-96,27 1 32,-27 0 32,0-2-64,27 30 96,-27-30 1,26 2-97,-26-1 32,27 1-64,-2 0 64,2-1-32,-27 1 0,27-2 0,1 3 32,-2-2 0,-26 0-32,24 1 32,-24 0 0,27-1-32,-27-26 32,28 27-32,-1-2 0,-27 2 64,26-27-32,0 28-32,-26-3 32,26-25-32,-26 27 64,27-27-64,-27 27 64,27-27-64,-27 25 128,26-25 32,0 0 32,0 0-127,-26 0-33,27 0 0,-27 0 0,27 0-64,-1 0 128,-26 28-192,28-28 192,-4 0-32,-24 0-96,27 0 96,0 27 0,1-27-128,-2 0 160,-2 0-128,4 0 128,-1 0-128,-27 0 96,27 0-32,-1 25 0,0-25 64,0 0 96,-26 0-192,27 0 64,0 0-32,-1 0 32,0 0-64,0 0 32,1 0 33,0 0-1,25-25-96,-26 25 256,1 0-448,28-27 544,-31 27-256,2-28 0,29 28-32,-28-25 0,25 25 0,-26-27 0,1 0 64,0 2-32,25-3 0,-26 1 64,28 2 65,-28-2-65,0 1 32,27-1-96,-25-26 0,-1 27 64,23-2-96,-22 3 0,-1-28 160,24 26-128,-23-26 33,-2 26-65,1-25 32,0-1-64,-2-27 64,2 26-32,-1-24 0,1 24 96,0-24 224,-27 24-64,25 0-95,2 28 63,-1-27-32,1 0-64,1 26 32,-4-25-192,-24 25 32,27-26-64,-1 26 96,-26 2 1,0-2-162,0 1 33,0-1 0,0 0 64,0 27 0,0-26-256,0 26-481,0 0-512,-26 0-961,26 0-2338,0 0-7784</inkml:trace>
  <inkml:trace contextRef="#ctx0" brushRef="#br0" timeOffset="83430.77">9408 8928 4644,'0'-26'1569,"0"0"417,0 26 160,-28 0-288,28 0 96,0-27-289,0 27-1088,0 27-481,0-27 96,0 52-96,28-26-128,-28 28 64,0-1 0,27-1-32,-27 1 64,0 26-31,26 1 31,-26-1-64,0 2 0,27-28 0,-27 26 32,25 1 32,2-28-96,0 28 64,-1-28 64,1 3-96,0-30 96,-2 28 96,-25 1 64,27-28 97,-1 26-97,1-24-160,-27-2 64,28 27 64,-4-26-96,3-27-31,1 26 31,-2 1-32,1-2 0,-3 2-64,4-27 128,-1 28-64,26-3-128,-28-25 64,2 27 96,0-27-32,-1 27-64,1-27 0,-2 0-32,2 25 96,0-25-31,-1 0 95,1 0-192,-2 0 0,2-25 96,28 25-96,-29 0 96,-2-27-64,31 27 0,-28-27 64,25 2-128,-26-3 128,1 28-160,26-27 128,-26 2-64,-2 25 64,2-27 0,0 1 32,27-1-64,-30 0 32,3 1-32,0 0 64,1-27-64,-2 26 96,-2 1-64,4-28 128,-1 28-64,0-26 0,-1 25 97,-26-26-97,26 26 0,0-26-96,1-1 64,0 2-64,-1-1 0,0 0 96,0-26 0,1 26 192,26-26 97,-53 26-33,26-2 0,0 3-63,1 25-33,-27-26-32,27 26-128,-27 2-128,28-2 64,-28 1-96,0-1 32,24 0-128,-24 1-385,0 26-255,0-26-193,0 26-417,0 0-1312,-24 0-5222</inkml:trace>
  <inkml:trace contextRef="#ctx0" brushRef="#br0" timeOffset="84584.83">11632 8796 960,'0'0'3396,"0"-26"-2051,0 26-96,0 0 385,-27 0 255,27 0-351,0 0-641,0 0-161,0 0-191,0 0 96,0 0 31,0 26-223,0-26-161,0 26 385,27 28-225,-27-28-224,0 26-128,27 2 32,-27-1-96,0-1 32,24 28-64,-24-28 32,28 28-32,-28-27 33,26 27 95,-26-26-96,27 24 96,0-24 32,-27 24-64,26 2 0,26-1-64,-25-24 32,0 23 0,25-24 0,-26-1-64,29 0 128,-4-1-128,-25 2 193,29-28-257,-28 26 128,-2-25 0,28 26-32,-26-26-32,25 0 96,-25-2-96,26 3 64,-26-28-32,25 27-32,1-27 96,-25 0-96,23 25 0,3-25 32,-3 0 0,-23 0 0,25-25 0,-1 25 96,-25-27-32,26-1 129,-26 28-161,25-25 224,1-29-64,-26 29-32,25-3-128,-25 1 64,27-25 65,-27-1 31,25 0 128,-25-1-128,26-24 33,-1-29 31,28-25 0,-28 0-128,28-1 129,-28-27 95,3 28-224,-29 26 160,-26 26 1,24 2-193,-24 24-192,0 28-481,27 0-768,-27 0-1345,0 26-3717</inkml:trace>
  <inkml:trace contextRef="#ctx0" brushRef="#br0" timeOffset="87285.99">12928 8505 12267,'0'0'352,"0"0"-448,0 0 224,0 0 417,0-27 448,27 27-64,-1-26-192,1-28 31,25 2 33,1-1-256,2-27-33,24 1 97,-2-27-321,31-26 64,24-2-32,0-24 129,25-28 31,3 1 1,26 26 127,0-27 161,-2 54-96,2-27-161,-2 27-95,2 0-97,0-1-96,-2 27-96,-51 0 0,-1-1-64,-25 28-384,-29-26 961,-23 25-673,-4 0 128,-25 27-32,-26 26-352,0 27 159,0-27-287,0 27-385,-26 0-544,26 0-385,-27 0-63,3 27-385,24-27-929,-28 27-1794</inkml:trace>
  <inkml:trace contextRef="#ctx0" brushRef="#br0" timeOffset="87567">15363 5670 14189,'-52'0'1025,"52"0"32,0 0-1025,52-28-32,1 28 769,52-25-225,2-3-127,25 3-65,0-30 224,27 30 1,-26-2-65,-1 0 1,-25 2-161,-55 25-448,-26 0-64,-26 25 160,0 2 96,0 0 192,-26 26-288,-1-1 97,27 1-97,-25 2-97,25-3 65,0 28-320,25-28-769,2 1-705,-1 27-2722</inkml:trace>
  <inkml:trace contextRef="#ctx0" brushRef="#br3" timeOffset="144947.29">29339 7737 2690,'0'0'3748,"0"0"-3556,0 0 96,0 0 96,0 0 417,0 0 320,0 0-288,26-27-128,-26 27 192,0 0-161,0 0-480,0 0-223,0-28-130,0 28-63,0 0-128,0 0-128,0 0-1,0 0-544,0 0-1601,0 0-3492</inkml:trace>
  <inkml:trace contextRef="#ctx0" brushRef="#br0" timeOffset="146504.37">29524 7710 13516,'-53'-53'1025,"29"53"-480,-4-27-385,1 27 0,0 0 96,1 0 129,-1 27-225,2-2-64,25 30-32,0-30 64,0 2 32,0 0 97,25-1 191,28 1 0,-26-27 33,28 0-97,-5-27 1,5 1 31,-4-1-128,-23-25-64,-2 25 65,-26-26-33,-26 0-64,-26 27-128,-3-2 96,2 2-96,-26 26 32,26 0-160,1 26 64,-2 2-64,28-2 0,26 0 32,0 26 32,26-24 32,1-1 96,25-2 1,28-25 31,-25 0-96,-5 0 128,-23 0-96,1-25 96,-1-2-32,-27 27-64,-27-28 33,-1 3-290,-25 25 33,1 0 0,-2 0 64,1 25-32,28 3 96,-2-28 0,27 27-32,0-2 0,0 2 160,27 0-32,25-27-64,-26 0 128,28 0-96,-2 0 33,-26 0-1,-26-27 32,0 27 32,0-27-160,-26 27-128,2 0 0,-4 0 96,1 0-32,0 0-33,1 27 33,26 0-32,0-27 0,0 26-96,26 1-96,1-27-417,0 27-192,1-27-416,-28 25-1666,0-25-4900</inkml:trace>
  <inkml:trace contextRef="#ctx0" brushRef="#br0" timeOffset="147254.41">29260 7896 10634,'27'-54'1089,"-2"54"-1089,-25-26 672,0 26 1058,0 0-225,0 0-1056,0 26-33,0-26-160,0 27-31,0 0-1,0-2 128,-25 2 32,25-1 65,-27 1-65,27 0-224,-27 1 385,1-28-385,26 25-160,0-25 32,0 0 0,0 0 0,0 0-128,0 0-64,0 0-513,0 0 97,0-25-289,0 25-705,0 0-544,0-28 97,0 28 127,0 0 288,-27 0-288,27 0-31,-25 0 511,25 0 1218,0 0 128,0 0 0,0 0 0,0-27 673,0 27 415,25 0-95,-25-27-576,0 27 223,27 0 577,-27 0 0,0-26-32,0 26-352,26 0 160,-26 0 192,0 0 192,0 0-416,0 0-448,0 0-1,0 26-32,0-26-159,0 27-33,-26 0-64,26 1 64,0-28-32,-27 25-95,27 0-65,0 3-32,0-28 32,0 0-257,0 26-287,0-26-737,0 0-513,0-26-1249,-25 26-4804</inkml:trace>
  <inkml:trace contextRef="#ctx0" brushRef="#br0" timeOffset="147502.43">29073 7974 9769,'0'0'1665,"0"0"-1665,0 0 1378,28 27 479,-28 0-383,0 1-802,27-3-479,-27 0-33,27 3 128,-27-2 96,25-26 65,-25 28 31,27-28-95,-1 0-129,1 0-32,-27-28-192,27 28-32,-2-26-608,-25 26-161,0 0-64,0-28-672,0 28-2019,0 28-4483</inkml:trace>
  <inkml:trace contextRef="#ctx0" brushRef="#br0" timeOffset="147919.46">29101 8240 6470,'0'0'1409,"-28"-27"993,28 27-768,0 0-833,-26 0-385,2 27-96,24-27 97,-27 26 95,27 1-192,0-27-63,0 27-97,27-27 128,-27 26 32,24-26-63,2 0 159,2 0-128,-1 0-31,-27 0-65,27-26-64,-27-1 0,0 27-64,0-27-64,0 27-128,-27-26-224,27 26 31,-27 0-95,-1 0-97,28 0-127,-26 26-65,26-26-64,0 0-448,0 27-1025,26-27-673,-26 0-288,28 0-64</inkml:trace>
  <inkml:trace contextRef="#ctx0" brushRef="#br0" timeOffset="148243.47">29047 8266 5028,'0'-26'2563,"-24"26"-1282,24 0-96,0-27 609,0 27-65,0 0-1056,0 0-673,0 27 0,-27-1 0,27-26 0,0 27 0,27 0 32,-27-27 0,24 26 64,2-26 256,2 0 1,-28 0-1,27 0 0,0-26 33,-27-1 95,0 0 1,25 1-129,-25-1 32,-25 2-159,25-3-65,-27 28-64,0-26-288,27 26 64,-28 0-193,28 26-447,-26 2-578,26-3-543,0 2-706,0-1-2081</inkml:trace>
  <inkml:trace contextRef="#ctx0" brushRef="#br0" timeOffset="148502.49">29047 8320 10986,'-24'-27'1057,"24"27"-897,0 0 256,-27 0 641,27 0 32,-28 27-352,28-1-32,-27 26 64,1-25-321,26 26-160,-26-26-256,26-2 545,0 2-545,0 0 0,0-27 32,0 26-96,0-26-256,0 0-481,0-26-704,0 26-1698,-26-27-1122,26 0-3554</inkml:trace>
  <inkml:trace contextRef="#ctx0" brushRef="#br0" timeOffset="148690.5">28836 8320 11434,'0'0'961,"0"26"-96,-27 0 576,27 0-31,0 1-642,0 0-479,27-1-97,-27 1-96,27-2 0,-1 2 32,0 0 128,0-27-31,1 0-161,1 0-353,-1 0-287,-3 0-994,-24 0-1056,0 0-1666</inkml:trace>
  <inkml:trace contextRef="#ctx0" brushRef="#br0" timeOffset="149036.51">28836 8637 5092,'0'0'6599,"0"0"-6503,0 0 576,-27 27 545,27-27-416,0 25-513,0 3-255,0-3-1,27-25 32,-27 28 0,27-28 32,-1 0 160,-26 0-64,0 0 128,26-28 65,-26 3-65,0-3-160,0 28-32,0-25 97,-26-2-97,0 27-224,-1 0-193,27 0 97,-27 0-32,1 27-96,26-2-417,0 3-352,0-28-352,26 25-513,-26-25-929,27 0-2434</inkml:trace>
  <inkml:trace contextRef="#ctx0" brushRef="#br0" timeOffset="149627.54">28783 8742 6694,'0'0'320,"-26"0"-416,26-25 1377,0 25 385,26 0-705,-26 0-609,0 0 513,26 0 672,-26 0-672,0 0-384,0 0 255,0 0-127,0 25-321,0-25-192,27 28-32,-27-28-32,0 0-96,27 0 0,-27 0-128,26-28 0,-26 3 128,0-3 96,0 3-32,-26-2 96,26 0 160,-27 1-64,-26-1 65,27 0-97,0 27 32,-1 0-192,0 0-32,1 27 32,26 0 32,0 26 32,0-26-64,26-2-32,1 3-128,26-3 96,-27 3 64,0-28 0,1 26 64,-27-26 96,0 0 96,0-26 32,0 26-255,0-28 31,-27 3-32,27-3 0,-26 3-64,0-2 64,0-26-64,-1 53 0,0-27 96,1 27-321,26 27 65,0-27 160,0 26-64,0 28 96,26-29 0,1 3 0,26-3 32,-27-25-32,0 28-32,1-2 32,0-26 96,-1 0-64,-26 0-160,26 0-256,-26-26-1250,-26 26-1857,0 0-4709</inkml:trace>
  <inkml:trace contextRef="#ctx0" brushRef="#br0" timeOffset="149888.57">28704 8822 3651,'27'-26'5413,"-27"26"-4356,0 0 513,0-26 672,0 26-1025,0 26-929,-27 0-192,27 1 64,-27 26 257,1-27 63,-26 27 129,25-26-1,0 26-191,-1-28-577,28 2 416,0-27-288,0 0-224,0 27-673,0-54-929,28 27-1441,-28-27-5702</inkml:trace>
  <inkml:trace contextRef="#ctx0" brushRef="#br0" timeOffset="150099.57">28517 8796 13292,'0'0'2530,"0"0"-2786,-24 0 256,24 26 769,0 1 480,0 26-640,0-27-417,0 27-128,24-26 32,4 26 128,-1-28-96,0-25 129,-1 27-97,0-27 64,0 0-192,1 0-416,0 0-769,-27 0-1186,26 0-3074</inkml:trace>
  <inkml:trace contextRef="#ctx0" brushRef="#br0" timeOffset="150515.6">28440 9220 6438,'-28'-27'7238,"28"27"-7045,0 0 639,-27-27 738,27 27-513,-24 0-833,24 27-256,0 0 64,0 25-64,0-24 0,0-3-64,24 3 0,3-28 160,1 0-32,-1 0 96,-1 0 64,-2-28-96,-24 3 32,28-3 225,-28 1-161,0-25-32,0 25-128,-28 27-96,4-26 32,-2 26-192,-1 0 96,-1 26 32,1 1 64,3 0-32,24-2 64,0 2 0,24 1 64,-24-28 0,27 25 288,28-25-128,-55 0 0,26 0-31,-26 0-65,24 0-224,-24-25-609,0 25-993,0 0-2273,-24 0-6087</inkml:trace>
  <inkml:trace contextRef="#ctx0" brushRef="#br0" timeOffset="150745.62">28412 9220 960,'0'0'11884,"0"25"-11788,-27-25 160,3 27 1121,-4 1-95,2 25-706,-1-28-352,0 29-64,1-28 97,-26 1-129,25 0-64,0 25 0,1-26-32,26-26-96,-26 27-288,26-27-834,0 0-1280,0 0-1249,0 0-3652</inkml:trace>
  <inkml:trace contextRef="#ctx0" brushRef="#br0" timeOffset="150962.63">28095 9272 12908,'26'0'3715,"-26"0"-3875,0 28 128,0-28 288,0 53 577,0-28-128,0 1-513,0 28-96,0-27 64,0 26 64,27-27-31,0 0-129,-1 1 32,0-27 0,27 0-256,-26 0-417,-1 0-672,-26-27-1890,0 27-6406</inkml:trace>
  <inkml:trace contextRef="#ctx0" brushRef="#br0" timeOffset="151409.66">27989 9722 12716,'0'0'896,"0"0"-735,0-25 1280,0-2 481,0 27-1089,0 0-609,0-26-416,0 52 576,0-26-224,-28 27-32,28-2-96,0-25 0,0 27-64,0 0 128,0-27-96,28 0 32,-28 26 0,27-26 32,0-26 65,-27 26-33,26-27 32,-26 0 128,0 27-128,0-25-64,0-2-96,-26 27-128,-1 0-128,0 0 128,27 0-1,-28 27 97,4-2 64,-2 2 0,26-27-64,0 27 32,26-27 160,-2 0-256,-24 0 577,28 0-385,-1 0-64,-27 0-32,27-27 32,-27 27-192,0 0-513,-27-27-608,27 27-609,-27 0-288,-1 27-128,4-27-994,24 0-2914</inkml:trace>
  <inkml:trace contextRef="#ctx0" brushRef="#br0" timeOffset="151742.67">27777 9564 11498,'0'-26'1410,"0"0"-674,0 52 514,0-26-514,0 52-63,-26-25-161,-1 53 33,27-28-1,-27 28 33,27-28-225,0 3-159,0-3-97,0-26 32,27 1 96,0-27 32,-1 0 0,26 0-159,2 0-258,0-27-479,-30 1-770,4 26-640,-1 0-1697,0 0-6567</inkml:trace>
  <inkml:trace contextRef="#ctx0" brushRef="#br0" timeOffset="152376.71">27724 10041 8872,'-27'0'1313,"27"0"-1281,-25 0 96,25 27 353,-27-27-161,1 26-224,-1 1 224,27-2 641,-27 3 289,27-2-642,-25-26-416,25 0 289,25 0-65,-25 0-192,27-26-128,0 26-128,-27-28 64,26 3 0,-26-2-32,27 1 0,-27 26-32,-27 0-64,27 0 224,-26 0 97,-1 0 95,0 26-32,27-26-128,-25 27 65,25-27-97,0 0-64,0 0 64,0 0 64,25 0-288,-25 0 64,27 0-32,-27-27 64,27 27 32,-27 0 32,0 0-64,0-26 32,0 26-32,0 0 32,0 0-32,-27 26 32,27-26-64,0 0 64,0 27-64,-27-27 96,27 0 64,-25 25 0,25-25-64,-27 28 65,1-28 63,-1 26-128,0 0 32,2 1-192,-2 0 128,1-1-128,26 1-577,0-27-1441,0 0-2178</inkml:trace>
  <inkml:trace contextRef="#ctx0" brushRef="#br0" timeOffset="152650.73">27460 9961 16976,'-27'-25'96,"2"25"-737,25 0 609,0 0 352,0 25-160,0 2-160,-27 26 0,27-26 33,-26 26 255,26 0 32,0-1 0,0 2 1,0-28-65,26 1 0,1-27 32,25 0-191,-25 0-194,-1 0-255,26 0-128,-25 0-962,0 0-1665,-27 0-2210</inkml:trace>
  <inkml:trace contextRef="#ctx0" brushRef="#br0" timeOffset="153040.75">27327 10280 13356,'0'-27'1153,"0"27"-1281,-27 27 320,27-27 929,-24 26-352,24 1-641,-27-2-160,27 2-64,0-27 96,27 28-64,-27-28 0,24-28 128,3 28 0,1-27 0,-2 2 64,-26-2 32,27 27-63,-27-26-33,0 26-64,-27 0-193,27 0 129,-26 0 64,-2 26 32,1-26-32,27 27 193,0-27 31,0 25 0,0-25 64,27 0 1,1 0 31,-2 0-288,-26 0 96,27-25-224,-27 25-417,0 0-800,0 0-2210,-27 0-6919</inkml:trace>
  <inkml:trace contextRef="#ctx0" brushRef="#br0" timeOffset="153378.77">27221 10306 10954,'0'27'2050,"-26"-27"-1858,26 25 897,-27-25 673,0 55-737,-25-30-545,26 2-96,-1 25-95,-25-24-1,25-1-32,27-2-160,-26-25-32,26 27-64,-27-27-352,27 0 0,0 0 160,0 0-257,0 26 97,0-26-225,0 0-768,0-26-321,0 26-1216,0 0-4037</inkml:trace>
  <inkml:trace contextRef="#ctx0" brushRef="#br0" timeOffset="153660.78">26876 10597 3459,'0'27'2883,"0"-27"-2563,0 0 256,0 0 962,0 0 31,0 26-384,0-26 1,28 0 31,-28 0 0,27 0-320,-1 0-257,1 0-383,-2 0-225,2 0-129,0 0-447,-1 0-833,-26 0-865,0 0-929,-26 0-2146</inkml:trace>
  <inkml:trace contextRef="#ctx0" brushRef="#br0" timeOffset="153919.79">26825 10413 13644,'0'52'801,"-26"-25"-769,26-2 160,0 30 1346,0-30-385,0 2-993,26-1-128,-26 1 32,27-27 192,-27 27-127,24-27-1,4 0-256,-28 0-289,27 0-384,-27 0-768,26 0-1026,-26 0-1857,0 0-2723</inkml:trace>
  <inkml:trace contextRef="#ctx0" brushRef="#br0" timeOffset="154194.81">26825 10704 7142,'0'0'417,"0"0"-449,0 0 1281,0 25 416,0-25-1312,0 0-417,0 0-129,0 0 129,0 0 128,0 0-64,0 0-64,-26 0-96,26 28-128,0-28 32,-28 0-161,28 0-351,0 0-1250,28 0-609,-28 0-1311</inkml:trace>
  <inkml:trace contextRef="#ctx0" brushRef="#br0" timeOffset="154323.81">26876 10729 3651,'-24'-25'3267,"24"25"-1025,0 0-160,-27 0-64,27 0-416,-26 0-898,26 0-640,0 0-448,0 0-705,0 25-865,0-25-1537,0 0-4261</inkml:trace>
  <inkml:trace contextRef="#ctx0" brushRef="#br0" timeOffset="155787.91">25184 11313 7142,'-55'0'3043,"31"0"-2658,-2 27-193,-29-27 1185,28 25 353,-25 28-513,26-26-352,26 26-225,-27-26-159,54 0-193,-1-27-256,0 0 32,27 0 0,28-27-32,-29 0 64,2-26-128,-2 26-32,-26-26 64,1 1-96,-27 25 0,-27-26-32,1 26-289,0 2 129,-27 25 256,-2 0-32,5 25 96,-5 2 32,28 0 0,1 26 96,0-1 65,26-24 159,26-3-32,0 2 33,29-27-193,-28 0 64,23 0-384,5-27 448,-2-26-416,-27 28 64,-26-2-32,26-26 32,-52 26-32,26-25 64,-52 24-192,25 28 192,-28 0-128,31 0 128,-29 0-96,25 28 192,28-3-32,0 2 64,0 0 96,28 26 0,-1-26 65,-1-27-1,26 25 32,-25-25-64,0 0 1,-1 0-33,-26-25-64,0 25 32,0 0-192,0-27-32,-26 27-224,26 0-64,-27 0 31,27 27-63,-27-27-577,27 25-769,0 3-2401,27-3-8680</inkml:trace>
</inkml:ink>
</file>

<file path=ppt/ink/ink43.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5:25:38.199"/>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00FF00"/>
    </inkml:brush>
  </inkml:definitions>
  <inkml:trace contextRef="#ctx0" brushRef="#br0">18876 3636 12748,'-52'0'993,"52"0"192,0 0-385,0 0-95,0 0 32,27 0-257,-2 0 193,2 27-321,26-27-64,-25 0-63,23 27 63,4-27 32,23 0-128,-24 0-31,24 0-33,-24-27-128,-1 27 32,-1 0-32,-25-27-321,-1 27-63,2-28-289,-4 28-736,3-25-32,-27 25-513,0 0-1473,-27-27-3620</inkml:trace>
  <inkml:trace contextRef="#ctx0" brushRef="#br0" timeOffset="245.01">19354 3476 7559,'-27'0'2018,"0"-26"-673,27 26-737,27 0-383,-27 0 768,27 0-129,-1 0-351,26 0-129,-25 0-31,26 26-1,-1 1-32,3-27-128,-28 28-63,23-3-65,-22 2 64,-1-2-64,0 3-32,-27-1 96,0 26 0,-27-27 64,0 0-192,-25 28-64,-29-28-128,2 28-224,26-2-1698,-26 1-7047</inkml:trace>
  <inkml:trace contextRef="#ctx0" brushRef="#br0" timeOffset="8336.44">3791 8195 2274,'0'0'2498,"0"0"-2018,0 0 321,0 0 1025,0 0 0,0 0-481,0 0-480,0 0-321,0 0-63,0 0-289,0-28-64,0 28 0,0 0 128,27 0 161,-27-27 95,0 27 129,0-26-129,0 26-127,24-27-97,-24 0-96,0 2-96,26-2-32,-26-26-32,28 26 0,-28-25 65,27 26-33,0-28 32,-27 28-32,25-26-32,2-3 0,-27 2 0,26 27 0,1-27 32,0 26 0,-2-26 64,2 1 0,-27-1 64,26-1-31,1 28-33,0-26-96,-2-2 224,2 2-96,-1-2-96,1 2-64,-27 0 32,52-3 0,-25 2 0,1 1 0,25-2 0,-29 1 128,4-26-31,25 25-97,-26 2-32,-2 0 64,29-2 32,-28 1-128,1 28 32,-2-30 96,29 2-192,-28 1 64,2-2 32,23 28 32,-24-28-256,27 2 256,-27 26 0,-3-28 512,4 28-448,25 0-96,-26-28 0,25 28 64,1-27-160,-1-2 160,28 3-32,-28 0-64,2-1 64,0 26 0,-2-26-32,-25 26-32,26-25 64,-1 26-32,2-28 32,-2 28-32,1-26 0,0 24 32,-1-26-32,3 29 32,-2-28-32,-1 26-32,2 0 0,-2 1 0,1 0 0,0-2 64,-1-24-32,28 26 0,-28 0-32,3-2 32,-4 2 32,30-26-32,-29 25 32,1 0-32,26 1 0,-26-1 0,29-26 32,-5 27-64,2 0 0,2-28 0,-29 28 32,28-1 0,-28 0 32,28 2-32,-28-2-32,28-1 32,-28 3 32,29-2-32,-2-25-32,-26 24 32,26 2 32,1 0-128,-28 0 160,29-1-128,-30 27 64,4-27 0,22 1-32,-22-1 32,23 2-64,-24-2 32,24 0 64,-24 27-64,24-26 128,-24-1-160,24 0-64,-23 1 160,24 0 0,-26 0-64,0-1 96,26 0-192,-26-1 160,26 28 0,2-25 64,-29-27-192,28 52 96,-1-28 32,0 1-64,-26 1 32,0 0 64,-1 26-32,-25-26 64,28 26-256,-5-27 128,5 27 128,-3-27-160,1 27 64,27-26 0,-28 26 0,2-27 96,24 2-224,-23 25 128,-4 0 0,3-27 64,0 27-96,-2-27 32,28 27 96,-28-26-160,28 26 96,-28-27-64,29 27 64,-30-28-64,30 28-32,-29-25 160,28 25-32,-28 0-192,1 0 192,1-26-96,-2 26 64,2 0-32,24-26-96,3 26 192,-29-27 0,28 27-192,-28 0 96,28-28 64,-28 28-128,29-25 64,-30 25 0,30 0 160,-2 0-192,0-27 64,1 27 32,-2 0 32,-24 0-64,24-27-32,4 27 64,-4 0-64,2-25 33,-1 25 31,-26 0 128,53 0-160,-28 0 0,4 0 96,23 0 0,-26 0-32,1-28-96,-2 28 0,-24 0 192,-2 0-288,1 28 128,2-28 32,-31 0-96,30 0 96,0-28-32,-29 28 32,28 0 1,1 0-162,-2 0 129,-26-27-64,1 27 32,-27 0-64,0 0-64,0 0-416,-27-25-1122,1 25-3491</inkml:trace>
  <inkml:trace contextRef="#ctx0" brushRef="#br0" timeOffset="14157.8">14562 2840 6918,'0'27'737,"0"-27"-961,28 0 768,-28 0-31,26 0-481,25 0 32,4 0-481,-2 0-223,-1 0-417,1-27-545,1 27-800</inkml:trace>
  <inkml:trace contextRef="#ctx0" brushRef="#br0" timeOffset="14300.81">15463 2867 4964,'52'28'961,"-25"-28"-801,27 0-96,-3 0-256,-24 0-833,27 0-865,-2 0-832</inkml:trace>
  <inkml:trace contextRef="#ctx0" brushRef="#br0" timeOffset="14460.82">16308 2920 2370,'55'0'576,"-28"27"706,-1-27 159,26 0-961,-25 0-384,26 0-224,-27 0-1441,27 0-2051</inkml:trace>
  <inkml:trace contextRef="#ctx0" brushRef="#br0" timeOffset="14597.83">16919 3027 1153,'53'27'256,"-27"-27"288,0 26 225,28-26 288,-28 0 609,0 0-577,0 26-769,1-26-320,28 0-2050</inkml:trace>
  <inkml:trace contextRef="#ctx0" brushRef="#br0" timeOffset="14763.84">17607 3266 8456,'52'25'32,"-25"2"128,-1-27-32,1 0-128,25 26 32,-25-26-384,-1 0-705,2 0-1282</inkml:trace>
  <inkml:trace contextRef="#ctx0" brushRef="#br0" timeOffset="14899.84">18110 3608 3747,'53'28'192,"-53"-28"-192,27 0-768,-2 0-1282</inkml:trace>
  <inkml:trace contextRef="#ctx0" brushRef="#br0" timeOffset="15051.84">18428 3716 2914,'27'26'5445,"-27"0"-5284,24-26 543,-24 27 225,27-27-673,1 27-704,-28-27-641,26 26 160,-26 1-961,27 0-2082</inkml:trace>
  <inkml:trace contextRef="#ctx0" brushRef="#br0" timeOffset="15187.84">18771 4060 1473,'27'26'3876,"-1"0"-3812,-26-26 32,27 28-160,-2-28-1410,-25 26-928</inkml:trace>
  <inkml:trace contextRef="#ctx0" brushRef="#br0" timeOffset="15268.87">19035 4244 3555,'0'28'-288</inkml:trace>
  <inkml:trace contextRef="#ctx0" brushRef="#br0" timeOffset="15405.88">19300 4616 6694,'54'0'-128,"-54"0"32,0 0-1442</inkml:trace>
  <inkml:trace contextRef="#ctx0" brushRef="#br0" timeOffset="15563.89">19591 4855 8584,'28'53'288,"-28"-27"-64,27 0-448,-27 1-2339</inkml:trace>
  <inkml:trace contextRef="#ctx0" brushRef="#br0" timeOffset="15708.89">19856 5199 12267,'27'53'160,"-27"-26"-128,0 0 32,0-1-864,0 0-5991</inkml:trace>
  <inkml:trace contextRef="#ctx0" brushRef="#br1" timeOffset="29667.69">18798 6286 14093,'-54'0'672,"29"0"-383,25 0 1152,0 0-448,0 0-545,25 0 1,29 28 95,-1-28-95,26 0-1,-1 0-95,-24 0-193,27 0-160,-29 0 96,28 0-384,-55 0-257,29 0-544,-28 0-1121,1-28-3844</inkml:trace>
  <inkml:trace contextRef="#ctx0" brushRef="#br1" timeOffset="29897.71">19195 6047 8263,'0'27'7784,"0"-1"-8361,53-26 737,-26 27 513,25-27 288,1 27 256,-1-1-224,2-26-224,-28 26-321,26 2-96,-25-3-191,-27 2 63,0 26 32,-51-26-160,-3 25-32,0 2-64,-24-2-640,24 2-1122,-24-1-1729,24-28-9514</inkml:trace>
  <inkml:trace contextRef="#ctx0" brushRef="#br1" timeOffset="35502.03">3896 7982 9064,'-28'26'481,"28"-26"-417,0 0-193,0 0 258,0 0 896,0 0 192,0 0-609,28 0-95,-28-26 31,0 26-31,0 0 127,0 0 1,0-27-64,0 27-1,0-27-95,0 1-33,27 0-128,-27-28 97,27 28-225,-27 0-64,25-26 0,-25 24 0,27-24 32,-27-2 1,26 28-33,1-28 32,0 1 96,-2 1-96,2 25-96,-27-26 96,26 0 65,1 1-1,-27-2-32,27 2-32,-2-29-64,2 29 0,-1-1 0,1-1-64,1 2 0,23-28 1,3 27-33,-27-26 0,25 25 32,1-24-32,-1 24 64,2 2-32,-28 0 64,26-3-192,-25 2 160,26 1-96,2 25 0,-4-26 64,3-1 0,-3 2-289,4-1 578,23 0-289,-24 1 32,-1-2-32,-1 26 32,1-24-128,26-1 64,-24 26 0,-5-25 32,5-1-32,24 0 32,-26 26 0,0-26-96,-1 27 128,2-27-128,0 26 96,-3 1-32,4-26 0,23 24 0,-24-26 64,-2 29-64,1-28 0,26-1-64,-26 28 96,0-28-32,-1 29 32,3-28-32,-4 27-64,3-28 64,0 28 32,-2 0-64,1-28 32,-1 28-32,1-1 64,1 2-96,-2-3 64,1 2 0,2 0-32,-3-1 0,1 0-32,-1 1 0,1-1 64,1 0 0,-2 2-32,1-2-64,-1-1 32,1 3 160,-26 25-192,25-27 96,3 1 0,-2 0 0,-1-2 32,1 2-64,-1 0-1,2 26 33,-1-26 0,-1 26-32,-25-27 0,27 0 32,24 27 0,-24-26 0,-3 26 32,4-27-96,-2 2 64,-1 25 0,1-27 0,-1 27-32,2 0 32,24-27-32,-24 27 32,0-26 96,-2 26-160,2-27 64,-2 27 32,28 0-64,-27-27 32,-1 27-32,1-26 64,-1 26-32,30 0 0,-32-26 0,5 26 0,24 0-32,-26-26 32,0 26 0,26 0 0,-26-27 0,-1 27 32,3 0-32,-4-27 0,30 27 0,-29 0 0,1-28 96,1 28-224,-2 0 288,1 0-256,2-25 32,22 25 160,-22 0-160,-3-27 160,1 27-96,-26 0-32,25 0 96,1-25-64,-1 25 33,-25 0-66,26 0 66,-1 0-33,1 0 0,2 0 64,-4-28 32,-23 28-64,25 0 128,-1 0-224,-25 0 128,26 0-64,-26 0 0,25 0 64,1 0 0,-26 0-32,25 0 32,2 0 0,-3 0-64,-24 0 96,27-27-96,-27 27 32,25 0-64,-25 0 32,26 0 96,-28 0-96,29 0 0,-28 0 64,26 0-64,2 0 32,-28 0-64,26-26 64,2 26 0,0 0-64,-2 0 32,2 0 0,-2 0 32,1 0 0,-26 0-32,26 0 97,-1 0-97,1-26 0,-25 26 128,23 0-256,4-26 192,-5 26-96,5 0 64,-2 0-96,-27-27 96,27 27-32,0 0 0,-1 0 32,2-27 0,-2 27 0,1-26 64,2 26-128,-5-27 32,5 27 96,-3-25 0,1 25 0,27-27-32,-28 27 64,2-27-32,-2 27 32,1-26-32,2-1-160,-3 27 161,1-28-1,-1 28-96,1-25-32,1 25 64,-2-26-32,1 26 96,-1-26-128,1 26 64,2-27 0,-4 27 0,3-28 0,-3 3-64,4 25 32,-2-27 96,-1 27-224,1-27 96,26 27 160,-26-25-256,2 25 160,24-28 32,-26 28-128,-1-27 32,1 27 128,-1-25-192,2-2 160,24 1-128,-24-1 160,0 0-128,24 27 128,-24-26-160,25 0 64,-26 0-64,26-1 96,-26 0 0,-1 2 32,28-3-64,-1 3 224,-24-3-320,23 2 192,2-27-320,-1 26 640,0-26-480,1 1 224,-2 25-256,4-26 192,23 0-96,-26 1 64,1 25-64,-2-26 96,-24 26-160,-26 27 64,-4-25-352,-24 25-737,26-27-1409,-52-1-5158</inkml:trace>
</inkml:ink>
</file>

<file path=ppt/ink/ink4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19-10-14T01:46:47.977"/>
    </inkml:context>
    <inkml:brush xml:id="br0">
      <inkml:brushProperty name="width" value="0.05" units="cm"/>
      <inkml:brushProperty name="height" value="0.05" units="cm"/>
      <inkml:brushProperty name="fitToCurve" value="1"/>
    </inkml:brush>
  </inkml:definitions>
  <inkml:trace contextRef="#ctx0" brushRef="#br0">0 0 0</inkml:trace>
</inkml:ink>
</file>

<file path=ppt/ink/ink45.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5:29:58.494"/>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definitions>
  <inkml:trace contextRef="#ctx0" brushRef="#br0">9752 8982 2178,'0'0'2274,"0"0"-609,0 0-63,0 0-385,0 0-352,0 0-129,0 0 1,0 0 32,0 0 96,0 0 0,0 0 31,0 0-415,0-27-1,0 27-127,0 0 63,0-26-160,0-1-96,0 27 97,26-27-65,-26 2 0,0-3-32,0 3 96,28-29-95,-28 28-65,27-28 0,-27 1 0,24 1 32,4-1 32,-28-1-64,27 2-32,-1-1 96,-26 0-128,27-1 65,-2-24-1,2 24 0,0 1 0,-1 0-32,1 1-32,-27-2 32,25-24 0,2 23 0,0 3 32,-1 0-96,-26-3 32,27 2 0,-2 1 0,2-1-64,0-1 64,-1 2 0,2-1 0,-4 0 0,3 1 0,1-3-128,-1 3 128,-1 0 64,-2-3-192,4 3 128,-1-1-64,0 26 32,-1-26 0,1 1 96,-2-1-160,2-1 128,0 2-160,-1-1 96,1 0 0,-2 1 0,2-3 0,28 3-64,-29 0 192,-2-3-224,31 30 32,-28-28 224,25-1-224,-26 1 64,28 0 0,-28 1-32,26-2-160,-25 1 576,26 1-351,-1-1 31,2-1-128,-2 0 64,1 2-65,2 0 130,-3 24-65,1-24 32,-1-2-64,28 28 32,-27-26 0,-1-2 96,2 1-128,24 1 64,-23-1-96,-4-1 32,30 28 32,-29-28 0,28 1 0,-28 28 0,28-3 0,-28-24 96,1 25 0,26-26-32,-24 26 0,-2 2-96,-1-2 128,1-26-96,1 26 0,-2 0 0,1 27 0,-1-25-128,-25-3 224,27 3-160,-3-2 64,4 0 0,23 1 0,-24-1 0,-28 27 0,26-27 32,2 27 32,-1-26-160,-1 0 96,1 0 0,-1 26 0,3-28 0,22 2 0,-22 0 0,25-1 0,-1 27 0,-26-25 0,26-3 0,-1 1 0,-23 27 0,24-25 0,-26-2 0,0 27 0,-1-27 0,28 1 96,-28 26-160,30-27 96,-5 0-96,2 2 64,2-2 64,-2 1-128,1 26 64,25-27 32,-26 0-64,29 1 32,-30 26 0,28-27-32,-26 2 64,-2 25-32,1-27 0,2 27-32,-3-27 64,3 1-32,-2 26 0,1-28 0,-28 28 96,29-26-160,-30 26 96,3-26-64,-3 26 32,30-26-32,-29 26 32,2 0 0,24-28 0,-24 28-64,-1 0 128,26-26-32,-25 26-64,25 0 96,-26-27-96,26 27 0,-26-25 64,26 25-32,-26-27-32,26 27 128,-24 0-192,22 0 64,4 0 32,-29 0 0,2-27 0,24 27 32,-24 0-32,-2 0-64,1 0 160,26 0-128,-26 0 32,2-26 0,-3 26 0,1 0 0,0 0 64,-1-27-96,-25 27 32,26 0-64,-1 0 64,2 0 0,-2 0-128,2 0 160,0 0 64,-2 0-96,1 0-32,-1 0 0,1 0 96,1 0 32,-2 0-192,1 0 160,26 0 0,-25 0-320,0 0 544,-2 0-288,28 0 64,-28 0-160,-26 0 160,28 0 64,-2 0-128,-26 0 64,1 0 0,1 0-96,-4 0 32,3 0-64,-27 0-544,0 0-1154,-27 27-1537,3-27-9994</inkml:trace>
  <inkml:trace contextRef="#ctx0" brushRef="#br0" timeOffset="887.05">19889 3285 7879,'0'0'4228,"0"0"-3619,0 0 255,0 0 770,53 0-545,2 0-513,-3 0-319,28 0-129,-28 0-128,28 0 0,-28 26 32,1-26-192,-1 0-481,-25 27-928,0-27-1346,1 0-1858</inkml:trace>
  <inkml:trace contextRef="#ctx0" brushRef="#br0" timeOffset="1421.08">21133 3390 9769,'28'27'1121,"-1"-27"-961,-27 0 96,26 0-256,0 0-576,-26 0-1,26 26-800,1-26-2467</inkml:trace>
  <inkml:trace contextRef="#ctx0" brushRef="#br0" timeOffset="1551.08">21584 3577 2978</inkml:trace>
  <inkml:trace contextRef="#ctx0" brushRef="#br0" timeOffset="1759.1">21372 3603 7238,'106'0'-2114</inkml:trace>
  <inkml:trace contextRef="#ctx0" brushRef="#br0" timeOffset="1933.11">22405 3789 14669,'27'26'545,"-2"-26"-994,2 0 482,26 0-1731,-26 0-2786</inkml:trace>
  <inkml:trace contextRef="#ctx0" brushRef="#br0" timeOffset="2105.12">23093 4026 12043,'52'27'448,"-25"-27"-512,-1 0-320,1 28-2179,1-28 321,-4 0 64</inkml:trace>
  <inkml:trace contextRef="#ctx0" brushRef="#br0" timeOffset="2273.13">23754 4371 9416,'52'27'257,"-25"0"-161,0-27-801,27 0-2978</inkml:trace>
  <inkml:trace contextRef="#ctx0" brushRef="#br0" timeOffset="2430.13">24337 4689 14862,'52'28'64,"-25"-28"352,1 25-416,-28-25-256,26 0-609,-26 0-3171</inkml:trace>
  <inkml:trace contextRef="#ctx0" brushRef="#br0" timeOffset="2560.14">24945 5033 10345,'81'81'-512,"-81"-56"-161,24 2-128,-24 26-2530,0-53-1696</inkml:trace>
  <inkml:trace contextRef="#ctx0" brushRef="#br0" timeOffset="2740.15">25580 5697 18065,'81'53'160,"-54"-26"-160,25-2-769,-26 2-2338,1-1 0,-27 1-801</inkml:trace>
  <inkml:trace contextRef="#ctx0" brushRef="#br0" timeOffset="2892.16">26190 6306 16207,'27'80'288,"0"-53"-160,-2-2-352,-25 27-1538,27-24-1120,-27-1-1282</inkml:trace>
  <inkml:trace contextRef="#ctx0" brushRef="#br0" timeOffset="3065.17">26481 7022 13676,'52'79'3524,"-25"-54"-3268,-1 30-160,1-30-1345,1 2-1378,-28-1-1440</inkml:trace>
  <inkml:trace contextRef="#ctx0" brushRef="#br0" timeOffset="3246.18">27010 7922 18289,'27'79'64,"-2"-26"-96,2-26-256,0-1-737,-1 2-64,1 23-1154,-27-23-3362</inkml:trace>
  <inkml:trace contextRef="#ctx0" brushRef="#br0" timeOffset="3397.19">27408 8585 544,'26'78'17425,"1"-24"-16240,-27-28-705,25 28-448,2-29-320,-27 28-289,0-26-896,0 0-5894</inkml:trace>
  <inkml:trace contextRef="#ctx0" brushRef="#br0" timeOffset="3541.2">27434 9511 23734,'0'107'1698,"0"-55"-2787,0 1-4293,-26 1-10056</inkml:trace>
  <inkml:trace contextRef="#ctx0" brushRef="#br1" timeOffset="43317.47">9701 9061 3523,'0'0'1089,"0"0"-929,0 0 865,0 0 288,24 0-160,-24 0 129,0 0-97,0 0-64,27-27-192,-27 0-65,26 2-63,-26-2-192,28 1-289,-1-28-160,-27 29-128,24-28-32,4 25 64,-1-24 32,-1-2 97,1 1 31,-2 28 96,-25-29-32,27 28 161,0-28-97,-1 2-160,1 26 0,-2-28-63,2 2-33,0-1 64,-1 0-96,1-1 0,25 1 0,-25 0 64,-1 1 160,2 25-95,-4-26-33,3 1 0,1 25-96,-1-26 0,-1 26 0,-2-25-64,4 24 96,-1-24-64,0-1 64,-1-1-96,1 28 32,-2-28 64,2 2 1,0-1-97,-1 26 32,1-26 128,-2 1-160,2 24 96,-27-24-64,27 0 64,1-3-64,-2 30-32,-2-27 0,3-3 32,1 2-64,-1 28 0,-1-29 32,0 28-32,0-28 160,1 28-192,0-26 96,-1-3-64,26 30 0,-25-27 64,0-3-32,-1 30 32,0-29-64,0 29 32,1-30 0,0 30 32,1-3 0,22-24-32,-23 25 64,1 1-128,-1-28 128,25 2-64,-26 26-224,1-1 608,0-26-352,-2 26-32,2 2 0,-1-2 96,1-1-192,0 3 96,-1-29 32,0 28 0,0-28 0,1 28-32,0-1 0,1-26 0,-4 27-32,2 0 64,2-28-128,26 28 96,-30-1 0,4 2 0,25-29 0,-26 28-32,-2-1 32,28 0-64,-26 2 64,0-3-96,25 3 128,-26-3-192,28 2 128,-2-27 0,-26 26 32,29 1-64,-31-1 64,31 27-32,-29-25 128,26-3-256,2 2 128,-1 0-64,-1-1 96,1 2 0,2-3 32,-4 1 0,-25 2-96,29-2 64,-3 0-32,1 1 32,-26-1-129,52 0 194,-26 27-65,-1-25-97,1-3 194,26 3-97,-26-2 32,-1 0-32,3 1 32,-2-1-32,-1 27 0,-25-27-32,53 1 0,-28 0 32,1 0 0,26-2-33,-24 2 66,-5 0-1,5 26 0,-2-27-64,-27 2 32,27-3 0,-26 28-65,25-27 98,-26 2-33,28 25-33,-2-27 66,-26 0-33,28 27-33,-2-26 66,1-1-66,-25 27 33,23-27-64,-23 27 32,-2-25 32,28 25-64,-28-27 96,0 27-32,27-26-32,-26-1 32,-1 27 0,26-27 0,-25 27-64,28-26 64,-5 26 0,5-27 32,-4 27-32,3-25 0,-27-2-32,25 27 96,-25-27-128,26 27 64,-26-26-32,-2 26 64,28-28-32,-26 28-64,1-26 64,23 26 0,-25-26-32,29 26 0,-4-26-32,3 26 64,-27-28-32,25 28 64,1-26-96,1 26 32,-2-27 32,-26 27 32,29-25 0,-4 25 64,3-27-224,25 27 192,-26-27-128,-1 27 128,2-26-96,-1-1 32,-1 27-32,1-27 64,-1 27-32,-25-25-32,28 25 0,-5 0 96,5-27-64,-28 27-32,26-26 96,-1 26-128,-25-27 128,26 0-96,-1 27 64,1-28-96,-1 28 192,2-25-224,0 25 160,-3-25-96,-23 25 32,25-27 96,-27 27-96,27-27 64,0 27 32,-27-28-96,27 28 64,0-25-32,-1 25 97,-25-27 31,28 27-256,-31 0 64,2-26 32,29 26 0,-28-26 32,25 26-96,1 0 128,-26-28 0,25 28-128,1 0 64,0-26-32,-27 26 64,27-26-32,2 26 64,-5 0-128,-22-26 64,26 26 64,-30 0-128,4-27 64,25 27 64,-26 0-64,-2-27 128,28 27-256,-26 0 64,0-26 160,25 26-64,1 0-96,-1 0 32,1-27 32,2 27 64,-4-25-64,3 25-32,0 0 64,-2 0-32,1 0 0,-26-27 96,25 27-256,1 0 224,-25 0 0,23 0-96,3 0 0,-3-27 64,4 27 32,-2 0-160,-1 0 160,28-26-64,-28 26-64,1 0 160,26 0-96,-24 0 32,22-26 32,4 26-64,-29 0 64,28-28-32,-28 28-64,28 0 64,-28 0 64,30-25-96,-32 25 0,5 0 0,24-28 64,1 28-64,-2 0 0,2 0-32,-1 0 224,26-25-224,-23 25 32,23 0 0,0-26 64,-25 26-64,26-28-64,0 2 417,-28 26-738,3-27 802,-2 27-321,1-27-160,-2 27 32,-23-26 64,22 26-64,-22 0 96,24-26-192,-26 26-33,-26 0-95,25 0 64,-26 0-385,1 0-640,0 0-1730,-27 0-7943</inkml:trace>
  <inkml:trace contextRef="#ctx0" brushRef="#br1" timeOffset="45534.6">19520 2649 5829,'26'0'1377,"-26"0"-512,27 0-96,0 0-225,-27-27 225,25 27-224,-25 0-321,27 0-160,-1 0 0,-26 0 192,27 0 225,0 0-1,25 0-31,-26 0-161,29-25 32,-4 25 0,30-27-95,-2 27-65,-1-27 0,2 27-64,26-26-64,-28 26 32,30-26-64,-2 26 32,-1-28 32,0 28-96,-25-25 128,26 25 225,-28-28 159,30 28 65,-29 0-193,0-25-96,27 25-128,0-26-64,-28-2 32,30 28 161,-29-26-482,26-1 546,1 0-289,2 27 32,-3-26-32,0 0-32,1 26 32,-26-26 0,25-1 0,0 27 0,-23-27 32,-4 1 64,1 26 128,-52 0-160,26-27-31,-26 27-65,-27 0-32,25 0-385,-25 0-576,0 0-480,0 0-161,0 0-672,0 0-2274</inkml:trace>
</inkml:ink>
</file>

<file path=ppt/ink/ink46.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5:54:44.771"/>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00FF"/>
    </inkml:brush>
  </inkml:definitions>
  <inkml:trace contextRef="#ctx0" brushRef="#br0">1408 3383 7975,'-26'27'2498,"0"-27"-2466,26 0 33,-27 0 607,27 0 705,0 0 225,0 0-641,0 27-288,0-27-129,27 0-64,-1 0-63,0 0-129,27 0 64,0 0-255,-1 0-33,2 28-96,-2-28 96,1 0-224,2 0-97,-5 0-191,-22 0-321,26 0-96,-54 0 0,24 0 1,-24 0-353,0 0-2051,0-28-4547</inkml:trace>
  <inkml:trace contextRef="#ctx0" brushRef="#br0" timeOffset="324.01">1752 3251 12427,'-27'0'-192,"0"0"-897,27 0 833,0 0 512,0 0 801,27 27-128,0-27-545,1 0-288,-4 27-32,30-27 97,-27 26 63,24 1-64,3-2-96,-27 2 32,25 0-64,1-27 32,-26 28-64,0-28 32,-2 25 0,2-25-96,-1 0 32,1 27-32,-27-27 160,28 25 128,-28 3-31,-28 25-97,1-26 64,-26 25-128,1-25 0,-28-1-128,28 28-833,-29-28-3107</inkml:trace>
  <inkml:trace contextRef="#ctx0" brushRef="#br0" timeOffset="14379.82">3049 4258 6598,'0'0'1025,"0"0"-577,0 0-128,0 0 385,0 0 384,0 0-160,0-25-577,27 25-191,-27 0 127,26 0 288,-26 0 1,27 0-97,-27 0-159,25 0-33,-25 0-64,27-27 64,0 27 1,-1 0-33,1 0 0,-2 0-32,2 0 33,26-28-33,-26 28 0,25 0 0,1 0-96,2 0 97,24-25-65,-26 25-32,26 0 32,-1 0-64,2-27-32,-1 27 32,2 0-64,25 0 96,-28 0-128,28 0 32,0 0 32,0 0-96,-1 0 161,28-27-161,-1 27 64,0 0 0,0 0 0,2 0-32,-2-25 0,0 25 32,-24 0-32,-3 0-32,0 0 32,-26 0-64,28 25-33,-29-25 1,28 0 96,-25 0 0,24 0-128,1 0 32,-1 0 0,3 0 0,24-25-32,-27 25 96,1 0 32,-1-28 0,0 28 0,-23 0 0,23 0-32,-26 0 32,1 0-32,-2 0 0,2 0 32,26 0 0,-28 0 0,4 0-32,23 0 32,-26 0 32,1 0-32,25 0-32,0 28 32,-23-28 0,23 25 32,-26-25 32,27 27-32,-27-27 32,26 27-32,29-27-32,-29 25 0,27-25 32,-24 28-64,24-28 64,0 0-32,0 27 0,0-27 0,1 0 32,26 0-32,-2 0 0,-25 0 32,27 0-32,1 0 0,-1 25 0,-27-25 32,28 0-32,-2 0 0,0 0 32,0 0 0,2 0-32,-28 0 0,0 27-32,0-27 96,2 0 32,-29 26 32,-25-26-192,-28 0-96,1 27-641,-26-27-1601,1 0-2915</inkml:trace>
  <inkml:trace contextRef="#ctx0" brushRef="#br1" timeOffset="26413.51">4504 5026 3555,'0'0'2114,"26"0"608,-26-25-191,0 25-545,0 0-96,-26 0-481,26-27-480,0 27-353,-26 0 1,26-27-417,-53 27-224,26 0-96,-25 27-193,-28 0 1,28-2 128,-1 28 0,-2-25-65,31 24 65,-2 2 64,26-1 64,0-1-96,50-25 32,5-1 128,-2-26 64,-1 0 224,2 0 224,24-26 97,-24-28-1,-2 2-127,1-1-1,-26-26-127,27-2 159,-54 2-160,0-1 33,0 2-289,-26-1-128,-2-1-353,1 27-31,-26-1 256,27 28-97,0 26 33,-1 0-64,27 0 96,-27 26 95,27 28 33,0-28 96,0 53 0,27-26 32,0 26-64,-1-26 96,0 27-96,27-26 96,2-1-96,-29 0 129,25-1-97,4-25 96,-29 0-64,0-1-225,-26 1-31,26-27-128,-26 0-897,0 0-993,-26 0-1666</inkml:trace>
  <inkml:trace contextRef="#ctx0" brushRef="#br1" timeOffset="26808.53">3261 5795 14541,'-27'0'705,"54"0"-1025,-2 0 736,29 0 289,27 27 384,24-27-160,27 0-417,27 0-224,25 0-63,3 0 319,23 0-288,4 0-31,-4-27-161,-24 27 32,-2-25-64,-52 25-353,1-27 65,-53 27-256,-28-28-609,-25 28-1666,-27 0-3747</inkml:trace>
  <inkml:trace contextRef="#ctx0" brushRef="#br1" timeOffset="27394.56">3869 6247 9737,'-105'26'704,"78"0"-2209,-25 1 864,-1 26 705,26-26 1154,-1 25 447,4 1-832,24 1-705,0-2-32,24-26 256,4 28 65,-1-28-33,26 1-128,-1-27 97,-25 0 255,26-27 129,-1 1-160,-25-1-129,-1-26-192,1 1-64,-2-30-95,-25 30-97,0-28-289,0 2-351,-25-28-609,-2 26 63,-26 27 578,26 0 640,2 53 544,-2 0-255,1 0 95,-1 53 225,27 0 191,0 27-95,0 0-128,27-1-257,26 1 0,-28-3-288,29-22 129,-1 24-193,26-53-96,-25 28 32,-3-28-289,-23 1-384,-1-27-800,-1 0-1378,0 0-4324</inkml:trace>
  <inkml:trace contextRef="#ctx0" brushRef="#br1" timeOffset="28540.62">4638 6193 8263,'0'0'2979,"0"-26"-2498,0 26 1152,0-28 385,0 28-320,0 0-673,0-25-609,-26 25-256,-2 0-256,1 0-96,-26 25 192,27 29-64,0-28 64,-1 28-32,0 24 32,27-23 32,27-3-32,-27 1-32,53 1 32,-27-2-64,27-26 64,2 1-64,-5 0 128,5-27-32,-2 0 0,-1-27 64,2 0 0,-28 1 32,0-26 160,-26 25 65,0-28-33,0 3-352,-26 0-96,-27-1 128,-26 26-224,26 1 96,-26 0-1,-2 26 161,28 26 33,1 0-33,25 1 160,27-2-224,0 30 64,0-30 0,53 27-64,-1-24 96,30-28-64,-5 27 96,4-27-128,-2 0 0,-26-27-224,-1 27-513,-25-28-1121,0 3-2274</inkml:trace>
  <inkml:trace contextRef="#ctx0" brushRef="#br1" timeOffset="29283.67">5880 5478 12139,'-24'0'1666,"24"-28"-1026,0 28 449,0 0-704,24 0 287,4 0 97,-2 0-385,28 0-127,-2-25-225,1 25 160,-1 0-288,-25-27 128,-1 27-289,-26 0-255,27 0-321,-27 0-320,-27 0 128,1 0-352,-1 27 800,2-27 321,-2 25 224,0-25 96,27 28 256,0 24 257,0-25-1,0 26-95,27-1-289,0 1-64,-2 2-32,28-3 0,-26 1-96,1 1 64,-4-29 65,3 2 223,-27-27 160,-27 26 257,27-26-64,-52 27-353,-1-27-256,1 0-96,-2 0-192,28 0-256,-26 0-673,25 0-897,0 0-737,27 0-3715</inkml:trace>
  <inkml:trace contextRef="#ctx0" brushRef="#br1" timeOffset="29601.69">6701 5398 15566,'-27'0'545,"27"0"-385,-25 0 96,-2 27-32,27-2 865,-26 3-224,26 51-288,0-26-225,0 27-128,0 0-96,0-1-31,26-26-290,1-1 1,-2-25-416,2 26-1,0-53-256,26 27-576,-25-27-1538,23 0-2979</inkml:trace>
  <inkml:trace contextRef="#ctx0" brushRef="#br1" timeOffset="30047.71">7152 5610 16815,'0'-28'353,"-27"3"-738,0 25 289,2 25-96,-2 3 288,1-1-32,-1 26-160,27 0-96,0 26 64,27-26 32,26 1 160,-28-2-224,29-26 32,24 1 128,-24-27 64,24 0 160,-24 0 0,0-27 160,-30-26 257,31 28 192,-28-29-321,-27 1 417,0 1-576,-27-3-257,-1 2-225,-23 1-127,-30 24 0,2 3 192,-1 25 32,2 0-32,24 25-64,2 3 0,26 24-33,26-24 129,0-3-32,26 3 64,1 24 0,25-25 96,28 0-192,-28-27 0,28 26-160,-28-26-641,3 0-480,-29-26-1698,25 26-7687</inkml:trace>
  <inkml:trace contextRef="#ctx0" brushRef="#br1" timeOffset="30610.75">7708 5159 13869,'-27'-26'160,"27"26"-320,0 0 384,0 26 641,27 1 1185,-1 0-705,26 26-672,2 26-225,0-26 193,-3 27-289,4-1-160,-5 1-160,5-2-64,-28-23-64,-27 24-64,0-26 64,0-1 32,-27-25-289,-28-1 225,5 1-64,-32 0-224,30-1-417,-1-26-1089,0 0-4804</inkml:trace>
  <inkml:trace contextRef="#ctx0" brushRef="#br1" timeOffset="31253.78">8793 5530 15630,'-27'27'1826,"27"-27"-1794,0 0 416,27 25 97,0-25 544,25 0-96,1 0-705,0 0-288,-1 0-416,-25 0-481,1 0-1121,-1 0-2402,-3 0-8232</inkml:trace>
  <inkml:trace contextRef="#ctx0" brushRef="#br1" timeOffset="31374.79">8925 5822 12363,'0'53'2787,"0"-53"-2691,27 0 128,25 0 0,1 0 65,-25 0-129,23 0-2210,3-26-8584</inkml:trace>
  <inkml:trace contextRef="#ctx0" brushRef="#br1" timeOffset="31850.82">10169 5743 18897,'0'0'-320,"0"0"-192,0 0 287,0 0-159,0 0 64,0 0-2339</inkml:trace>
  <inkml:trace contextRef="#ctx0" brushRef="#br1" timeOffset="32024.83">10540 5715 12427,'0'0'3844,"-27"28"-4004,27-28 352,0 0-256,0 0-961,0 0-1473,27 0-5862</inkml:trace>
  <inkml:trace contextRef="#ctx0" brushRef="#br1" timeOffset="32189.84">10882 5770 14894,'0'0'128,"0"0"737,27 0-513,-27 0-352,0 0-897,28 0-2594</inkml:trace>
  <inkml:trace contextRef="#ctx0" brushRef="#br1" timeOffset="32311.84">11254 5770 9096,'28'0'-288,"-28"0"-513,0 0-5669</inkml:trace>
  <inkml:trace contextRef="#ctx0" brushRef="#br1" timeOffset="37817.15">10116 5795 12043,'0'0'1057,"0"0"-96,0 0-32,0 0 128,0 0-64,0 0-801,0 0-480,0 0-737,0 0-513,26 0-704,1 0-1922</inkml:trace>
  <inkml:trace contextRef="#ctx0" brushRef="#br1" timeOffset="38018.17">10540 5770 12139,'0'25'512,"0"-25"-159,0 0 1024,0 0-32,0 0 417,0 0-929,0 0-833,0 0-288,0 0-737,26 0-1057,-26 0-2915</inkml:trace>
  <inkml:trace contextRef="#ctx0" brushRef="#br1" timeOffset="38199.18">10964 5822 13228,'26'27'1249,"-26"-27"-1089,0 0 193,0 0 63,0 0-192,0 0-96,0 0-1249,0-27-1986,26 27-2146</inkml:trace>
  <inkml:trace contextRef="#ctx0" brushRef="#br1" timeOffset="38335.18">11360 5822 5252,'28'27'6823,"-2"-27"-6663,-26 0 609,0 0-289,0 0-480,0 0-1217,-26 26-8008</inkml:trace>
  <inkml:trace contextRef="#ctx0" brushRef="#br1" timeOffset="40023.28">12445 5662 6950,'-27'0'7719,"27"0"-7430,0 0 447,27 0 321,1 0 32,23 28-192,3-28-384,25 0-193,28 0 0,-29-28-63,1 28-129,1-25-160,-1-2-225,-25 27-671,-27 0-674,-3 0-1345,-24 0-2594</inkml:trace>
  <inkml:trace contextRef="#ctx0" brushRef="#br1" timeOffset="40189.28">12550 5849 11498,'-26'53'289,"52"-53"832,2 27 672,-1-27-223,25 0-417,1 0-576,26 0-449,-26 0-417,1-27-191,-29 27-1346,2 0-2658</inkml:trace>
  <inkml:trace contextRef="#ctx0" brushRef="#br1" timeOffset="40700.32">12524 5026 10634,'-79'-25'352,"52"25"64,1 0-288,0 0-128,-27 0 0,26 0 0,27 0-32,-26 0-32,26 25 64,0 3 193,26-3 191,1 3-192,0 24-32,25-25-96,-26 0-32,1 26-32,1-28 64,-1 2-64,-27 0 0,0-1 96,0-26 225,-27 27 512,-1-27-225,1 0-480,-25 27-64,-1-27-64,26 0-192,1 0-1281,26 0-2083</inkml:trace>
  <inkml:trace contextRef="#ctx0" brushRef="#br1" timeOffset="41053.34">12710 5266 11242,'0'0'2370,"0"0"-2338,0 0 385,27-27 63,-27 27 161,27-26 96,-2-1-545,2 0-160,-1 27 32,-26-26-64,0 26 0,0-26-64,0 26-96,-26 0-193,-1 0 193,2 0 128,-29 0 96,28 26 0,-1 0 96,27 1 97,-25 26 255,50-26-128,-25-2-95,53 2-129,-26 0-32,25-1-32,1-26-128,1 0-416,-2 0-705,1-26-1090,-1-1-1184,-25 0-3523</inkml:trace>
  <inkml:trace contextRef="#ctx0" brushRef="#br1" timeOffset="41227.35">13001 5054 7463,'0'0'4260,"28"0"-4132,-4 0 1569,3 0-608,27 0 0,-27 0-224,25 0-705,1 0-160,-1 0 32,-25 0-448,-27 0-1089,0 0-898,0-28-2722</inkml:trace>
  <inkml:trace contextRef="#ctx0" brushRef="#br1" timeOffset="41407.36">13185 4814 12011,'0'53'1377,"0"1"929,0-1-640,0-1-737,0 29-449,0-29-223,0 2-193,0-1-353,28-28-543,-1 29-1347,-27-28-4643</inkml:trace>
  <inkml:trace contextRef="#ctx0" brushRef="#br1" timeOffset="42014.4">14113 5371 11498,'0'0'481,"-27"0"-673,1 27 128,-1 0 0,-25 26 32,25-1 32,1 0 0,26 28 96,0 1 192,0-29 320,26 28-127,26-26 31,28-29 225,-28 2 32,30-1 32,23-26 63,-26 0-127,27-26-192,-27-26 127,2-2-191,-30-26 480,-24 0-385,-27 2-95,-27-2-321,0 1 64,-51-1-128,-1 53 0,-1-26-96,-25 53-224,23 0-993,-23 0-1346,26 27-5188</inkml:trace>
  <inkml:trace contextRef="#ctx0" brushRef="#br1" timeOffset="42964.45">3526 7543 13388,'0'-52'481,"-28"26"127,2 26 449,-1-27-769,-25 0 33,-1 27-65,-1 0-256,2 27-64,-28 0 32,28-1-32,-1 26 0,25 2-192,4 0-289,24-2 129,52 0 223,1 3 97,-1-30 96,28 29 32,-1-28 32,29 28 33,-57-29 95,30 2 0,-57-1 96,4 1-128,-28 0 129,0 1 415,-52-28-319,-3 25-161,-22-25-192,22 25-673,-25-25-704,28 0-1762,26 0-6982</inkml:trace>
  <inkml:trace contextRef="#ctx0" brushRef="#br1" timeOffset="43252.47">3922 7862 13004,'27'0'-513,"-54"27"-608,1 26 1121,-1-1 0,0 1 577,2 1 384,25-1-769,0 0-192,52-27 64,-25 2 416,26-28 257,-1 0 96,29 0-96,-30-28-97,4 2 33,-3-27-97,-26 28 65,-26-3-64,0-26-257,0 28-128,-26-1-512,0 27-449,-27-25-352,25 25-929,-23 0-1666</inkml:trace>
  <inkml:trace contextRef="#ctx0" brushRef="#br1" timeOffset="43519.48">4452 7518 12619,'26'-53'-192,"-26"26"384,26 0 161,-26 27 1056,0-26 193,0 52-1282,0 1-128,0 0 545,0 51-33,0 2-63,0 27-160,-26-27-321,26 25-96,0-26-64,26 1-224,-26-25-193,26-30-384,1 28-640,-27-53-1602,27 0-3747</inkml:trace>
  <inkml:trace contextRef="#ctx0" brushRef="#br1" timeOffset="43772.5">4717 7889 12844,'27'80'-385,"-27"-55"321,26 28 513,-26 1 223,26-26-223,0-3-321,28 0-32,-28-25 96,0 0 865,0 0 160,1-25-320,-27-28 96,27 26-32,-27-26-384,0 1-193,-27-2-448,27 1-64,0 26-353,-27 2-608,27 25-1377,0 0-3908</inkml:trace>
  <inkml:trace contextRef="#ctx0" brushRef="#br1" timeOffset="44111.52">5140 7969 480,'0'52'15054,"0"-52"-14669,28 26 575,-4-26 322,2 0-353,2 0-225,-1 0-31,24 0-481,3-26-64,-27-1 32,0 2-160,-27-2-224,0 0-320,-27 1-193,0 26 160,-27 0 353,3 0 128,24 26 128,-1 1 128,2 0 257,2 25-33,24 1 64,0 2 97,24-30-33,30 28-159,0-27 63,24-26-96,1 0-63,-26 0-97,26 0-160,-52-26-513,26-2-832,-53 3-1538,28 0-9096</inkml:trace>
  <inkml:trace contextRef="#ctx0" brushRef="#br1" timeOffset="44919.56">7152 7677 7527,'53'-106'4356,"-28"53"-4036,-25 0 1602,-25-27-833,-2 28-416,1-2 191,-1 1-415,-25 26-481,-1 27-32,26 0 32,-1 27-32,4 26 96,-3 26-96,27 28 64,27-1 0,-27 0-193,24 0-95,4 0 0,25-26 256,-26-28 64,-2 1-32,-25 2 32,0-30 64,0-25 32,-25 25-64,-2-25-192,1-25-64,-29 25 192,4-25 0,-3-30 0,27 28-96,3 1-257,24 26 225,24-27-32,3 2 128,54 25 32,-29-27 0,28 0-32,-1 27 64,-26 0 32,26-26 64,-26 26 64,-1 0 161,-25 0-129,-27 26-160,28-26-96,-28 27-320,-28 25-65,1-25 161,27 26 64,-27-26 192,27 1-192,27-3-32,0-25 320,1 0 192,22 0 160,5-25 129,-28-3 384,25 1-64,-26 0 96,-26-26-161,0 28-159,0-2-385,-52 0-352,26 1-256,-29 26-417,28 0-864,3 0-1474,-2 26-3363</inkml:trace>
  <inkml:trace contextRef="#ctx0" brushRef="#br1" timeOffset="45142.58">7866 8101 16976,'0'0'832,"0"0"738,0-27-289,0 0-224,-26 1-64,26-1-416,26 2-609,2-2 32,-4 27 96,3-27-160,28 27 32,-29 0 32,26 0 0,2 0-289,-28 0-255,26 0-898,-25 0-1152,0 0-2147</inkml:trace>
  <inkml:trace contextRef="#ctx0" brushRef="#br1" timeOffset="45964.62">9930 7333 12107,'0'-80'1986,"0"53"-1858,0 0 1025,-25 2-544,-2-2-97,-26-1-256,1 28-224,-3 28-160,2 24 64,-26 2 64,26 26 0,28 25 0,-29 0-64,54 3 32,0-4 32,54 3 32,-2-27 128,29-28-32,24 1 33,27-26 95,-26-27 96,26 0 193,0-27-97,-27-26-128,-24-26 161,-29-1 127,-25 0-191,-27 2-65,0-2-256,-79 1-256,-2-1-128,4 27 256,-30 1-32,-25 25 320,25 27-256,2 27 0,26-2 0,25 2 0,3 26 0,23-26-32,28 26 224,28 0 128,49-1 33,2 2-33,29-28-128,24 1-128,-27-2-64,29-25 0,-57 0-64,31 0-256,-56-25-833,-25 25-641,-1 0-2082</inkml:trace>
  <inkml:trace contextRef="#ctx0" brushRef="#br1" timeOffset="47494.71">25098 6167 10025,'26'26'4100,"-26"-26"-4292,0 0 512,0 0 321,0 0 544,26 0-224,-26 0-929,0 26 0,-26-26 64,26 28-64,0-2 0,0 27-96,0-28 0,0-25 0,26 28 64,1-28 64,26 0-32,-27 0 32,27-28 96,-26 3 160,25-2 97,-26 1-65,-26 0-64,27-28 65,-27 28-1,-27-2-288,-25 28-192,-1 0-32,0 0 64,1 0 0,-2 28 96,28-2-129,0 28 129,0-28 129,26 27-161,26 0 64,26-26 0,-25-2-32,52 2 128,-26-27 0,26 0 64,-26 0 128,-25-27-31,-1 2 63,-1-2 96,-26-26-127,0 26-289,-26-25-64,-29 24-96,2 2-65,1 26 1,-2 0-64,2 0 224,-1 26-64,26 2 0,1-2 160,26 27 0,26 0-32,1-26 0,52-2 32,1 2-160,-28-27 128,29 0 0,-28 0 32,-1-27-64,-25 2 192,0-2 0,-54-1-256,0-24 128,-1 26-224,-22 0 96,-32-2-192,30 2 160,-28 26 64,28 0 96,26 0 64,-1 26 0,27-26 64,0 28 97,27-2-33,-1 0-128,26 1-128,2-2 32,24-25 0,-51 0 64,28 0 0,-55 0 128,26-25 65,-26-2-257,-26 1 64,26 0-96,-55 26 64,28-28-352,-25 2-33,26 26 129,-28 0 32,28 0 96,0 26 0,0-26 0,26 28-32,0-2 0,26 0-129,0 1-31,27-27 32,0 25 160,-27-25 64,0 0 96,1-25-32,-27 25 160,0-27-128,-27 1-96,1 0-32,-26-2 128,25 2-96,-26 0 32,1 26-32,-2 0-96,28 0 0,0 26 32,0 0 128,26 28-160,26-28 192,0 1-96,27-2 128,0 3-96,26-28 0,-26 0 128,-27 0 1,0 0-33,1 0-64,-27-28-417,-27 3-1216,1 25-2819</inkml:trace>
</inkml:ink>
</file>

<file path=ppt/ink/ink47.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6:02:57.038"/>
    </inkml:context>
    <inkml:brush xml:id="br0">
      <inkml:brushProperty name="width" value="0.05292" units="cm"/>
      <inkml:brushProperty name="height" value="0.05292" units="cm"/>
      <inkml:brushProperty name="color" value="#FF0000"/>
    </inkml:brush>
  </inkml:definitions>
  <inkml:trace contextRef="#ctx0" brushRef="#br0">4632 12532 1569,'0'0'384,"0"0"-1088,0 0 383,0 0 770,0 0 640,-27 0 128,27 0-224,0 0-224,0 0 320,0 0 384,0 0-288,0 0-192,0 0 0,0 0-32,0 0-96,0 0-64,0 0-161,0 0-223,0 0-225,0 0-32,27 26-32,-27 2-32,0 24 32,0 1 128,0-1-95,24 1 31,-24 27-128,0-28 32,0 28-96,0 0 32,0 0 0,0-1 0,-24 1-32,24-1 32,0 1 32,0-28 64,0 28 161,0-27-257,0 0 160,0-1-64,0 2-96,0-28 32,0 28 0,0-28-64,24 1 0,-24 0 96,0-27-96,0 25 32,26 2 0,-26-27-32,28 26-64,-28-26-96,27 0 448,0 27-320,-3-27 32,4 0 0,-2 0 0,28 0-32,-29 0 0,28 0 96,-26 0-32,25 0-96,1 0 64,2 27-32,-4-27-64,3 0 160,-3 0-96,4 0 64,23 0-64,2 0 32,-28 0 96,28 0-160,-1 0 96,2 0-64,-30 26 96,30-26-128,-2 0 96,1 0 0,-1 0-32,-1 0 0,30 0 0,-2 0 0,-28 0 0,54 0 64,-24 0-64,-2-26 64,26 26 96,-27 0-128,27 0 65,-27-27-65,27 27 32,2 0-96,-2 0 64,0-27-128,0 27 192,28-26-96,-28 26 64,26 0 32,-26 0 64,28 0 0,-1-27 32,-27 27-224,28 0 0,-3 0 64,29 0-32,-26 0 0,-2 0 32,1-25 64,-2 25-160,-25 0 128,55 0-96,-28 25 0,1-25 64,-4 0-32,-22 0 64,24 27-32,0-27 97,2 0-65,-1 0 32,-27 0-96,28 0 0,-28-27 32,0 27 0,0 0-64,-25 0 0,-2 0 64,-25 0 0,-1 0 0,-26 0-32,-1 0 32,1 0-64,-26 0 64,-27 0-64,25 0 128,-25 0 0,27 0-64,-27-25-64,0 25 32,0-27 0,0 27 0,27-27 96,-27 1-128,0-1-32,0 0 128,0 1 64,0-28-64,0 2-416,0-1 640,0-26-320,0 25 64,0-25-32,-27-1-64,27 28 96,0-28-96,-27 1 64,27-1-64,-25 27 96,25-26 0,0 25 64,0 2-192,-27 25 64,27-26 64,0 26-256,0 2 32,0-2 32,0 0-33,0 1 161,0 26 64,0-27 0,0 27 97,0-25-1,0 25 0,0 0 64,0 0-192,-26 0 32,26 0-64,-27 0 96,0 0-128,2 25 96,-2-25-64,1 0 32,-28-25 64,2 25-96,26 0-32,-53 0 128,26 0-128,-26 0 96,-2 0-64,2 0-32,-1 0 32,-25 0-96,-1 0 64,1 0 64,-3 0-64,3-28 224,-1 28-256,1 0 160,0 0 32,-29 0 32,28 0-64,-26-26-32,-2 26 32,2 0-32,0 0-32,0 0 64,0 0-32,-1-26 64,1 26-32,0 0 64,-28 0-63,1-27-65,2 27 64,-2 0 32,1 0-160,-29 0 96,28-28 128,-25 28-160,-2 0 32,27 0 32,-52-25-64,25 25 0,2 0 0,-2-27 0,-26 27 64,0 0-64,-26 0 64,26 0 160,-27 0-160,2 0 64,26 0-192,-29 0 128,29 0-128,-2 27-352,2-27-321,26 0-1505,1 0-4708</inkml:trace>
  <inkml:trace contextRef="#ctx0" brushRef="#br0" timeOffset="49509.83">13789 13379 10473,'0'0'961,"-27"0"-96,27 0 801,0 0 288,0 0-705,27 0-288,-27 0-321,27 27 33,25-27-129,1 0-319,0 26-65,26-26-32,0 27-128,1 0 64,26-27-96,-28 0 32,30 0-224,-30 0-353,2 26-448,-1-26-512,-24 0-1890,-31 0-4005</inkml:trace>
  <inkml:trace contextRef="#ctx0" brushRef="#br0" timeOffset="49906.85">14240 13142 12619,'24'0'609,"-24"0"-481,26 0 1281,-26 0 33,0 0-898,0 0-544,-26 0-256,2 26-32,-31-26 224,2 26 64,1 0 32,-2 1 0,-24 0 64,24-1 192,2 1 0,-1 25-63,26-25-65,-1-1-64,4 1 64,24 0 32,24 25-32,4-26 1,26 2-161,-2-2-129,28 0-511,-2 1-1570,-24 26-4837</inkml:trace>
</inkml:ink>
</file>

<file path=ppt/ink/ink48.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09-30T06:15:48.247"/>
    </inkml:context>
    <inkml:brush xml:id="br0">
      <inkml:brushProperty name="width" value="0.05292" units="cm"/>
      <inkml:brushProperty name="height" value="0.05292" units="cm"/>
      <inkml:brushProperty name="color" value="#0000FF"/>
    </inkml:brush>
  </inkml:definitions>
  <inkml:trace contextRef="#ctx0" brushRef="#br0">26157 9909 4035,'0'0'6118,"0"27"-6118,0-27 545,25 25 512,-25 28-32,0 1 224,0-28-513,0 26-351,0 2-97,0-1 321,0-26-97,0-1 1,0-26-1,0 0 321,0 0 160,0-26-673,0-1-256,0-26-64,27 27 32,-27-27-128,26 0-96,-26-1-64,28 28 96,-1-1 128,-27 2 0,24 25 64,-24 0-32,27 25 64,-27-25 128,28 53-128,-28-26 0,26 26 0,-26-26-64,27 26 0,-2-27-32,-25 27-96,0-26-64,27-1-193,-27 1-255,27-2-642,-27-25-1024,0 27-1794,26-27-5316</inkml:trace>
  <inkml:trace contextRef="#ctx0" brushRef="#br0" timeOffset="463.02">26659 10014 10922,'-26'0'2178,"26"0"-1217,0 0 352,0 0 0,26 0-31,26 27-290,-25 0-511,26-1-193,-25 1-256,23-2 96,4 3-64,-29-2-96,1 0-128,-2 1-160,2-27-257,0 0-416,-27 0-416,0 0-801,0-27-1281,0 27-1538</inkml:trace>
  <inkml:trace contextRef="#ctx0" brushRef="#br0" timeOffset="657.03">27003 9988 6982,'-25'0'3267,"25"0"-2498,0 0 1313,-27 26 160,1 1-801,-1 0-640,-1 26-352,-23 0-321,23-27-96,2 0 0,26 28-160,0-54-353,0 26-384,0 1-800,0-27-2179,26 0-4676</inkml:trace>
  <inkml:trace contextRef="#ctx0" brushRef="#br0" timeOffset="1133.06">27294 10041 8872,'27'0'897,"-27"0"-929,0 0 1249,0 27 833,26-27-481,-26 26-608,0 1-384,0 26-97,0-27-63,0 0-289,0 1-64,0 0 0,0-1 0,0-26 64,0 0-64,0 0 320,0 0-223,0-26-97,0-1 32,0-26-96,28 27-160,-28-27 128,24 26 0,3-26-417,1 26 193,-1 1 160,-1-1 64,-2 27 192,4 0 224,-28 0 129,27 0 63,0 27-63,-27 26 63,26-26-31,0 26-321,-26-28-64,26 29-128,1-28-160,-27 1-609,0 26-736,0-26-2018,0-2-8585</inkml:trace>
  <inkml:trace contextRef="#ctx0" brushRef="#br0" timeOffset="15104.84">25945 10650 6534,'0'0'2946,"0"0"-2625,26 0 1312,28 0 257,24 0-96,28 0-577,26-26-480,28 26-257,25-27 97,-1 27-33,29-25-95,-2 25-161,-24-27-160,-55 27-352,0 0-481,-27 0 32,-50 0-1280,-29 27-3076</inkml:trace>
  <inkml:trace contextRef="#ctx0" brushRef="#br0" timeOffset="24560.4">29810 10068 13901,'0'-54'864,"0"54"-671,-27 0 159,27 0-32,-26 0 97,-2 27-321,1 0-32,-24 26-64,-3 0 96,27-1 0,2 28-32,-2-1 96,0 1-96,27 0 64,27-28 65,0 1-33,25 1-32,2-1 32,24-28-32,3 3 160,-2-28-31,-1-28-97,2 3 128,-25-3-128,22 3-128,-22-29 32,-3 1 161,-25 1-129,-27-1 0,-27-1 64,-1-26 32,-23 2 128,-3 24 65,3 2-129,-30-1-128,27 26-224,2 1 96,-1 26-96,26 0-417,2 0-640,25 26-1025,25 1-2754</inkml:trace>
  <inkml:trace contextRef="#ctx0" brushRef="#br0" timeOffset="24899.42">30682 10041 8359,'53'-53'1442,"-25"26"-545,-28 2 1569,0-2-288,0-1-384,0 28-705,0 0-513,0 0-287,-28 0-225,2 28 32,-1 24-32,0 1 64,2 27 64,-2 0 32,27-1 161,-26 1 223,26 0-416,0-1-63,26-26 31,1 26-192,-2-53 64,29 28-128,0-29-545,-3 3-416,4-3-769,-29-25-2370,-26 28-9319</inkml:trace>
  <inkml:trace contextRef="#ctx0" brushRef="#br0" timeOffset="25260.44">31027 10465 12299,'0'0'288,"0"27"-352,0-2 1025,0 30 513,26-30-898,-26 28-544,0 1-64,0-29 64,0 3 32,0-3 128,0 3 97,0-28 576,0 0-385,0 0-224,0-28-224,0 3 64,0-3-192,26 3-64,-26-29-192,27 1 96,0 28 95,-1-2 225,1-1 193,-2 28 159,29 0 1,-54 28-65,28-1 64,-28-2-192,0 28-127,0-26-33,0 25-257,0-24-351,0 25-321,26-27-608,-26 0-1474,0 1-3171</inkml:trace>
  <inkml:trace contextRef="#ctx0" brushRef="#br0" timeOffset="25721.47">31477 9909 13004,'26'-28'1537,"1"3"-1537,0 25 128,-1 0 449,0 0-385,0 25-192,1-25-480,-27 28-257,27-1 160,-1-27-63,-26 25 159,0-25 513,0 27 385,-26-27 223,26 26-223,-27-26-161,0 27-160,27-27-96,0 27 32,0-1-160,27-26-96,-27 27-64,27-2 191,-1 3-95,0-2 32,-26 0 128,0 1 96,0-27 192,0 27 97,-26-27 63,0 26 97,-28-26-97,28 0-288,0 0-128,-27 0-64,53 0-288,-27 0-417,27 0-736,0 0-1282,0 0-1697</inkml:trace>
  <inkml:trace contextRef="#ctx0" brushRef="#br0" timeOffset="26060.49">31981 9749 4900,'0'-27'8648,"0"27"-8904,0 0 1441,0 27 833,0-27-865,24 53-448,4-26-193,25 25 65,-1 3-33,-25 23-63,26 2-257,-1 0-96,-25-1-96,-1 1 64,-26 25-96,0-26 0,-26 1-160,-26 0-64,-2 0 64,1-27-385,1 26-544,-29-26-320,30-1-513,-30 2-2979</inkml:trace>
  <inkml:trace contextRef="#ctx0" brushRef="#br0" timeOffset="62619.58">20810 12948 9032,'27'27'-352,"-27"-2"320,0 29 608,0 0 834,0-2 95,0 2-320,0-1-608,0-28 223,0 29 129,0-54-224,0 26 32,0-26 192,0-26-161,0 26-640,0-54 33,0 29 31,0-28-288,26-1 96,-26 2-257,26-2-191,0 0 192,28 29 96,-28-2 63,0 27 226,0 27 127,1-2-96,-27 3 160,0 24-31,27 2-97,-27-1-32,0 0-160,0-1 64,28-25-128,-28 0-192,0-1-513,24-26-576,2 0-1602,1 0-4068</inkml:trace>
  <inkml:trace contextRef="#ctx0" brushRef="#br0" timeOffset="62799.59">21445 12895 12107,'0'0'5317,"0"0"-5029,26 0 609,1 0 480,26 0-512,-27 0-416,27 0-385,2-27-288,-31 27-513,2 27-640,1-27-1827,1 27-3362</inkml:trace>
  <inkml:trace contextRef="#ctx0" brushRef="#br0" timeOffset="62935.6">21630 13054 11691,'-27'26'2850,"27"2"-2593,0-28 928,27 0 384,28 0-448,-31 0-448,29 0-609,2 0-352,-3 0-930,1 0-2721</inkml:trace>
  <inkml:trace contextRef="#ctx0" brushRef="#br0" timeOffset="63175.61">22425 12868 13773,'0'27'1217,"0"0"-1025,-28-1 1121,28 1-128,0 26-352,-24-1-609,24 2-160,0-28-256,0 28-481,24-28-512,4 1-801,-2-2-1633,28-25-1730</inkml:trace>
  <inkml:trace contextRef="#ctx0" brushRef="#br0" timeOffset="63477.63">22821 12948 10025,'-27'0'3011,"27"27"-2819,-25-2 737,25 29 320,-27-28-480,27 28-449,0-28-224,27 1-64,-2 26-32,2-53 0,-1 27 64,29-27-32,-4 0 64,-23-27 161,-2 1 159,1-1-32,-2 0-31,-25 1-129,0-28 0,0 28-192,-25 0 289,-2-2-193,-27 3-32,27 25-256,3 0-417,-3 0-672,27 25-1698,0-25-2626</inkml:trace>
  <inkml:trace contextRef="#ctx0" brushRef="#br0" timeOffset="63801.65">23510 13000 13388,'0'-25'-961,"-28"25"737,28 25 1665,-27-25-352,27 28-384,-24 24-385,24-24-31,24 24 31,-24 2-192,27-28-32,28 1 0,-29-2 96,26 2 257,-25-27-33,26 0 161,-1-27 31,2 2 129,-1-2 64,-28-26-225,2 0-223,-27-1-161,-27 2-160,2 24-64,-55-24-128,28 26-64,-28-1-1058,-25 27-1280,23 0-8232</inkml:trace>
  <inkml:trace contextRef="#ctx0" brushRef="#br0" timeOffset="69508.97">21074 13902 11434,'0'53'641,"0"-26"-609,0 26 32,0 26 64,0 1 224,0-2 33,0-24-33,0-1 161,0-26 480,0-1-97,27-26 65,-27 0 0,0-26-448,0-28-513,28 0 416,-28 3-320,0-2-32,24-27-96,2 53-96,1-25-32,1 25 0,-1 27 64,-1 0 0,-2 0 160,4 27-128,-28 25 160,27 1-128,-27 1 96,0 24-352,27-52 448,-27 28-417,26-27-383,-26 0-513,26-27-1218,0 0-1857</inkml:trace>
  <inkml:trace contextRef="#ctx0" brushRef="#br0" timeOffset="69675.98">21709 13955 15726,'53'0'1442,"-25"27"-1026,23-27 577,3 0-224,0 0-609,-2 0-192,1 0-929,-1 0-1409,-25 26-3171</inkml:trace>
  <inkml:trace contextRef="#ctx0" brushRef="#br0" timeOffset="69811.98">21895 14114 14958,'-54'53'832,"82"-53"-735,-2 27 223,1-27-64,25 0-160,1 25-480,26-25-1698,1 0-2242</inkml:trace>
  <inkml:trace contextRef="#ctx0" brushRef="#br0" timeOffset="70036">22794 13902 16655,'27'53'609,"-27"-53"-353,0 27 641,0 26-192,0-1-289,-27 1-320,27 1-320,0-1-321,0-2-255,27-23-97,-27-2-801,26 1-1537,29 0-192,-31-27-3556</inkml:trace>
  <inkml:trace contextRef="#ctx0" brushRef="#br0" timeOffset="71052.06">23113 14035 10762,'-27'52'416,"27"1"-64,-27-26 898,27 25-257,27-24-385,-27-3-448,27 1 0,26-26 257,-28 28-1,29-28-31,-1-28-97,-28 28 32,29-26-32,-54 1 33,26-28-65,-26 26-128,-26 0 192,-1-26-288,-25 26 129,25 2 63,1-2 320,-1 27-287,0 0-225,27 0-32,0 0-225,0 0-447,27 0 95,26 0 33,-1 0-577,28 0-65,-28 0-63,3 0 0,-2 0 480,-1 0 641,2-26 256,-28 26 449,-26 0 288,27 0-193,-27 0 129,-27 0-737,1 26-64,-1 1 0,27-27 288,-27 52-159,27-25-65,0 26-64,27-26-225,0-2-319,-1 28-33,26-53 225,2 26 192,-1-26 256,-1 0 96,-25-26 128,-1 26 161,2-25 320,-4-28 160,-24 26 160,0 0-513,0-26-223,-24 1-161,-4 25 32,-25 1 32,26-1-192,2 0 97,-2 1 127,27 26-416,0 0 96,0 0-160,27 0 64,25 0 64,1 0-161,26 0 33,-24 26 224,-29-26-160,-2 0-64,4 0 128,-28 27-64,0-27 192,0 0-160,-28 0 128,28 0-96,-24 27 160,24-27-160,0 0 32,0 0-320,0 0-257,24 0 257,-24 0 160,28 0-96,-28 0 31,27 26 129,0-26 96,-27 0 0,0 0-64,26 27 32,-26-27 32,0 25 32,-26 2 96,26-27 32,-27 27 97,27-1-65,0 1-96,0 0-64,0-2 32,27 28-64,-1-53-32,0 26-128,27 2 96,0-28 32,-27 0 32,27 0 192,-26-28 288,1 2-31,-4 1 127,2-28-95,-26-1 31,0 1-127,0 1-161,-26 25-320,-26-26 480,-2 26-480,2 1 0,-1 0-384,-26 52-674,26-26-1856,-2 26-8778</inkml:trace>
  <inkml:trace contextRef="#ctx0" brushRef="#br0" timeOffset="77395.42">21206 15252 12523,'28'0'-384,"-28"0"32,0 27 352,0 0 192,0 26 352,0-1 289,-28 28-96,28-28-353,-27 29 193,27-29 224,0 28-129,-26-53-95,26 0-97,0-1 97,0-26-417,0-26-192,26-28-32,-26 1 64,27 1-96,1-28 0,-1 27-321,-1 1 129,-26-3 224,24 3 64,4 25 96,-1 27 64,0 27-64,-1-2 32,0 30 0,0-3-64,-26 0 1,27 3-130,-27-29 162,0 26-258,27-25-351,-1 0-97,-26-1-1280,26-26-2916</inkml:trace>
  <inkml:trace contextRef="#ctx0" brushRef="#br0" timeOffset="77582.42">21869 15279 9737,'53'0'7879,"-26"27"-7142,-27-27-64,25 0 127,-25 0-543,27 0-193,26 0-257,-26-27-671,-2 27-802,28 0-1473,-26 0-3972</inkml:trace>
  <inkml:trace contextRef="#ctx0" brushRef="#br0" timeOffset="77719.42">22133 15384 5829,'-52'55'7655,"52"-55"-6950,-27 27 416,27-27 128,27 25-672,-2-25-321,28 0-544,-26 0-1378,25 0-2530,1-25-7045</inkml:trace>
  <inkml:trace contextRef="#ctx0" brushRef="#br0" timeOffset="78253.47">23113 15279 9609,'26'-27'2562,"-26"1"-1441,0 26 673,0 0-193,0 0-960,0 0-353,0 26 289,-26 1 63,26 26-159,0-1-321,0 30-96,0-5 32,0-22-192,26-2-192,-26-1-353,0-25-256,27-1-993,-2-26-2658</inkml:trace>
  <inkml:trace contextRef="#ctx0" brushRef="#br0" timeOffset="78542.48">23563 15332 14733,'0'0'225,"0"27"-193,0-2 96,0 2-96,0 28-128,-26-30-385,26 27 1,26-24 95,1-1 450,-2-1 351,2-26-64,0 0 97,26 0 480,-28 0-129,2-26 1,-27-1-64,27-26-129,-27 26-319,-27-25-97,27 24-384,-27 1-161,2-25-63,-28 26-353,26 26-1025,27 0-2305,-27 0-4870</inkml:trace>
  <inkml:trace contextRef="#ctx0" brushRef="#br0" timeOffset="78859.5">24198 15306 12043,'27'26'3203,"-27"-26"-3684,0 0 449,-27 27 353,0-2-65,-1 2 64,28 28-256,0-30-32,0 27 32,0-24 65,0 25 95,55-26 96,-28-27 96,25 0 65,-26 0-33,28 0 65,-2-27 31,-26 1 1,1-29-129,-27 30-63,0-2-193,0-25-224,-27 24-225,1 1-191,0 2-513,-27 25-929,26 0-1729,27 0-3364</inkml:trace>
  <inkml:trace contextRef="#ctx0" brushRef="#br0" timeOffset="79162.52">24594 15332 12299,'81'-26'1474,"-81"26"-1122,26 0-64,0 0 193,-26 0 512,0 26-737,0-26-128,0 52-96,0-25 64,-26 1-96,26 24 32,0-25 32,26-2 64,-26 3 0,54-1 193,-28-27 63,0-27 96,27 27 65,-26-28 96,-1 3-321,0-2-128,0 2 0,-26-2-128,-26-1-64,26 1-96,-26 2 96,-27-2-320,26 27-865,-25 0-1121,26 0-3140</inkml:trace>
  <inkml:trace contextRef="#ctx0" brushRef="#br0" timeOffset="79462.53">25337 15359 14701,'52'-27'32,"-26"27"-640,-26 27 1152,-26-27-159,26 25-65,-27 2-256,27 1-96,-25 24 0,25-25-96,25-2 32,-25 3 160,53-1 416,-26-27 161,25 0 288,1 0 64,-26-27-128,25-1-97,-25 3-191,-1-27-193,-26 25-95,0-28-225,0 30-32,-53-28-321,1 26-672,-1 0-1505,-26 27-4805</inkml:trace>
  <inkml:trace contextRef="#ctx0" brushRef="#br0" timeOffset="82364.7">21311 17274 7431,'0'27'640,"28"-27"97,-28 0 736,27 0 289,0 0-897,25 0-289,1 0-191,0 0 31,26-27-256,0 27-64,29 0-64,-3-26-32,54 26 0,-2-27-32,30 0-32,-2 2-32,52-3 0,2-24 96,-2 24 0,3-24 0,24 0 0,-25 24 32,-2-24 64,-23 25-64,-4 1-32,2 26 0,-28-27 0,3 27 0,-28-27-128,-27 27-128,-26 0-449,-28 0-480,-24 0-929,-27 0-2658</inkml:trace>
  <inkml:trace contextRef="#ctx0" brushRef="#br0" timeOffset="85935.9">20466 15756 15182,'25'-26'-384,"2"26"-1346,-27 0 353,-27-27 992,27 27-287,-25 0-1,-28 0-1057,-1 0-768,2 0 1281,-28 0-1250</inkml:trace>
  <inkml:trace contextRef="#ctx0" brushRef="#br0" timeOffset="86071.92">19222 15756 14445,'-132'27'609,"79"-27"-898,-2 0-1088,31 0-641,-3 0-1153,27 0-3971</inkml:trace>
  <inkml:trace contextRef="#ctx0" brushRef="#br0" timeOffset="86194.93">18297 15730 14029,'-214'26'-160,"109"-26"-3364</inkml:trace>
  <inkml:trace contextRef="#ctx0" brushRef="#br0" timeOffset="86404.93">15966 15624 4228,'-185'52'12876,"106"-52"-13101,26 0-2433,-2 0-5734</inkml:trace>
  <inkml:trace contextRef="#ctx0" brushRef="#br0" timeOffset="86590.95">14986 15624 14894,'-132'27'512,"53"-27"-416,-1 0 32,27 0-64,1 0-128,-3 0-320,5 0-897,23 0-577,-28 0-448,3 0 576,-1 0 1922,26 0-192,-25 0-6214</inkml:trace>
  <inkml:trace contextRef="#ctx0" brushRef="#br0" timeOffset="86994.97">14509 15174 9833,'0'-27'1601,"0"27"-736,-24 27 64,24-27 96,-55 0-384,28 26-417,-25 0-192,-28 27-160,2-26-96,24-1 159,-24 1 97,-28-2-32,53 2 65,-26 1 95,25-1 256,0 25 417,29-27 192,-2 30-673,27-29-128,0 26-128,52 2-160,2-1-96,0 0-32,52-27 0,-28 0-577,2 1-2274,-1 26-9320</inkml:trace>
  <inkml:trace contextRef="#ctx0" brushRef="#br0" timeOffset="97597.58">5351 13645 13548,'27'52'128,"-27"1"-128,28 1 32,-28 24 97,0 30 351,0-29-256,0 1-96,0-28-96,0-25 129,0-1 319,0-26 65,0 0 447,-28-53-735,28 1-225,0-1 64,0-27 160,0 0-160,0 1-96,28-1 0,-4 27-32,3 1 96,27 25 321,-27 0 159,25 27-160,1 27 97,-26 25-161,-2 28-256,2 0 32,0-1-320,-1 1-128,1 0-257,-2-27-288,2-1-672,0-25-1986,-1-27-6631</inkml:trace>
  <inkml:trace contextRef="#ctx0" brushRef="#br0" timeOffset="97799.59">6146 13697 18801,'0'27'1249,"0"-27"-1473,27 0 320,-1 0 129,1 0 127,25 0-288,-25 26-128,26-26-1153,-28 0-961,-25 27-1730,27-27-7110</inkml:trace>
  <inkml:trace contextRef="#ctx0" brushRef="#br0" timeOffset="97922.6">6278 13910 15726,'0'52'481,"27"-24"-289,-1-2 321,1-26 191,25 26-351,-25-26-610,27 0-2305,-3-26-11660</inkml:trace>
  <inkml:trace contextRef="#ctx0" brushRef="#br0" timeOffset="98383.62">7390 13274 14445,'53'-28'1602,"-27"28"-930,0 28-191,1 24 63,0-24 161,-27 24-321,0 28-159,0-1-161,0 28-64,-27-29-289,27 2-63,27 0-225,-1-28-672,0 2-1313,0-28-2371</inkml:trace>
  <inkml:trace contextRef="#ctx0" brushRef="#br0" timeOffset="98723.64">8105 13486 15438,'0'27'545,"0"-27"-1154,-27 52-800,27 1 736,-27 26 481,27 1 128,0 0-545,54-1-1633,-2 1 993,1-27 769,26-26 608,2-1 352,-2-52 385,-26-1 192,-1 0 256,1-25 129,-26-2 127,0-25-352,-27 26-256,-27-27-224,-26 28-193,1-2-384,-28 1-31,1 26 63,-26 2-192,50 25-289,2 0-607,29 0-1282,24 0-2755,24 0-5221</inkml:trace>
  <inkml:trace contextRef="#ctx0" brushRef="#br0" timeOffset="99040.66">9242 12877 12716,'0'0'-193,"-25"0"-223,-2 25 448,0 2 64,-26 26 609,26 1-97,2 24-383,25 2-129,0 0-64,0-28 32,25 2 32,2-1 32,0-28 352,26-25 225,-26 0 192,-2 0-128,28-25-193,-53-2 33,28 1-161,-28-28-63,-28 28-353,2 0-64,-26-2-705,-28 28-1601,-26 0-6599</inkml:trace>
  <inkml:trace contextRef="#ctx0" brushRef="#br0" timeOffset="105783.05">5562 14864 9577,'-24'26'2017,"24"1"-2177,0-27-352,24 0 1184,31 0 770,23-27-385,29 27-577,53-26-127,-4-1 63,57 27 161,25-27-161,27 27-160,27-26-32,-1 0 65,25 0-161,2-28-96,-26 28 64,-28-1 0,-53-26 32,2 27-96,-54-2-96,-54 3 32,-26 25-384,-24 0-1730,-55 0-6503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9T04:43:50.042"/>
    </inkml:context>
    <inkml:brush xml:id="br0">
      <inkml:brushProperty name="width" value="0.07938" units="cm"/>
      <inkml:brushProperty name="height" value="0.07938" units="cm"/>
      <inkml:brushProperty name="color" value="#33CCFF"/>
      <inkml:brushProperty name="ignorePressure" value="1"/>
    </inkml:brush>
  </inkml:definitions>
  <inkml:trace contextRef="#ctx0" brushRef="#br0">0 1,'3320'3319,"-3308"-3307</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9T04:44:40.369"/>
    </inkml:context>
    <inkml:brush xml:id="br0">
      <inkml:brushProperty name="width" value="0.07938" units="cm"/>
      <inkml:brushProperty name="height" value="0.07938" units="cm"/>
      <inkml:brushProperty name="color" value="#33CCFF"/>
      <inkml:brushProperty name="ignorePressure" value="1"/>
    </inkml:brush>
  </inkml:definitions>
  <inkml:trace contextRef="#ctx0" brushRef="#br0">0 0,'3141'3142,"-3129"-3131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2-09T04:45:12.018"/>
    </inkml:context>
    <inkml:brush xml:id="br0">
      <inkml:brushProperty name="width" value="0.07938" units="cm"/>
      <inkml:brushProperty name="height" value="0.07938" units="cm"/>
      <inkml:brushProperty name="color" value="#33CCFF"/>
      <inkml:brushProperty name="ignorePressure" value="1"/>
    </inkml:brush>
  </inkml:definitions>
  <inkml:trace contextRef="#ctx0" brushRef="#br0">0 0,'2701'2701,"-2691"-2691</inkml:trace>
</inkml:ink>
</file>

<file path=ppt/ink/ink52.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2:37:13.185"/>
    </inkml:context>
    <inkml:brush xml:id="br0">
      <inkml:brushProperty name="width" value="0.05292" units="cm"/>
      <inkml:brushProperty name="height" value="0.05292" units="cm"/>
      <inkml:brushProperty name="color" value="#0000FF"/>
    </inkml:brush>
  </inkml:definitions>
  <inkml:trace contextRef="#ctx0" brushRef="#br0">2877 7159 2754,'0'0'1794,"0"0"-513,0 0 769,0 0 32,0 0 0,0 0-513,0 0-672,0 0-96,0 0-192,0 0-65,0 0-128,0 0-63,0 0-33,0 0-32,0 0-63,0 0-33,0 0-96,27-26 0,-27 26 32,0 0-32,26-26-32,-26 26 32,27-26-32,-2-2-64,-25 28 161,27-26-129,-27 26-32,27-26 0,-1 26 64,1-26-64,-27 26 64,25-26-32,2 26-128,-27-28 128,27 28-32,-27-27 0,26 27 32,1-25 0,1 25-32,-4-27 32,-24 2-64,53-3 192,-25 28-160,-1-27 32,-3 0-32,31 1-32,-29 0 64,1 0-64,-2 26 96,2-27-96,26 0-32,-26 1 160,-2-1-128,2 0 64,0 2-64,-1 25-32,26-27 128,-25 1-32,0-2-160,27 2 256,-3 0-128,4-26 32,-3 24-64,1 2 96,-26-27-160,25 28 192,1-3-96,-26 1-64,-1 2 96,26-3 0,-25 2-128,0 0 192,1-1-128,-2 0 160,25 1-128,-23-1-96,-1 0 96,-1 27 32,0-25-224,27-28 544,-26 26-352,-1 0 0,26 1 0,-25 0 64,0 0-320,25-2 512,-26-26-256,28 29 32,-26-2-32,-4-1 64,2 3-96,29-2 32,-28 1 64,-3 0-96,4-2 128,25 3-32,-26-2 1,-2 1 63,2-1-160,26 0-64,-26-25 192,-2 26-128,2-1 96,-1 0-64,1 1 0,1-1 32,-1 2-32,-3-3 0,2 2 32,2 26-32,-1-28 0,0 3 32,25-2 0,-26 1-32,1-1 0,0 0 0,-2 1 0,28 0 0,-26-27 0,0 26 32,-2 1 32,28 0-96,-26-2 96,1-24-32,-4 26 0,3-1-32,-1 0-32,2 1 64,-1-1 64,-3 2-224,4-3 256,-1 2-128,-1 0 160,1-28-96,25 28 0,-25-1 0,-1-25-32,26 25 32,2-1-31,-28-24-1,29 26 32,-31 0-128,31-28 224,-29 28-256,25 0 192,-23-28-96,25 28 64,-1-26-64,2 25 0,-1-26 32,-28 26 32,29-26-64,-1 27 0,-1 0 0,3-28 32,-5 1-32,5 1 0,24-3 224,-26 3-192,26-1 160,1 0 65,-2 1-257,4-2 64,-4 1 32,2 0 0,-1 1 64,0-3 64,27-24-128,-27 26 128,26-26-95,-23 26-33,-4 0-32,-24 1 0,-2-2-192,1 29-32,-26-3-193,-1 3 129,0-3-224,0 28-289,-26-26-672,0 1-834,0 25-7430</inkml:trace>
  <inkml:trace contextRef="#ctx0" brushRef="#br0" timeOffset="25657.46">9601 10286 11883,'0'0'416,"24"0"-1569,-24 0-3043</inkml:trace>
  <inkml:trace contextRef="#ctx0" brushRef="#br0" timeOffset="70377.02">13413 7610 7334,'0'0'1442,"0"0"-1410,0 0 0,0 0 384,0 0 962,0 0 95,0 0-576,0 0-128,0 0 288,0 0-97,0 0-287,0 0-192,0 0-97,0-25-160,0 25-64,0-28-32,0 1-64,0 27 33,0-25-1,0-3 32,0 2-96,0 0 64,0-1 192,0 0-64,24 1-128,-24-1 161,0 0-65,0 2 0,0-2-96,0 1 96,0-1 1,0 0-1,0 1-32,0 0-64,0 0 64,0-2 0,27 2-128,-27 0 289,0 0-353,0 0 160,0-2-32,28 1 0,-28 2 0,0-27-32,26 24 32,-26 1-64,0 0 32,27-25-64,-27 26 96,0-1 32,24-26-64,-24 26 33,0 0-33,0 2-96,0-2 96,28-27-64,-28 28 32,0 0 96,0 0-192,0 0 160,0-2-96,0 2 96,0 0-96,27-1 192,-27 2-192,0-3 0,0-24-32,26 24 160,-26 2-160,27 0 128,-27-1-96,25-26 32,-25 26 32,0 0-96,27 2 64,-27-2-288,0 1 705,27-1-417,-27 0 160,0-25-256,26 26 0,-26-2 96,27-26-32,-27 29 32,0-2-96,25-1 224,-25-24-224,27 26 96,-27 26 0,27-26 32,-27-2 32,26 3-96,-26-28 32,27 26-64,-27 0-32,25 1 128,2 0 0,-27-27-64,27 26 32,1 1-64,-28-1 96,26 2-64,-2-3 32,-24 2-64,27-2 96,1 3 0,-1-2 64,-1 1-160,-26-1 192,26 0-224,0 1 64,1 0-32,0-2 128,-1 3-160,1-2 64,-2 1 0,2 0 0,26-2-32,-25 2 96,23 0 32,-24-27-128,1 26 32,-2 1 32,-2-1 97,4 2-129,-1-3 96,0 2-96,25 0 160,-26-1-160,28 0 32,-28 1 0,0-1-32,27 0 96,-26 27-96,-1-25 64,0-2-32,0-1 64,1 3-96,0 25-96,1-27 128,-28 1-96,24 26 96,2-26-96,2-2 32,-1 28 0,24-26 64,-23 0-64,-2 0 32,28-1 32,-2 27-32,-26-27 0,28 1-64,-28-1 96,0 27-32,27-25-32,-25 25 64,-1 0-128,-3-27 192,2 27-32,2-27-160,26 27 64,-29-26 64,2 26-32,26-27 32,-26 27-64,25-27 32,-26 27 32,28-26-64,-29 26 0,28-26 32,-26 26-32,1 0 64,-4-26-32,3 26-32,27 0 32,-27-27 32,-3 27-32,31 0-32,-29-27 64,28 27-32,-29-28 0,28 28-32,-26 0 64,25-25-128,-25 25 160,26-27-64,-1 27 0,-25 0 0,27-25 32,-27 25-64,25 0 0,-25-28 192,26 28-288,-28 0 160,29-27-64,-1 27 64,-28 0-64,29-26 64,0 26-32,-30-26-96,30 26 192,-26 0-192,-2 0 96,-2 0 0,3-26 96,28 26-192,-29 0 96,1 0 32,25 0-64,-25 0-64,26-27 192,-28 27 0,2 0-192,0 0 96,27 0 0,-30 0 0,30 0 0,-26 0 96,22 0-192,-22-27-32,-1 27 288,26 0-288,-27 0 160,27 0 32,0 0-64,-1-26 0,2 26 128,-2 0-256,1 0 224,26-27-192,-25 27 160,0 0-32,24-25-32,-24 25-96,24 0 160,-24-27-64,24 27 32,-23 0-32,22-27 96,-22 27-32,-28 0-160,25-26-64,-26 26-481,1 0-800,-27 26-897,0-26-2019,-27 0-9704</inkml:trace>
  <inkml:trace contextRef="#ctx0" brushRef="#br0" timeOffset="117728.73">23045 5199 4228,'0'0'2562,"0"-26"-192,0 26-288,0 0-352,0 0-321,0 0-384,0 0-192,0 0-96,0 0-161,0 0-192,0 0-384,0 0-32,0 0 129,0 26 127,0 0-160,27-26 64,-27 26-32,28 28-32,-28-28 32,26 1 0,-26-2 161,27 29-193,-27-28 96,27 26 0,-2 3-128,-25-30 96,27 29-96,-1 0 96,1-2-128,0-25 64,-2 26 32,2-1 257,26-25-449,-26 26 224,-2-26-32,-25 26 0,27-27 0,-27 27 96,26-26-32,-26 26 65,0 0-161,27-27 96,-27 28-128,28-2 64,-28-26-96,24 28 96,-24-27-32,27 25-64,-27-25 128,28 26 0,-28-26-32,26 25-32,1-26 0,-3 28-128,4-26 193,-28-3-65,27 2-64,-1-2 64,1 2-32,-2 1 0,-25-2 0,27 0 0,-27 0 0,27 0 0,-1 2 64,-26-28-160,27 26 128,-2 0 0,-25 0-128,27-26 96,-27 27 0,0-27 0,27 27-32,-27-27 64,0 26-64,26-26 96,2 27-192,-28-27 160,24 25-96,-24-25 64,27 27 0,-27-27 64,0 0-160,27 27 96,-27-27 0,28 0-32,-28 0 0,26 0 64,-26 0 64,0 0-192,27 0 160,-2 0-64,-25 0 33,27 0-33,-27 0 0,27-27-96,-27 27 128,26 0-160,-26-27-1,0 27 97,27-25 0,-27 25 0,0-27 0,0 1 32,0 26 0,0-27-64,0 27-32,25-27 96,-25 1 32,0 26-96,0-26 32,0 0 0,0-2-64,0 2 64,0 0 64,0 0-96,0 0 32,27-2 32,-27 1-96,0 2 128,0-2-32,0 2-32,0-3 33,0 1-1,0 0-64,27 1 32,-27 0-65,0 0 162,0-28-33,0 28-160,0-1 160,0 0-96,26 2 32,-26-2 0,0 1 32,0-2-64,27-24 64,-27 52-96,0-52 160,0 24-96,25 2 32,-25 0-64,0-1 192,0 2-160,0-3 64,0-24-32,0 24 32,0 2-32,0 0 32,0-1 32,0 0-32,0 1 0,0-1-32,0 0-32,0 2 0,0-2-288,0 1 672,0-1-288,27-26-128,-27 27 64,0-28 0,0 28 0,0-27-32,0-2 33,0 30-1,0-28-64,0 27 32,0-27 0,0 0 32,0 26-64,0-26 32,0 27 64,0-27-128,0 0 31,0 26 33,0-26 33,27-1 31,-27 2-128,0-1 31,0 26 33,26-25 33,-26 24-33,0 3 0,0-28 32,28 27-97,-28-2 65,0-24 0,0 26 0,24-28 33,-24 1-33,27 28-33,-27-29 33,27 28 0,-27-28-64,28 28 32,-28-1 32,0 0 96,0 2-256,26 25 160,-26-27-96,0-1 128,24 3-160,-24-2 160,0 1-32,28 0-64,-28-2 0,27 28-32,-27-26 32,27 0-32,-27 26 64,0 0 32,26-26-96,-26 26 128,0 0-64,0 0-64,0 0 0,0 0-33,0 0 65,26 0-32,-26 0-32,0 0 96,26 0-32,-26 0 32,0 0 32,0 0 0,27 0-64,-27 0 0,0 0 96,0 0-96,0 0 128,0 26-160,0-26 128,27 0-64,-27 0 32,0 0-32,26 0 160,-26 0-192,0 26 32,0-26 64,0 0-64,0 0 96,26 0-64,-26 0 32,0 0-96,0 0 96,0 0 32,0 0-192,0 0 96,0 0 0,0 26 64,0-26-64,0 0 64,26 0-32,-26 0 32,0 0-64,0 0 32,0 0-64,27 28 128,-27-28-32,0 0-32,27 0 0,-27 0-32,26 0 64,-26 26-32,0-26-64,26 0 224,-26 0-224,26 26 96,1-26 0,-27 0-32,28 0 0,-1 0 32,-1 0-32,-2 27-32,4-27 32,-1 0 0,0 0-32,-1 25 32,0-25 0,0 0-32,1 0 64,0 28 0,-1-28 0,0 0-32,0 0 128,1 0-192,0 0 64,-1 0 0,26-28 64,-25 28-64,1 0 32,-1 0-64,-3 0 32,2 0 96,2-25-128,-1 25 0,0 0 192,-2 0-256,2 0 96,-1-27 32,1 27 32,0 0 32,-2-26-32,2 26 65,-1-26-33,1 26 0,-27 0-64,27-28 0,-2 28-64,2-26 64,-1 26 0,-26-26-128,27 26 160,1-26 0,-1 26 96,-3 0-160,4-27 64,-28 0-96,26 27 96,1-26 0,0-1-32,-2 27 0,-25-25 32,27-2 32,-1 27-96,1-27 0,-27 1 32,27-1-32,-2 0 32,2 1 0,-1 0 32,1 0 65,0-1 63,-2 0-32,2-1-96,-27-24 96,26 27-160,1-30 0,-27 29 32,28-26-64,-4-2 32,3 1 0,1 1-64,-28-1 128,26-2-256,1 4 128,-3 25 0,4-29 32,-28 30 0,27-29 32,-1 29-160,1-3 96,-2 1-33,2 27 130,0-25-194,-1-2 161,26 27-32,-25-26 32,0 26-32,-1-27-320,2 27 480,-1-27-192,-3 27-64,3 0 64,1-26 32,-2 26-96,1 0 128,-2 0-32,2 0 96,0-26-96,-1 26 32,1 0 0,-27 0 0,25-26 0,-25 26-32,27 0-32,0 0-65,-27 0 129,26 0-128,1 26 32,-27-26 96,25 0-32,-25 0 32,27 26 0,0-26-32,-27 0 96,26 26-256,2-26 384,-4 0-224,3 27 64,-27-27-64,27 27 0,-27-27 32,28 26 0,-2 1-32,-26-2 32,52 2 0,-25 1 64,0-3-32,-1 2 0,0 0 0,-26-27 0,26 25-32,1 3 0,-27-28 64,27 27 33,-27-1-97,26-26 96,0 26 32,0-1-160,-26-25-32,27 28-161,0-1 482,-27-1-225,26-26-32,2 27 0,-4 0 96,3-2-128,1 2 32,-1-1 160,-1 28-96,-2-28 64,4 0-128,26 27 32,-28-25 0,0-3 64,0 2-96,28-2 0,-28 3 32,0-1-32,0 26 64,1-27-32,0 0-64,-1 1 128,26 26-96,-25-26 0,28 0 97,-5 25-33,5 1-64,-3-26 32,1 25 160,26 2-192,1-2 96,-25-25 96,50 26 128,0-1 1,-26-25-33,28 26 0,-29 1-224,1-28 32,1 28 97,-28-2-161,3-26 0,-2 1 32,-29 0-64,31-1-32,-29-26-96,1 26-193,-2 0-672,2 2-704,0-28-866,-27 0-736,-27 0-6054</inkml:trace>
  <inkml:trace contextRef="#ctx0" brushRef="#br0" timeOffset="210723.04">29981 5331 16783,'-25'-26'577,"-2"-1"160,27 27-353,0 0 289,27 0 31,-2 0-287,2 53 191,53-1-95,-28 55-161,1-2 0,26 3-127,2 24-161,-2-26-32,-26-26-128,-1-28 32,1 1 32,-1 27-161,28-27-223,-26 27-161,-2-28-351,-26 2-322,2-28-1152,-1-26-2082</inkml:trace>
  <inkml:trace contextRef="#ctx0" brushRef="#br0" timeOffset="211076.06">29797 6233 12459,'-28'26'-224,"28"-26"480,28 0 1346,-28 0 928,0-26-832,0-1-1090,27 2-383,-27-30 31,24-24 160,-24-1 1,0 0-161,-24-25-416,24 0 768,-55-29-608,28 2 128,1-1-160,2 28 64,-4 25 161,28 28 255,0 24-128,28 2-224,-4 26-31,57 0 95,24 26-192,27 2 128,0-3-224,27 2-257,-52-1-191,-30 1-417,4 0-673,-2-27-1921</inkml:trace>
</inkml:ink>
</file>

<file path=ppt/ink/ink53.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2:41:30.044"/>
    </inkml:context>
    <inkml:brush xml:id="br0">
      <inkml:brushProperty name="width" value="0.05292" units="cm"/>
      <inkml:brushProperty name="height" value="0.05292" units="cm"/>
      <inkml:brushProperty name="color" value="#0000FF"/>
    </inkml:brush>
  </inkml:definitions>
  <inkml:trace contextRef="#ctx0" brushRef="#br0">158 11465 352</inkml:trace>
  <inkml:trace contextRef="#ctx0" brushRef="#br0" timeOffset="33059.89">2990 2642 256,'-27'0'1505,"27"0"-640,0 0-160,0-25 95,0 25-95,0 0 96,0 0-225,0 0 449,0 0 609,0 0-353,0 0-320,0 0-448,0 0-353,0 0 32,0 0 128,27 25 193,-27-25-1,27 0 193,-27 0 64,0 27-1,25-27-127,-25 27-161,27-27-191,-1 0-1,-26 26-96,27 0 0,-27-26 96,27 26-127,-2 1-33,-25-27-64,27 53 32,-1-26-128,1-2 128,1 2-64,-4 1-32,3 24 96,-1-25 64,2-2-32,23 3 65,-23-1 63,-1-1 32,-1 25-288,1-23 128,-2-1-128,2-1 64,26 28-32,-26-29-32,-2 28 64,2-26 0,0 26-128,-1-1 224,1-25-192,1 1 0,-4 24 161,3-27-33,-1 30 32,2-28 32,-1 25-160,-3-26 64,4 28-32,-1-28-64,-1 1 160,26 25-128,-25-25 32,0 26 64,-1-26 32,1 25 161,-27 2-129,52-28-96,-25 27 128,-1 0-128,1-26 32,-2 25 64,2-25-64,28 26-64,-29-26 32,-2 25 97,31-24-1,-28 24-32,25-26-32,-26 28-32,1-2 64,26-26-64,-27 28 32,27-28-64,-26 26 129,25 2-97,-26-28 64,28 28-32,-26-28-32,-2 26 96,25-24-96,-23 26-64,25-29 64,-27 28-128,0 1 96,28-28 32,-28 26-96,26-25 64,-25 0-32,26 26-32,-27-28 32,27 29 160,-26-28-192,25 26 32,-26 3 32,29-30 32,-4 29-64,3 0 96,0-2-192,-2-25 256,1 26-192,-1-1 64,-25 2 1,26-28-66,2 28 194,-5-2-97,5 1 32,-4 2 0,3-3-96,0 0 160,-2 2-32,1-2-128,-1 2 0,1 24 32,2-24 0,-4-1 64,3 0 0,25 26 0,-26-24 1,-1-3-33,2 0-32,-1 28 32,26-28-32,-26 2 32,-1 25 32,3-26-64,-2-1 64,-1 28 32,28-26 0,-28 26-128,1-28 64,-1 28 96,28-28-224,-28 2 193,2 25-33,24-26-96,-23 26 64,-2-26 32,26 2 0,-26 24-192,26-26 160,-26-1 0,26 1-32,2 1 64,-29 24-64,28-24 128,-28-2-128,2 1-32,-2 0 64,28 27-32,-28-26 32,1-2-128,26 1 128,-25-1 0,24 28 1,-24-27-1,0-1-64,-2-25 64,1 26-32,0-1 0,-1-25-96,-25 1 96,28-3-32,-31 3-193,2-2-287,-26-26-97,28 25 33,-28-25-289,27 0-961,-27 0-1184,-27 0-4453,-1-25-3556</inkml:trace>
  <inkml:trace contextRef="#ctx0" brushRef="#br0" timeOffset="55730.18">16065 1689 384,'0'0'897,"0"0"256,0 0 288,0 0-320,0 0-352,0 0-513,0 0-192,0 0 225,0 0-65,0 0-96,0 0 128,26 0 321,-26 0 320,0 0 31,0 0-159,0 0-160,0 0-65,0 0-320,0 0-95,-26 0 127,26 0 96,0 25 0,-26-25-159,26 27-1,-26 0-64,-1-27-64,27 26-32,-27 1-32,27-27 0,-26 28 32,26-3 0,-28 1 0,28-26 32,-24 28 32,-3-3-32,27 3-32,-27-28-32,27 27-32,-28-2 64,2 2-32,26 26 64,-24-26-32,-4-1 97,1 0 95,27 0-96,-27 1-64,1 26 0,0-26-32,0 25 32,-1-25 0,0 26 32,27-25 96,-26 23 33,0-23-1,26-3-96,-26-25-64,-1 28-96,0-3 64,27 29-32,-26-28 0,0 26-32,26 2 64,-26-28-32,-1 26 64,27-25-96,-27 26 64,-1-26 32,28 25-32,-24-24 64,-2 25-64,-2-27 32,28 27-64,-27-26 0,0 26 0,27-26 32,-24 25 0,24-26-32,-28 28 97,28-28 63,-26 0-96,-1 27 0,27-25-32,-27-3-32,27 27-32,-25-24 64,25-1-32,-27 0 0,27-1 0,0 0 32,0 0 0,-26 1 0,26 0 32,0-1 32,-27 1-32,27 0 0,0-27-64,0 25 32,0 2 0,-27-1 0,27 1 64,0 0 97,0-27-1,-26 26 0,26 0 0,0 0-128,0 2-32,-26-2 32,26-26 32,0 26-64,0 1 0,0-27 32,0 25 33,0 3-1,0-28 64,0 27-64,0-2 0,-26 2-96,26 0 96,0-1 0,0 1-96,0 0 96,-27-1-32,27 0-32,0 2 64,0-3-96,0 2 161,0 26-33,0-26-96,0 25 32,0-26-64,0 28 96,0-28-96,0 26 128,27-24-128,-27 24 0,26-25 0,-26 26 64,26-1-32,-26-24 0,26 26-64,-26-2 256,0-26-256,27 28 289,-27-2-1,0-26 32,27 28 0,-27-28-95,26 26-193,-26 2 96,27-28-160,-2 1 96,2-2 96,0 3-128,-27-1 0,26 26 0,2-27 32,-28 2 0,24-2 160,-24 0-32,0 0-32,27 28-32,-27-28-32,0 1 193,27-2-321,-27 29 192,28-28-64,-28 1 0,0 26 160,26-27-160,-2 2-32,-24-3 32,28 30 0,-28-30-128,27 2 96,-27 25-64,27-24 96,-1 24-32,-26-26-32,26 28 128,0-28-192,1 1 192,0-2-31,-27 29 31,26-28 0,0 1-128,0 0 0,1-1 64,0 0 32,-1 0-160,0 1 64,0 28 64,1-55-32,0 52 0,1-52-32,-4 25 32,2 2 32,2 1-64,-1-2 32,0 0 32,-3-26 0,4 26-64,-2 0 64,1 2-96,26-28 32,-27 26 96,0 0 0,1-26-160,0 26 160,25 1-96,-26-27 32,1 27-32,1-27 33,-1 26-33,-3-26 0,2 27 32,2-27 64,-1 25-192,0-25 128,-2 27-32,2-27 0,-1 27 96,1-27-160,25 26 64,-25-26-32,-1 0 96,1 27-96,0-27 96,-2 0-64,28 27 0,-26-27-32,1 0 64,23 0-32,-25 26 0,2-26 64,-1 0-96,25 0 128,-25 0-96,-1 0 0,1 26 0,25-26 0,-25 0 32,-1 0-64,1 0 64,0 0-32,25 0 64,-26 0 32,29 0-192,-4 0 192,-23 0-160,25-26 96,-29 26 0,31 0-32,-2-26 0,-28 26 0,29 0 64,-1-27-96,-1 27 96,-25-27-64,27 27-32,-3 0-32,-24-26 128,27 26-32,-3-27-64,4 27 0,-2-27 96,-1 27-96,1-25 64,-1-2 0,2 27-64,-28-26 128,26-1-192,2 27 96,-26-27 32,22 27-64,5-26 32,-2 26 32,-1-26 0,-25 26-64,26-26 32,-1-2 32,2 28 0,-28-26-64,26 0 32,-25 26-32,28-26 96,-31 0-64,30 26 0,-27-28 32,26 28-32,-27-27 0,27 27 0,-26-25 0,25-2 0,1 27 64,-26-25-96,-1-3-32,26 28 160,-25-27-128,28 27 64,-31-27-64,30 27 64,0-26-64,-29 26 64,28-26-64,1 0 96,24 26 0,-24-27-128,-2 0 32,1 1 32,26 26 32,-25-27-64,0 0 96,-2 27-128,1-25 32,-1-2 192,28 27-288,-28-26 192,1-2-64,26 2 96,2 0-96,-30 0 129,30 0-162,-29-28 33,28 28 193,-28-1-193,28 2 160,-28-30-32,30 30-32,-29-3-128,-1 2 96,1 0-192,26-1 128,-52 0-96,26 1-96,-28 26-97,2 0-415,-27 0-866,0 0-928,0 0-1090,-27 26-7238</inkml:trace>
  <inkml:trace contextRef="#ctx0" brushRef="#br0" timeOffset="84278.82">26626 2008 3331,'0'0'1441,"27"0"32,-27 0-127,0 0 31,0 0 225,0 0-417,0 0-321,0 0-383,0 0 63,-27 0-127,27 25-65,0-25-96,-25 27-95,25-1-33,-27-26 64,0 27-32,-1 0-32,2-1 32,2 0-32,-3 27-32,-1-26 33,1-1-33,1 1-32,26-2-64,-26 2 0,0 0 0,-1 26 0,0-25-64,27-3 0,-26 29 192,0-29-32,0 3-32,-1 24-64,0-25 32,1 25 32,-26-26 0,25 28 96,0-1-32,-1-1-64,4-24-32,-2 24 32,-1 0-31,-1-24-33,1-1 0,1 25 32,0-27 0,26 30 64,-26-29-96,-1 1 32,0 25-32,1-25 32,0 26 0,26 0-32,-26-27 0,-1 27 64,27-25-64,-27-3 0,27 27 0,-26-24 0,26-1 32,-26 26-32,0-27 96,26 0 0,-27 1 32,27 0 0,-27-1 0,27 1-32,-28 0-96,28-2 0,-24 2 65,24-27-33,-26 26-64,26 1 32,-28 26 32,28-27 0,-27 0-64,27 2 64,-27-2-32,27-26 64,-24 26 0,-4 26-32,28-52-32,-26 28 0,-1 24-32,27-25 64,-27 0-32,27-1-64,0 1 64,-25 0-32,25 25 32,-27-24-64,27-3 96,-26 2-32,26-1 0,0 1 0,0 0-32,-27-1 96,27 0-64,0 0 0,0 2 32,0-2-64,0 0 32,0 1-64,0-2 128,0 3-64,0-2-32,0-26 96,0 26-64,0 1-32,0-27 32,0 27 64,0-27 64,0 26-128,27 1-32,-27-27 128,0 25-128,26 3 96,-26-28-64,0 26-32,27-26 32,-27 28 96,25-28-32,-25 0 128,0 25-96,27-25 0,0 0-64,-27 0 97,26 27-65,-26-27 0,28 0 192,-4 0-96,3 0-32,0 0 0,-27 0-160,28 0 32,-2 0 32,-26 0 64,24 0-96,4 0 32,-1 0 33,26 0-98,-27-27 162,0 27-225,1 0 128,-27 0-32,27-25 32,-1 25 0,0 0-64,0 0 96,1 0 64,-27-28-96,27 28 0,-1 0 32,-26 0-32,26 0 32,0-26 64,1 26-64,28 0-32,-29 0 0,-2 0-160,4 0 192,-1 0-64,0 0 32,-1-28 64,0 28-160,0 0 96,1 0-32,0 0 32,-1 0 0,0 0 0,0 0 0,1-25 0,0 25 0,-1 0-128,0 0 0,-26 0 64,26 0 64,1 0-128,-27 0 0,28 0 160,-1 0-96,-3 0 96,2 0-160,2 0 128,26 0-128,-29 0 0,2 0 64,-1 0-96,1 0 64,-27 0 64,27 0-32,-2 0 0,2 25-64,-1-25 128,1 0-32,0 0-129,-2 28 194,2-28-65,-27 0 64,26 0-96,1 0 0,1 0 96,-1 0-96,-3 26 32,4-26 64,-2 0-128,1 0 32,0 0 96,-2 0-32,2 28-32,-1-28 32,1 0 32,0 0-64,-27 0 128,25 25-160,2-25-32,-1 0 128,-26 0-96,27 0 96,0 0-160,-2 27 64,2-27 32,-27 0-32,26 26 256,-26-26-224,27 27 96,1-27-160,-28 27 64,24-27 0,3 26 0,1-26 0,-28 0 32,26 26-32,-26-26-64,27 26 64,-27-26 0,24 27-32,-24 0 64,0-27-32,28 26 0,-28-26 0,27 27-96,-27-2-96,0 3 63,26-2 65,-26-26-32,0 26 128,27 1 32,-27-2-64,0 3-32,0-1 64,0-27-64,0 25 32,0 3 32,0-2-96,0 2 64,0-2 0,0-26 32,0 26-64,0 0 96,0 1-96,0-27 32,0 27-64,-27-1 128,27 1-64,0-2 32,-26 2-224,26-27 224,0 27 64,-27-1-128,27 1-32,0-27 96,0 27 32,0-27-32,-28 0-32,28 26 32,-24-26-64,24 26 0,-27-26 0,27 28 64,-26-28-96,26 25 32,-28-25 32,28 0-128,-27 0-96,27 27 192,-24-27-64,-4 0-64,28 0 96,-27 28 0,1-28 96,-1 0-32,2 0 64,-2 25-96,0-25 64,27 0 64,-26 0-128,-1 0 64,2 0 64,25 0-96,-27 0 0,27 0 96,-27 0-128,27 0 32,-26 0 0,-1-25-64,2 25 64,-2 0-32,27 0-64,-27 0 128,1 0 96,-2 0-160,28-28 32,-24 28 64,24 0 96,-27 0-192,27-27 64,0 27-64,-28-25 32,28-3 0,0 2-32,-27 0 32,27-1 0,-26 27-32,26-27 64,0 1-32,0-1 32,-27 0 0,27 27 32,0-25-32,0-2-256,0 1 576,0-1-352,0 0 32,0 27-96,0-26 128,0 0-128,-25 0 128,25 26-32,0-28 0,0 28 32,0-26-160,-27-2 192,27 3-64,-27 25 65,27-27-33,-26-1 64,-1 3-96,2 25 0,-2-27 64,0 27-64,1-26-64,-1 0 0,2 26 32,-2-28 64,27 28-160,-27-25 64,-1 25 0,2-27 64,2 27 64,-3 0-192,-1-26 64,1 26 32,1-27 128,0 27-224,0 0 96,-1-27 32,-26 27-64,27 0 32,0 0 0,-1-26 64,0 26-192,1 0 32,0 0 0,0 0 31,-1-26 33,0 26 32,-1 0 0,4 0 64,-2 0-128,-1 0 161,-1 0-1,28 0-160,-27 0 32,1 0-65,0 0 97,26 26-32,-26-26-32,-1 26 0,27-26 96,-27 27-96,27-27 64,-26 27 32,0-27-32,26 26 0,0 1 32,-26-2-32,-1 3-32,27-2 32,0 0 0,-27 26 32,27-24-32,0-1 0,-26-2 0,26 29 96,0-26 0,0-2-160,0 0 64,0 27 32,0-26-64,26-1 96,-26 1 65,0-2-418,27-25 610,-27 27-449,27 0 128,-27-1 0,26 1 0,-26 0 96,0-1-192,26 0 96,-26 2 0,0-3-33,26 2 130,-26 1-33,0-3-32,27 2 0,-27-1 32,27 0 32,-1 2-64,-26-2 64,26 26-96,0-26 0,1 2 128,1-2-288,25 26 288,-29-25-320,31 26 96,-28-26 160,-1 0-160,0-1 96,0 0 32,1 0 0,0 1 32,-1 0-160,0-27 160,-26 28-32,26-28 0,1 25-64,0-25 0,-1 0 64,-26 0-64,26 27 64,0-27 0,1 0-64,-27 0 32,28 25 32,-1-25 0,-3 0 32,2 0 32,2 0-320,-1 0 480,-27 0-224,27 0-128,-2 0 160,2 0-32,-27 0-64,26 0-32,1 0 224,0 0-224,-2 0-96,2 0 256,-1 0 32,1 0-256,0 0 192,-2 0-128,2 0 192,-1 0-224,1 0 224,-27 0-320,28 0 256,-28 0-64,27 0-256,-3 0 512,-24 0-512,28 0 544,-2 0-352,-26 0 128,27 0-64,0 0 0,-2-25 96,2 25-192,-1 0 64,-26 0 32,27 0 32,0 0-96,-27 0 32,25 0 32,-25 0 64,27 0-32,-1 0-96,1 0 32,0 0-64,-27 0 0,25-27 32,2 27 32,-27 0 32,26 0 0,-26 0 0,27-25-32,1 25 96,-28 0-96,24 0 64,-24 0-32,27 0 0,-27-28-32,28 28-32,-28 0 32,26-27 0,-26 27 0,27 0 96,-27 0-160,0-27 128,24 27-64,-24 0 128,0 0-128,28-26 0,-28 26 32,27 0-32,-27 0-64,26-26-65,-26 26 65,27-26 0,-27 26 64,25-27 0,-25 27 32,0 0 0,0-27 32,0 27-96,0 0 160,0 0-64,0 0 0,0-26-32,0 26 96,27 0-192,-27 0 32,0 0 32,0 0 32,0-27-32,27 27 0,-27 0 32,0 0-32,0 0 0,0 0 96,0 0-96,0 0 64,0 0-32,0 0-32,0-27 32,26 27 0,-26 0-32,0 0 0,0 0 0,27 0 32,-27 0-64,0 0 64,0 0 32,0 0-64,0 0 32,0 0 32,0 0-64,0 0 64,0 0 0,0 0 0,0 0-64,0 0 64,0 0-32,0 0-32,0 0 32,0 0 0,0 0-32,0 0 32,0 0 64,0 0-64,0 0 0,0 0 0,0 0 0,0 0-96,0 0 160,0 0-32,0 0-64,0 0 128,0 0-224,0 0 160,25 0-96,-25 0 64,0 0 0,0 0 0,0 0 0,0 0 32,0 0 32,0 0-160,0 0 64,0 0 128,0 0-160,0 0 96,0 0-32,0 0 32,0 0 0,0 0 0,0 0-32,0 0 0,0 0 64,0 0-96,0 0 96,-25-25-192,25 25 128,0 0 0,0 0 0,0 0 96,0 0-192,25 0 128,-25 0 128,-25 0-160,25 0-32,0 0-32,25 0 64,-25 0 64,0 0-128,-25 0 96,25 0-128,0 0 128,0 0-96,0 0 128,0 0-32,0 0 32,0 0 32,0 0-128,0 0 96,0 0-128,0 0 32,0 0 128,0 0-192,0 0 192,0 0-96,0 0-96,0 0 0,0 0 192,0 0-128,0 0 0,0 0 160,0 0-224,0 0 128,0 0-32,0 0 32,0 0-64,0 0 96,0 0-64,0 0 0,0 0 96,0 0-96,0 0-96,0 0 32,0 0 96,0 0-64,0 0 64,0 0-32,0 0 0,0 0 64,0 0-96,0 0 64,0 0 32,0 0-128,0 0 128,0 0-64,0 0-32,0 0 64,0 0 64,-27 0-160,27 0 128,0 0-64,0 0 32,0 0-64,0 0 32,0 0 0,0 0-32,0 0-32,0 0 64,0 0-256,0 0 512,0 0-160,0 0-128,0 0 64,0 0 32,0 0-128,0 0 96,0 0-64,0 0 96,0 0-160,0 0 32,0 0 96,0 0 0,0 0-32,0 0 0,0 0 32,0 0-64,0 0 128,0 0-160,0 0 64,0 0 0,0 0 0,0-27 0,0 27 0,0 0-64,0 0 128,0 0-96,0 0 0,0 0 32,0 0 128,0 0-224,0 0 96,0 0 32,0-26-32,0 26-64,0 0 32,0 0-32,0 0 64,0-28 0,0 28 0,0 0-32,0 0 32,0 0 32,0-26-32,0 26 0,0 0 64,0-26-128,0 26 64,0 0-32,0-26 64,0 26-32,0-26 0,0 26 0,0-28 32,0 28-64,0-26 32,0 26-32,0-26 32,0-1 0,0 2 32,0-3-64,27 1 64,-27 2-96,0-3 64,0 2 32,25 0-128,-25 26 96,0-27-64,0 0 96,0 1-64,0-1 32,27 27 0,-27-27 0,27 2 0,-27-2-224,0 1 544,26-1-224,-26 0-256,28 1 64,-28 0-64,27-28 32,-27 28-64,24-2 63,-24-24 1,27 24-64,-27-24 224,28 26-32,-2 26-64,-26-26 32,27-2 0,-2 3 96,-25-2-192,27 27 128,0-26-96,-27-1 96,26 0-96,1 27 64,-2-26 0,2 26-64,0-26-97,-1 0-159,1 26-64,-2-27 127,2 27 97,0 0 32,-1 0 128,2 0 32,-4-27 0,3 27 0,0 0-32,27 0 0,-30-26 64,4 26-64,-1 0 64,0 0 0,25 0 0,-26 0 96,28 0 96,-28 0-127,0 0-97,0 0 0,1 0 0,26 26 0,-25-26 0,-4 0 0,3 0 0,1 27 0,25-27-64,-29 27-97,4-1 65,-1-26 0,0 26 64,-1-26 64,0 26-32,0-26 0,1 27 32,-27 0 64,27-27-32,-27 26 97,26 1-97,0-2 0,0 3-32,-26-2 0,27-26-32,-27 26 0,27 1 0,-27-2-32,0 3 32,26-1-32,-26-2 32,26 3 0,-26-2 32,0 2 32,0-2 0,26 0 0,-26 0-64,0 1 64,27 0 0,-27-1 0,0-26-64,0 27 96,28-2-288,-28-25 288,0 27-32,0-27 32,0 27 128,27-27-128,-27 26 97,0-26-97,0 0-64,-27 0 0,27 27-32,0-27 0,-28 0 0,28 27-32,-27-27 0,27 26-96,-26-26 160,0 0-96,0 0 32,-1 26 64,27-26-96,-27 0-1,1 0-63,0 0-224,0 0-64,-1 28 31,0-28 225,1 0 96,0 0-64,-27 0-96,26 0 128,-1 0 96,-22 0-225,23 0-95,-1 0-64,1 0 288,3 0 32,-4 0 0,2 0 64,-1 0 96,0 0-32,1 0 96,26 0-64,-26 0-128,0 0 160,-1 0 32,0 0-64,1 0 32,0 0-32,0 0-96,-1 0 97,0 0 255,27 0-192,-28 0-32,4 0-32,24 0-64,-26 0-32,-2 0 64,28 0-32,-27 0 0,0 0 289,27 0-97,-24 0-128,24 0 64,-28 0-128,28 0-32,-26 0 64,26 0-128,-27 0-64,27 0 128,-27 0 32,27 0-32,-25 0 96,25 25 0,-27-25 129,27 0-65,-26 0-64,26 0-96,-27 0 0,27 0 32,-27 0-64,27 0 32,-25 27 32,25-27-64,-27 0 32,27 0-32,-26 28 64,-1-28-32,27 0 96,0 0-32,-27 25 96,27-25-192,0 0 32,-25 0-32,25 0-32,-27 27 96,27-27-96,0 0-32,-26 0 64,26 0-32,0 26 96,-28-26-96,28 0 64,0 0-32,-27 26 32,27-26 96,0 0-32,0 28-64,-24-28 0,24 0 0,0 26 32,0-26-64,-27 0 0,27 26 32,0-26-32,-28 26 64,28-26 32,0 26-64,0-26-32,0 28 64,-26-28 0,26 26 0,0-26 32,0 27 0,-27-2 64,27-25-160,0 27 32,0-27-32,0 27 128,0-1-96,0 1 0,0-27 0,-27 27 32,27-1-32,0-26 32,0 26-96,0 0 96,27-26-32,-27 27 64,0-27-64,27 27 96,-27 1 65,0-28-129,0 25 32,0-25-32,26 27-32,-26-2 0,28-25 96,-28 27-128,27-27 160,-27 28 32,24-28-128,-24 0 64,27 26-64,-27-26 32,28 26-32,-28-26-32,26 0 96,1 26-384,-27-26 608,25 26-31,2 2-193,0-28 0,-27 0 0,26 26-32,1-26 64,-2 0-128,2 0 0,0 26 32,-27-26-64,26 0 64,1 0-32,-2 0 64,2 26-64,-27-26 32,27 0-32,-1 0 96,2 0-64,-4 0 64,3 0-32,0 0-128,1 0 32,-2 0 96,-2 0-128,4 0 128,-1 27-64,0-27 0,-1 0 32,0 0-64,-26 0 129,26 0-33,1 0-32,0 0-32,-1 0 0,0 0-96,0 0 96,1 0-97,0 0 194,-1-27-97,2 27 96,-4 0-225,3-26 129,1 26-64,25 0 64,-53-26-128,24 26 64,4-26-32,-1 26 96,0 0-64,-27-28 32,26 2 32,0 26 0,-26 0-64,26-26 64,1 26-32,-27-26 64,27 26-32,-1-26 64,0-2-64,0 28-96,-26-27 96,27 2-32,0 25 32,-27-27 0,26 2 0,0-3 64,0 28-64,1-27 0,1 0 64,-1 1 0,-3 0 32,2 0-160,-26-1 64,28 0 96,-1 27-224,0-26 160,-27 26 0,25-27 0,2 27 64,-27-27 32,26 27 65,1-25 63,0 25-64,-27-27-96,25 27-96,2-26-224,-1-2 480,1 28-288,0 0 32,-27-26 0,28 26-64,-28 0 128,0-26-64,24 26 192,-24 0-96,26 0-96,-26 0-32,27-26 128,1 26-96,-28 0 0,27-26 0,-3 26-32,4 0 32,-2 0-32,28-28 96,-29 28-32,2 0 129,-1-26 31,28 26-32,-29 0-64,28-26 64,-26 26 32,25 0 33,1-27 31,2 27 256,-4-25-31,-23-3-193,-2 28-288,1 0 32,-3 0-32,4 0-32,-1-27-64,-1 27 128,1 0-64,-2 0 32,2 0 96,26 0 0,-26-25 160,0 25 33,-2 0-129,2 0-96,-1 0-64,-26 0 0,28 0-64,-28 0-32,0 0-225,27 0 450,-27 0-194,0 0 1,0 0 128,24 0-31,3 0 31,-27 0-32,0 0 0,28-28-32,-28 28 64,26 0-96,-26 0 32,27 0-96,-27 0 96,25 0-32,-25 0 64,27 0-32,0-26 32,-1 26-64,1 0-32,-27-26-1,52 26 1,-25-27 0,-1 0 32,1 27 32,25-26 0,-25-1 32,-1 0-160,2 2 449,23-2-386,-24 1-319,27-1-449,-30 0-384,4 1-1121,26 0-1602,-54 0-5445</inkml:trace>
</inkml:ink>
</file>

<file path=ppt/ink/ink54.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2:45:22.465"/>
    </inkml:context>
    <inkml:brush xml:id="br0">
      <inkml:brushProperty name="width" value="0.05292" units="cm"/>
      <inkml:brushProperty name="height" value="0.05292" units="cm"/>
      <inkml:brushProperty name="color" value="#0000FF"/>
    </inkml:brush>
  </inkml:definitions>
  <inkml:trace contextRef="#ctx0" brushRef="#br0">22710 6140 3651,'0'0'3203,"0"0"-1185,0-27-481,0 27-223,0 0 255,0 0-320,0 0-384,0 0-352,0 0-33,0 0-64,0 0 97,27 0-161,-27 0 129,0 0-65,0 0 97,24 0-97,-24 27-32,0-27-127,0 0-33,0 26 64,26-26-192,-26 27 160,28 0-127,-28-1-129,27-26 192,0 26-128,-27 2 0,25-3 0,2 2-64,-1 1 64,-26-3 32,27 2 0,-27-1 32,27 0-32,-2 2 32,2-2-31,-1 26-1,1-26 0,0 2-96,-2-2 128,2 1-32,-27-2-32,26 2 32,1 0 32,-27-1 64,28 1-31,-28 0-33,24-1-32,-24 0 0,27 0-96,1 1 96,-28 0-96,26 1 96,1-3 0,0 2-64,-27 25 64,25-24-64,-25-2 64,27 0-32,-1 0-96,-26 0 64,27 2 32,0-28-31,-27 26 31,25 0 0,2 0-96,-27 1 96,26 0 64,-26-27-96,27 26-32,-27 1 64,27-2 0,-27 2-96,25 0 0,-25-1 128,27 1-192,-27 0 96,0-1 96,26 0 0,-26 2-96,27-3 96,-27 30-128,0-30 64,28 2-32,-28 25 0,24-24 32,-24 24-64,27-26 128,-27 1-160,28 26 128,-28-26-32,0-2-32,0 2 0,26 0 0,-26-1 0,0 1-64,27 1 96,-27-3-64,24-25 64,-24 26-96,28 2 0,-28-28 0,27 25 64,-27-25-32,26 28 32,-26-28-64,27 0 32,-27 0 64,25 0-128,-25 0-192,27 0 192,-27 0 96,27-28 0,-1 28-33,-26-25 33,27 25-96,-2-28-64,-25 2 0,27 26 192,0-25-192,-27-3-32,0 1-32,26 1 416,-26-1-160,0 0-32,0-25 0,0 26 32,28-1-32,-28-26 0,0 1-32,0 24 96,0-24-128,24 0 96,-24-3-96,0 30 128,0-29-128,0 28 256,27-28-384,-27 1 224,0 26 32,0-25-96,27-1 64,-27 0-96,0 1 256,0-2-320,0 28 256,0-26 0,0-3-32,0 30-64,0-27 96,0 24-64,0-26-32,0 28-32,0-26 32,0-2-64,0 1 96,0 26-128,0-25 96,0-2 0,0 2 1,0 0 31,0 24 0,0-24 160,0 25-192,0 2 128,0-3-192,0-24 128,0 24-128,0-24 64,0 25-64,0-26 96,0 26 0,0-25 0,0 25-352,0-26 704,0 26-352,0 1-96,0-26 64,0 24-32,0 2 64,0-2 1,0-24 63,0 24-128,0-24 32,0 0 0,0-1 0,0 0-32,28-27-32,-28 28 64,0-2-96,0-24 128,0 24-160,26-26 128,-26 27 0,0 0 0,0-1-96,0 2 128,0 0 32,0-28-160,0 27 32,0 0-128,0-27 224,27 28-64,-27-2-64,0 1 32,0 1-32,25-28-65,-25 27 65,0-27-32,27 1 32,-27 26 32,27 1 0,-27 25-32,0-26 160,0 26-96,26-26-32,-26 27 0,0-27 0,27 26-32,-27-1 96,25-24-128,-25-1 64,27 26 32,-27 1-32,27 0 32,-27 0-32,26-28 64,-26 28 64,0-1-224,27 27 128,-27-25 32,0-2-32,25 0-160,-25 27 0,27-26-1,-27-1-31,27-1 160,-27 28 0,0 0 0,26-25 32,-26 25 32,0 0 0,0 0-32,0 0-96,0 0 32,0 0 32,28 0-352,-28 0 512,0 0-256,0 0 160,0 0-64,24 0-128,-24 0 160,0 0 0,0 0 0,0 0 0,0 0 96,0 0-192,0 0 192,0 0-289,27 0 290,-27 0-97,0 0 0,0 0 0,0 0 96,0 0-192,0 0 128,0 0-32,0 0 32,27 0 0,-27 0-128,0 0 96,0 0 0,0 0 32,0 0-97,0 0 1,0 0 64,0 0 97,0 0-97,28 0-33,-28 0 33,0 0 0,0 0 97,0 0-161,0 0-1,26 0 65,-26 0-32,0 0-32,0 25 64,0-25-32,24 0 128,-24 0-192,0 0 96,28 0 0,-28 0 0,0 0 0,0 28 0,27-28 96,-27 0-160,0 0 96,27 0-32,-27 0 0,0 0-32,0 27 32,26-27 0,-26 0 32,0 0 0,0 0-96,0 0 32,0 0 32,0 26 0,26-26 32,-26 0-64,0 0 32,0 0-64,0 27 64,0-27 32,26 0-64,-26 27 160,0-27-288,0 0 256,27 25-160,-27-25 128,0 27-32,0-27-64,0 26 0,27-26 64,-27 27-64,0-27 32,0 0 0,0 27 64,0-27-128,26 0 96,-26 0-32,0 26 32,0-26-64,26 26 32,-26-26 0,0 0 0,0 26 96,0-26-224,26 27 160,-26-27-32,0 0 32,0 28-32,27-28 32,-27 0-96,0 25 96,0-25-64,27 27 64,-27-27 0,0 25-96,0-25 96,26 0-32,-26 0 32,0 28-32,0-28 0,26 0 32,-26 27 0,0-27-96,26 0 128,-26 27-128,0-27 64,27 0 0,-27 0 32,28 26-64,-28-26 0,0 0 64,27 0 97,-27 26-226,0-26 129,26 0-64,-26 0 32,0 26 0,24-26-32,-24 0 64,28 27-32,-1-27 32,-27 0 0,27 0 97,-27 0-225,26 0 160,-26 0-96,26 0 96,0 27-64,-26-27 0,27 0 0,0 0 0,25-27 0,-26 27 0,1 0 32,0-27 0,-1 27 32,0 0-64,0-26-32,1 26 64,28-26 0,-31 26-64,2 0 64,2-26-32,26 26-32,-29-27 96,28 27-64,-26-27-64,0 27 128,-2-28 0,2 28-64,26 0-64,-53-25 0,52 25 128,-25-27-96,-1 27 192,1-25-224,1 25 64,23-28 0,-23 1 0,-2 27 0,1-26-64,0 26 192,-2-26-192,2 26 160,-1-26-128,1 26 128,0-27-64,-2 27 0,2-27 64,-1 27-128,-26-26 128,27-1 32,0 2-128,-27 25 0,25-27 32,-25 0-64,27 1 96,-1 26-96,-26-27 64,27-1-64,1 3 64,-4-1-64,-24 26 0,27-26 128,1-1-192,-28 27 192,26-28-160,1 3 96,-3-2-32,4 0 0,-28 2 0,27 25 32,-1-28 65,1 1-65,-2 2 32,2 25-64,0-27 128,-1 1-64,1-1-64,-2 0 32,2 1-32,0 0 96,-1 0-64,2-1 32,-28 27 64,27-27-192,-3 2 256,3-3-288,1 3 192,-2-3-96,1 2 64,-2 1 128,2-3 1,0 1-129,-1 1 416,1-1-480,-2 0 64,2 2 32,-27-2-160,27 1 64,-1-1-96,1 0 256,-2 27-288,2-26 160,0 0 0,-1 0-32,2 26 32,23-27-128,-24 0 128,1 1-64,-2 26 32,-2-27 64,4 27-32,-1-25-64,0 25 32,-1-27-32,0 27 32,27-28 32,-26 3-32,25-3 0,-26 2 0,28 1 0,-28-3 0,2 28 0,23-27 32,-23 27-128,-1-26 32,-1 26 0,-2-27 0,-24 27 64,28-27 64,-1 27-96,26 0-128,-27-25 192,0 25-64,1 0-32,0 0 64,-27 0-128,26 0 64,-26 0 0,26 0 0,0 0 128,-26 25-96,27-25 64,26 27-96,-27-27 96,0 27-129,1-27 97,1 26-96,-28-26 128,27 27-64,-27-27 32,24 0 0,2 28 0,-26-28 0,28 0-32,-28 25-32,27-25 128,-27 26-192,27-26 128,-27 28-32,0-3 32,25-25 32,-25 28-32,27-1 0,-27-27 0,26 25-32,1 2-32,0-1 64,-27 1 32,25 0-32,-25-1 64,27-26-192,-27 26 96,26 0 0,-26 1 128,27-27-192,0 27 96,-27-1-32,28 1-32,-28-27 96,24 25-64,-24 2-64,0-27 96,26 27-64,-26-27 64,27 26 0,-27-26-32,28 27 128,-1-27-448,-3 28 640,4-3-544,-2 1 224,1-26 32,0 28 32,-27-28-64,25 25 32,2-25-65,-1 28 98,-26-28-33,27 25 160,0-25-256,-2 27 96,2 0 0,-1-27 0,28 26 32,-29 0-64,2-26 64,-1 26-64,1 1 64,-27-27-257,28 27 418,23-1-97,-23-26-128,-2 27 64,-26-27-32,27 25 32,-3-25 64,4 27-160,25-27 64,-26 28 0,25-3 64,1 2-128,1 0 128,-2-2-64,2 3 0,24-1 32,-24 25-32,-2-27 0,2 30 0,-1-29 32,-1 28-32,1-2 0,-1 1-32,-25 0 96,26-1-64,-1 3 0,-25-3 32,28-27-32,-5 30 0,-22-28 32,26 25 0,-2-26-64,-26 28 64,28-28 0,-28 28-32,26-2-32,-25-26-96,0 1-481,-1 26-480,-26-27-961,28 0-1313,-28-26-7111</inkml:trace>
  <inkml:trace contextRef="#ctx0" brushRef="#br0" timeOffset="1747.09">22815 6220 4228,'-28'0'2562,"28"0"-288,0 0-768,28 0-417,-28 0-705,0 0-384,27 0-192,-27 0-417,0 0 1,0 0 415,0 0 193,0 0 96,0 0 97,0 0 383,-27 0 257,27 0 224,0 0 32,0 0-224,0 0-64,0 0-1,0 0-63,-28 0-96,28-27-97,-26 27-95,2-27 159,-3-26-63,-28 26 63,29-25-255,-26-1-449,-2 0 384,2 1-352,26 24 32,-28-26-160,2 29-673,26-2-96,-1 27-609,27 0-1697,-27-28-9481</inkml:trace>
  <inkml:trace contextRef="#ctx0" brushRef="#br0" timeOffset="2662.15">32211 4206 3363,'0'0'2562,"0"0"417,-26 0 32,26 0-1057,0 0-385,0 0-416,0 0-224,26 0-192,-26 0-97,0 0-287,0 0-97,0 0 288,28 0-63,-28 26-1,51 0-159,-23 26-257,25 3 32,26-3-32,-26 1-288,26 1-737,0-2-160,-26 1-961,2-26-2883</inkml:trace>
</inkml:ink>
</file>

<file path=ppt/ink/ink55.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2:50:50.538"/>
    </inkml:context>
    <inkml:brush xml:id="br0">
      <inkml:brushProperty name="width" value="0.05292" units="cm"/>
      <inkml:brushProperty name="height" value="0.05292" units="cm"/>
      <inkml:brushProperty name="color" value="#0000FF"/>
    </inkml:brush>
  </inkml:definitions>
  <inkml:trace contextRef="#ctx0" brushRef="#br0">5319 7962 6566,'0'0'544,"0"0"417,0 0 641,0 0 1088,0 0-672,0 0-897,0 0-480,0 0-33,0 0 1,0 0 64,0 0-321,0 0-64,0 0 129,0-27-225,0 27 0,0-26 64,0-1-128,0 0 32,0-25-128,0 26 97,0-28-97,0 28 128,0-26-96,25-3 32,-25 30-96,0-29 32,0 28-32,27-28 256,-27 28-128,0-1-32,0-25 1,27 25-97,-27 1 96,0-1 0,0-26-32,26 27 32,-26 0 0,0-28-64,27 28 0,-27-26 0,0 24 0,28-24 32,-28 25 0,24-26 0,-24 26 32,0-26-64,27 27 32,-27-27-32,0 26 33,28-26-98,-28 26 1,0-25 32,26 26-64,-26-28 128,27 2-32,-3-2-32,-24 2 33,28 25-1,-1-26-32,-27 1 32,26 24-64,-26-24 32,27 25 64,-27-26-64,25 26 128,-25-25-128,27 25-96,-27-26 480,27 26-256,-27-25-64,26-2-32,1 28 32,-2-27 64,2-2-96,-27 30 65,27-28-65,-1 27 96,1-27-96,-2 26 0,2-26 0,0 26-32,-27 1 96,28 0-192,-2-27 192,-2 26-32,3 1 0,1-26 0,-1 24 0,-1 2 32,0-27 0,-26 26-96,26 1 64,-26 26-192,27-27-32,-27 0 32,0 27-32,27-26 96,-27 0 0,26 26 32,0-28-32,0 3 0,1-2 96,0 1-64,27 0 64,-30-2-64,30 2 32,-26 0-33,22 0 66,-22-1-33,26 0 32,-28 1-129,26-1 162,2 2-130,-28-3 65,26 2 32,2 0-32,-28-1 0,26 0 0,-25 1 33,28-1-33,-5 0 0,5 2-33,-4-2 33,3-1 0,0 3-32,-29-2 64,28 1-32,1 0 0,-2-2-64,-26 2 64,29 0-64,-4 26 128,-25-26-32,29-1-64,-28 27 32,25-27-64,1 1 128,-1-1-32,1 2-160,26 25 224,-26-27-96,2 0 0,-4 1 0,3-1 32,-3 0-64,4 27 32,-2-26 0,-1 0 0,28 0-32,-28-1 64,1 27-64,2-27 32,-4-1 96,3 3-192,-3-2 32,4 27 64,23-25 64,2-3-128,-1 1 96,-26 1-64,26 0 64,2 0-64,-30-1 128,30 0-192,-29 27 96,28-26-32,-28-1 32,28 2-64,-1 25 96,2-27-64,-2 0 32,26 27-32,1-26 128,0-1-160,28 27 256,-2-28-288,0 3 481,-27-1-577,0 0 288,1 26 0,2-27-32,-30 27-64,28-28 32,-26 28-64,-2-25 64,1 25-32,2-27-128,-30 27-385,-23 0-352,-28 0-1217,27 0-1953,-54 0-10155</inkml:trace>
  <inkml:trace contextRef="#ctx0" brushRef="#br0" timeOffset="33241.9">17440 4967 512,'-26'-26'609,"26"26"-225,0 0 32,0 0 417,-24 0-160,24 0-129,0-27-512,0 27-32,0 0 160,0 0 609,0 0 384,0 0 96,0 0 129,0 0-129,0 0-480,0 0-353,0 0 65,0 0 287,0 0 161,0 27-160,0-27-129,0 0-223,0 26-129,0-26-96,0 27-64,24-2-31,-24 3-33,0-2-32,26 2 96,-26-3 64,0 2 0,28 26 96,-28-26-63,27-1 31,-27 26-64,27-25-96,-27 26 64,26-26-32,0 26 0,-26-27-31,26 27 63,1 0-32,-27-26-32,27-2 0,-1 29 96,-26-26-32,26-2 65,-26 26-161,26-25 64,-26 0-32,27 26 160,-27-28-576,27 2 672,-27 0-480,26-1 192,0 28 64,-26-28-192,26 0 32,-26 27 192,27-26-96,1 1 64,-28 24-64,27-26-64,-27 28 33,24-28-33,2 26 32,-26-26 0,28 28 128,-1-27-224,-27-2 96,0 2 32,27 0 0,-27-1 0,25 1 64,-25 0-64,27-1 0,-1 0-32,1 0 32,0-26-64,-27 27-32,25 0 0,-25 1 192,27-3-128,-27 2 96,26-2 1,-26 2-33,27 1 0,-27-2 0,27 0-96,-2-26 0,-25 26 0,53 0 32,-53 2 0,27-28-32,1 26-32,-28 0 32,24-26 64,-24 26-64,27-26 32,-27 27 0,26-27 0,-26 27 0,28-27-64,-1 26 32,-27-26 96,27 27-192,-2-27 192,-25 0-128,27 25 0,-1-25 64,-26 0-32,0 0 0,27 0 32,-27 0-64,27 0-32,-27 0 32,25 0-64,-25 0 160,27 0-160,-27-25 128,26 25-32,-26 0 128,27 0-192,-27 0 0,27-27 64,-27 27 32,0-26-64,25 26 64,-25-27-32,27 27-64,-27-27 32,0 1 64,0 26 0,0-26-32,0 0 32,0 26-32,0-28 0,0 2 64,0 0-32,0 0 64,0 0-192,0-2 160,0 28-32,0-27 0,26-25-160,-26 27 128,0-3 96,0 1 64,0 0-192,0-25 192,0 26 1,0-1-161,0-26 160,0 26-64,0 0-64,0 2 96,0-28-96,-26 25 0,26 2 0,0-26 32,0 26-64,0-28 0,-27 28 160,27-1 129,0 2-161,0-3 96,0 1-256,0 2 288,-25-3-96,25 2-96,0 0 0,0-1-64,0 0 128,0 1-96,-27-1-32,27 0 97,0 2-194,0-2 546,0 1-385,0 26 32,0-27-32,0 0-32,0 1 0,0 0-32,0 0-32,0-2 96,0 2-32,0-2 64,0 3-128,0-2 128,0-1 0,0 3 1,0-2-97,27 1 32,-27 0 64,0-2-128,0-24 96,25 26-64,-25-28 32,0 28 0,0-26 32,27 25-64,-27-26 0,0 1 0,0 24 96,0-26-96,26 29 64,-26-28-32,0 26 32,0 0-192,0-25 160,0 24-32,0 3 0,0-28-32,27 27-32,-27-28 160,0 28-128,0-27 32,0 26 32,0 1-32,0-26 0,0 24-32,28 2 0,-28 0 32,0-28-32,24 28 64,-24-1-64,0-25-32,27 25 64,-27-1 0,0 3-32,28-2 32,-28 1-32,0 0 0,26-2 0,-26 2 64,27 0-128,-27 0 64,24 26-64,-24-27 96,28 0-65,-28 27 65,27-26 0,-27 26-32,0 0 0,26-27-64,-26 27 128,27 0-32,-27-25-64,0 25 32,25 0-32,-25-27-32,27 27 32,-27 0 64,27 0 64,-27 0-160,26 0 64,-26 0-96,27 0 128,-27-27-96,25 27 96,2 0-96,-27 0 64,27 0-32,-1 0-32,-26 27 31,28-27-63,-28 0 96,24 0 0,-24 27 192,27-27-256,0 0 96,1 0 0,-28 25 0,26-25 0,1 0 0,-27 0 96,24 0-128,-24 0 32,28 0 32,-28 0-32,0 0 0,27 27 64,-27-27-96,26 0 0,1 0 64,-27 0-64,25 0 32,2 0 32,-27 0 0,27 0 1,-27 0-33,0 0-33,26 0 33,1 0-32,-27 0 64,25 0-32,2 0 0,0 0-32,-1 0 64,-26-27 1,28 27-33,-4 0 0,3 0-33,0 0 33,-27 0-32,28 0 32,-2 0 0,-2-25-128,-24 25 192,28 0-128,-1 0 96,0 0 32,-1 0-160,-26-27 32,26 27 64,0 0 0,28 0-64,-28 0 96,0 0-32,0-27 0,1 27 0,0 0 32,-1-26-64,-26 26 96,26 0-64,0 0 0,-26-27 0,27 27-32,1 0 64,-1 0 0,-1-27-32,-2 27 32,4-26-32,-1 26 0,0-26 32,-1 26-64,0 0 64,0-26 0,-26 26-32,27-27-32,0 27 64,-1-27 65,0 27-130,0-28 130,-26 28-65,27-25 0,0-2 0,-1 27-32,0-25-32,-26-3 96,26 28-128,1-27 32,1 1 96,-1 0-64,-3 0 32,-24 26 64,26-27-96,2 0 0,-28 27-96,27-26 224,-27 26-160,0-27 224,27 27-288,-27-25 64,25-2 32,2 0 32,-27 1 96,26-1 32,-26-1 0,27-23-160,-27 25 96,27-29 0,-27 30-63,25-29-1,-25 1-32,27 1-32,-27-1-1,26-1-31,-26 2 64,27 26-128,-27-28 160,27 29-160,-2-3 160,-25 28-64,27-25-32,-27 25 64,26-28-64,1 2 32,1 1 0,-4-3 32,3 1-96,1 27 512,-28-26-544,26-1 96,1 27-96,0-27 128,-2 27 0,2-25-64,-1 25 128,1-27-128,0 27 64,25 0 0,-26-26-32,1 26 32,25 0 0,-25-27-32,-1 27 0,1 0 64,1 0-128,-4 0-64,3 0 32,-27 27 64,28-27 96,-2 0-97,-26 26 1,27-26 32,-3 0 0,4 27 64,-1-27-32,-1 0 32,1 25-128,-2-25 96,2 27-32,-27-27-32,27 27 160,-1-1-256,1-26 128,-2 27-288,2 1 576,0-3-384,-1-25 64,26 26 160,-25 2-192,0-28 32,1 25 64,-2-25 128,26 28-320,-25-28 224,-27 25 128,27-25-160,-1 0-128,1 27 128,-2-27 0,2 27 0,0-27 0,-1 26 96,1-26-288,-2 26 416,2 0-384,26 1 192,-25-27-96,-4 27 32,3-1 32,0 1 0,1-2 32,-2-25-64,-26 27 64,24 1-64,4-3 64,-1-25 160,0 27-384,-1 0 256,0-2-96,0-25 0,-26 28 160,27-1-192,0-1 64,-1 0-96,-26-26 288,26 25-160,0 3 96,-26-1 0,27-1-32,26 1 96,-27 0-192,0-2-256,29 2 609,-28-27-353,-1 26-32,-2 1-33,31 0 98,-28-1-33,-1 0 32,26 0 0,-25 1-32,26 1 0,-1-3 0,2 2 0,-2-2 0,1 3 32,2-1 64,23 26-224,1-27 160,1 27 0,-1 0 0,1 1-64,-28-29 96,29 28-64,-2-26-32,-26 0-96,-26-1-321,-2-26-448,2 26-384,-27-26-801,0-26-3876,-27 0-5572</inkml:trace>
</inkml:ink>
</file>

<file path=ppt/ink/ink56.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2:53:24.893"/>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definitions>
  <inkml:trace contextRef="#ctx0" brushRef="#br0">2925 13843 3459,'-28'0'5125,"1"0"-4869,1 0 0,26 0 1185,-27 0 161,27 0-673,0 0-641,0 0-96,0 0 577,0 0 64,0 0-449,0 0-96,27 28 1,-1-28-97,29 0-128,-4 0 0,30 0 0,-2 0 32,26 0 0,27 0-64,-27-28-32,3 28-32,-29 0-160,0 0-320,-26-26-513,-26 26-577,-1 0 193,0 0-353,-26-26-1441,-26 26-2722</inkml:trace>
  <inkml:trace contextRef="#ctx0" brushRef="#br0" timeOffset="282.01">3665 13658 6117,'53'0'993,"-1"0"-576,2 0 928,-2 27-64,-26-27-608,28 26-65,-2 1-191,-26-2-65,28 3-256,-26-2 128,-28 0-128,26 2 129,-26-2 31,-26-26 0,-2 26 64,1 1-159,-26 0-322,-26-1-575,0 26-1090,-27 2-7303</inkml:trace>
  <inkml:trace contextRef="#ctx0" brushRef="#br0" timeOffset="8908.5">7106 15459 4035,'-26'0'2691,"26"0"-1826,0 0 160,0 0 1345,0 0-672,0 0-738,0 0-287,0 0 64,26 0-257,-26 0-127,26 27-97,-26-27-64,26 0-32,-26 0 32,27 0 65,0 0-129,-1 0 64,26 0-96,-25 0-32,26 0-64,-1 0 32,-25-27-32,28 27 32,-5 0-32,-22 0 0,26 0-224,-28-26 480,26 26-288,-25 0 32,0 0 0,25 0 0,1 0 32,-26 0-96,25 0 96,1 0 0,-26 0-32,25 0-32,-26 0 0,29 0 0,-4 0 32,-23 0-64,25 0 64,-26 0-32,25 0-128,1 0 64,0 0 64,-1 0 64,30 0-32,-4 0-32,28-27 64,-26 27 0,25 0-32,0 0-32,1-27 32,-1 27 32,-24 0-32,25 0-32,-1-25 32,3 25 32,-3 0-32,1-27 0,26 27 32,-27 0-32,27-26 0,-27 26 32,29 0-64,-28 0 32,0-27 0,-1 27 32,0 0-32,29 0 0,-28 0-32,26 0 64,2 0-64,-2 0 0,0 0 0,0-27-161,28 27 97,-28 0 0,25 0 96,2 0 0,27 0 0,-27 0 0,25 0 0,3 27 0,-2-27 0,-28-27-64,29 27 96,0 0-64,-2 0 0,2-26 32,0 26 0,-2 0 0,2-26 0,26 26 0,-27-26 0,2 26 0,-30 0 0,28 0 64,-26 0-32,-26 0-32,26 26 0,0-26 0,-26 26 0,23-26 32,-23 0-32,-1 0 0,-24 0-32,-2 0-64,-29 0-705,-22 0-1216,-2 0-3076</inkml:trace>
  <inkml:trace contextRef="#ctx0" brushRef="#br0" timeOffset="11916.68">18090 13685 896,'0'0'2851,"0"0"256,-26 0-481,26 0-736,0 0-256,0 0-1,0 0-191,0 0-353,26 0-417,-26 0-127,26 0-65,0 0-159,29 0-161,-28 0-32,23 0 32,5 0-96,24 0 32,-26 0-128,0 0 32,-1 0-64,-25 0 96,0 0-320,-1-27-193,-26 27-127,0 0-289,0 0-1505,-26 0-1154,-1 0-5572</inkml:trace>
  <inkml:trace contextRef="#ctx0" brushRef="#br0" timeOffset="12197.69">18302 13419 9545,'-28'-25'1697,"28"25"-1248,0 0-65,0 0 449,0 25 448,0 2-128,28 26-256,-28 1-321,27-2-63,-27 1 224,0 0-417,27 27-224,-1-28-64,-26 2 32,0-28-352,26 1-32,-26 0-481,0-1-448,0-26-545,0 0-897,0 0-6373</inkml:trace>
  <inkml:trace contextRef="#ctx0" brushRef="#br0" timeOffset="12817.73">19096 13367 10730,'0'-28'1409,"0"28"-704,0 0 544,0 0-416,26 28 96,-26-1 128,27-2-129,-27 29-223,27-1-321,-27 26-223,25-26-97,-25 27-96,0-27-193,27-1-351,-27 2-641,26-28-801,1 1-1025,1-27-6630</inkml:trace>
  <inkml:trace contextRef="#ctx0" brushRef="#br0" timeOffset="13141.75">19600 13605 14701,'-27'0'1602,"0"0"-1698,1 26 0,26 1 96,0 0 0,0-1 0,0 26 0,26 2-192,28-28-33,-29 2 65,28-2 32,1 0 128,-2-26 96,1 0 128,-25-26 193,-4 0 127,-24-2 33,0-24-33,0 24-127,0-24-97,-52 26-96,25-28 65,-26 28-33,1 26-288,25 0-224,1 0-641,-1 0-833,27 0-896,0 26-898,53-26-5252</inkml:trace>
  <inkml:trace contextRef="#ctx0" brushRef="#br0" timeOffset="13452.76">20181 13553 13196,'-52'0'641,"25"0"-257,27 0 545,-26 25-545,26 2-288,0-1 0,0 1-96,26 26 0,1-26-192,-2-2-128,29-25 224,-1 28 192,-28-28 256,29-28 65,-28 28 191,2-25-31,-28-2-1,0-26 65,0 26-97,-28 1-95,2-1-193,-28 2-64,29-2-128,-28 27-64,26-27-224,0 27-769,2 27-993,25-27-1313,0 27-3844</inkml:trace>
  <inkml:trace contextRef="#ctx0" brushRef="#br0" timeOffset="13754.78">20685 13553 14669,'0'-27'289,"-27"27"-385,1 0 1056,-1 0 1,27 27-608,-28-2-321,28 28-32,0 1-64,28-28-161,-1 26-159,-1-24-289,26-2 289,2 0 384,-1-26 288,-28 0 321,29-26 32,-28 0 223,2-2-31,-4 3-160,-24-28-129,-24 26-63,-4 0 95,2 1-351,-1-1-225,-25 27-32,-1-25-897,26 25-1570,-25 25-2465</inkml:trace>
  <inkml:trace contextRef="#ctx0" brushRef="#br0" timeOffset="14605.83">21770 13287 8872,'-26'-26'2498,"26"26"-1729,-27-26 736,0 26-159,27-28-546,-28 28-511,4 0-289,-2 28-32,-1-2 32,-1 0-64,1 26 128,27 3-128,-26 24 128,26-26-64,0 26 0,26-26 0,1 27 32,28-55-192,-5 29-97,32-28 129,-4-26 160,2 0 321,-1 0 191,-26-26-224,-1 0-31,3-27 95,-55 26 0,27-53 65,-27 27 63,-27 1-127,-1-28-289,1 1-96,-25 26-224,-28 0 63,2-1 65,-2 54 160,1 0 32,24 28-96,-22-2 129,49 27-161,28-28 128,0 30-64,28-3-64,-1 1 96,23 1-160,32-29-65,-4 2-31,-24-27 160,24 0-256,-24 26-32,-2-26-449,-26 0-1537,1-26-1922</inkml:trace>
  <inkml:trace contextRef="#ctx0" brushRef="#br0" timeOffset="15443.88">22300 13763 7623,'0'0'2786,"0"0"-1280,0 0 960,0 0-544,0 0-609,0 0-576,25 0-417,2 0-192,-1 0-96,1 28-96,0-28 0,-2 0 64,2 26-320,-1 0 160,-26-26-32,0 28-129,0-2 225,-26-26 0,26 26 96,0-26-32,0 27 0,0 0 0,0-27-224,0 26 160,0-26-64,26 27-257,-26-27 97,0 25 64,27-25 127,-27 27 65,0-27 64,0 27 96,-27-27 193,27 26 95,-53-26-96,28 27-256,-29-27-96,28 0-288,-1 0-128,-25 0-289,52 0-929,-27 0-1505,-1-27-4068</inkml:trace>
  <inkml:trace contextRef="#ctx0" brushRef="#br0" timeOffset="16005.91">22246 12863 11402,'-28'-26'257,"28"26"-129,0-27 288,0 27 193,28 0-65,26 0-256,-2 0-256,-26 0-32,28 27 97,-29-1-129,2 1-1,-27 0 33,0-2 33,0 3-1,-27-3 64,2 2 160,-2-27 96,0 27 97,1-27 31,26 0 33,0 0-193,26 26 64,1-26-128,0 0-256,25 0-640,1 0-898,-1 27-1280,1-27-8169</inkml:trace>
  <inkml:trace contextRef="#ctx0" brushRef="#br0" timeOffset="16640.95">23569 13526 13100,'-27'-27'1954,"27"27"-1570,0 0 513,27 0 480,0 0-320,-1-26-448,26 26-193,2 0-352,0 0-32,-3 0-32,4 0-160,-29 0-480,1 0-514,-27 0-863,0 0-514,0 0-768,0 0-4741</inkml:trace>
  <inkml:trace contextRef="#ctx0" brushRef="#br0" timeOffset="16812.96">23728 13235 12299,'0'26'256,"26"-26"353,-26 53 1473,0-28 128,0 30-1185,28-3-673,-28 1-95,0 1-642,24-2-704,3 1-1185,-27 0-1570,27-26-6918</inkml:trace>
  <inkml:trace contextRef="#ctx0" brushRef="#br0" timeOffset="17304.98">24866 13287 10794,'-26'0'2306,"26"0"-1890,0 27 257,0-2 960,0 30-191,26-3-673,-26 28-577,0-28-128,26 28-417,-26-27-319,26-26-705,1 26-737,-27-27-545,28-26-2690</inkml:trace>
  <inkml:trace contextRef="#ctx0" brushRef="#br0" timeOffset="17614">25342 13526 14701,'-26'0'-416,"0"0"160,26 0 352,-26 27 96,26-2-160,0 2-96,26-1-128,-26 28-257,52-28 97,-25 1 64,26-27 224,-1 25 96,3-50 288,-28 25 353,23-27 31,-22 1-63,-28-28 288,0 28 128,-28-1-192,-22 2-193,23-2-351,-28 0-289,3 27 96,-1 0-256,26 27-417,1-27-928,26 27-833,26-2-513,1-25-4036</inkml:trace>
  <inkml:trace contextRef="#ctx0" brushRef="#br0" timeOffset="17910.02">26057 13473 13004,'-53'0'0,"26"0"-192,-25 0 576,25 26-32,1 1-127,-1 0-65,27 25-32,0-26-32,53 1 32,-26 0 32,25-27-64,28 0 128,-25 0-31,-3 0 191,1-27 96,-26 0 161,-27 1 256,0-1-128,0 2 31,-27-29-95,0 28-353,-27-1-288,3 0 33,23 27-161,-25 0-609,26-25-608,2 50-1698,25-25-1826</inkml:trace>
  <inkml:trace contextRef="#ctx0" brushRef="#br0" timeOffset="18221.04">26533 13446 11434,'27'0'1314,"-27"0"-1218,0 0 1089,-27 0-32,27 0-641,-25 27-287,25-1-97,-27 1-128,27 0 32,27 25-64,-2-26-160,28 1-33,-26 0 225,25-27 64,29 0 129,-30 0 31,4-27 64,-29 0 481,1 1 32,-2-1-97,-25 2-223,-25-29 95,-2 28-127,-26-28-289,1 29 0,-1 25-288,-26 0-609,51 0-1345,-25 0-2018</inkml:trace>
  <inkml:trace contextRef="#ctx0" brushRef="#br0" timeOffset="18957.08">27566 13207 3715,'27'0'2915,"-27"-26"-257,0 26-704,0 0-192,0-26-321,-27 52-640,27-26 0,-53 54-449,26-2-128,2 0-64,-2 28-192,27 0 32,0-1-64,27-26-224,25 27-128,1-28-193,-1-24 321,28-2 320,-1-26 224,26 0 417,-50-26 224,-2-27 128,-1 26 64,-25-26 0,-27-27-64,0 28-289,0-28-287,-53 1-193,1-1-160,-2 28-64,-24-2-224,-4 28 128,-23 26-96,26 0-1,-1 26 97,2 0 0,51 28 32,0-1-160,54 0 64,0-1 64,51-25 64,2 26-64,-1-26 96,2 0-96,-3-27 32,0 0-449,4 0-736,-56 0-1313,0 0-2115</inkml:trace>
  <inkml:trace contextRef="#ctx0" brushRef="#br0" timeOffset="19290.09">28388 13553 10986,'0'0'1217,"0"0"-1345,-27 0 1313,27 25 224,-28-25-448,28 27-96,-27-1-160,27 1-321,0 0 33,0-1-129,27 1 32,28-2 97,-29 3-97,53-28 64,-26 26-320,-1-26-32,2 0-64,-28 0-128,26 0-416,-52-26-930,0 26-1921,0 0-6310</inkml:trace>
  <inkml:trace contextRef="#ctx0" brushRef="#br0" timeOffset="19483.09">28625 13605 12748,'-27'26'2210,"27"1"-1986,0 26 1313,0-26 129,0 26-801,0-1-769,0-24-96,0 24-577,0-25-672,0 26-1313,0-26-2083</inkml:trace>
  <inkml:trace contextRef="#ctx0" brushRef="#br0" timeOffset="20261.14">28228 12783 8007,'-27'-25'577,"27"25"-129,0 0 1218,27-27-161,-27 27-768,54 0-129,-30 0-63,31 27 160,-2-27-161,-29 0-352,4 25-160,-28-25-64,0 27 32,0 0-32,-28-27-32,4 26 64,-29 1 0,25 0 64,1-2 128,27-25 257,0 28 127,0-28 65,27 25-65,28-25-287,-5 0-161,5 27-96,-2-27-32,-1 0-801,2 0-2018,-54 27-4708</inkml:trace>
  <inkml:trace contextRef="#ctx0" brushRef="#br0" timeOffset="29744.7">7185 15486 5637,'0'0'1826,"-27"0"-417,27 0 256,0-27-159,0 27-353,27 0-448,-27 0-321,27 0-128,-27 0 65,26 0-65,0-26-128,27 26 0,-26 0-64,51 0 0,-24-27-64,24 27 32,4 0-32,-4-27 0,2 27 32,-1 0 96,0 0-64,-26-25 97,26 25-33,2 0-96,24 0 32,-26 0-32,1 0-32,25 0 32,1 0-32,-25 0 0,24 0-64,1 0 96,-26 0-32,-2 0 0,28 0 0,-25 0 32,-2 0-32,26 0 0,2 0 0,-2 0 0,2 0 0,-2-27 0,27 27 32,0-26-32,0-1 0,0 27 64,1 0-64,-26-27 0,-2 27 0,1 0 0,27 0 0,-28 0 0,27 0-32,0 0 0,0 0 64,2 0-32,-2 0 0,-26 0 0,28 0 32,-29 0-32,0 0 32,27 0 32,-26 0-64,26 27 32,1-27 0,-28 0-32,29 0-32,-29 0 64,2 0-32,-2 0 0,-25 27 0,25-27-32,1 0 96,-1 0-64,0 0 0,3 0 0,-2 0 0,-1 0 0,0 0 64,3 0-32,-29 26 32,26-26-32,1 0 64,0 0-96,0 27 96,0-27-63,0 0 31,0 0 32,26 0-32,-25 0 64,25 0-32,-27 0 0,1 0-32,26 0 96,-27 0-128,3 25-64,-3-25 192,27 0-192,-26 0 64,26 0-32,1 0 0,-1 0 96,0 0-63,-27-25 159,3 25-64,-2 25 64,-1-25-128,27 0-32,-27 0-32,3 0 0,24 0-32,-26 0 128,26 0-128,-27 0 64,0 0-32,3 0 32,-2 0-64,26 0 64,-27 0 0,0 0 64,29 0-64,-2 0 0,0-25-32,0 25 0,1 0 0,-1 0 32,0 0-128,0 0 224,-24 0-96,24 0 65,0 0-194,25 0 97,-22 0 0,22 0 97,2 0-97,-27 0-97,28-27 194,-28 27-129,27 0 64,-26 0 0,26 0-32,-27 0 128,26 0-192,0 0 320,2 0-320,-28 0 192,26 0-96,2 0-96,-1 0 64,25 0 96,-25 0-128,1-26 64,25 26-32,-28 0-32,3 0 128,-1 0 0,0-27 128,1 27-160,-2 0 65,0 0-65,0 0-64,2-27 0,-1 27 32,0 0 32,1 0 0,-3-26-32,2 26 64,-1 0-32,2-26-32,-1 26 128,0-26 64,-2 26-320,3 0 96,-1 0 64,27 0-64,-27 0 0,25-27 0,-25 27 32,27 0 128,-28 27-31,27-27 31,2 0 128,-3 0-32,1 0 65,2 0-1,-3 0-128,-26 0-128,-26 0-96,28 0 32,-28 0-384,-26-27-129,-1 27-608,-52 0-1185,-26 0-2434</inkml:trace>
  <inkml:trace contextRef="#ctx0" brushRef="#br0" timeOffset="30985.77">21585 14586 6854,'-55'0'865,"55"0"480,-26-27 1218,26 27-834,0 0-736,0 0-416,26 0 127,-26 0 65,55 0-128,-28 0-97,23 27-95,5-27-65,24 0-224,1 0 32,25 0 97,0-27-289,-23 27 0,-4 0 64,1 0-96,-26-26 0,1 26-353,-54 0-255,25 0-578,-25 0-1312,-25 0-2242</inkml:trace>
  <inkml:trace contextRef="#ctx0" brushRef="#br0" timeOffset="31742.81">27461 14321 9737,'0'0'993,"-27"0"-673,27 0 1602,27 0-257,-27 0-159,52 0-225,1 0-576,26 0-65,26 0 33,3 0-129,50 0-63,-26 0-65,26 0-159,2 0-1,-28 0-288,-52 25-833,-1-25-384,-26 0-1538,-53 0-2049</inkml:trace>
  <inkml:trace contextRef="#ctx0" brushRef="#br0" timeOffset="36301.07">21585 14613 3651,'-28'0'288,"1"0"-256,27 0 993,0 0 897,0 0-256,0 0-770,0 0-319,0 0-97,0 0 33,0 0-33,0 0 65,27 0 96,28-27-97,-5 27-31,5 0-353,24-27 0,27 27 128,-27-26 449,26 26 192,-23-27-32,-4 27-577,1 0-320,-26 0 64,-26 0-96,25 0-128,-52 0-449,0 0-480,0 27-576,0-27-578,-52 0-6853</inkml:trace>
  <inkml:trace contextRef="#ctx0" brushRef="#br0" timeOffset="38355.18">6974 15221 160,'0'-26'768,"0"26"353,0 0 673,0-26 288,0 26-224,24 0-96,-24-27-1,0 27-63,0 0-833,27 27-641,-27-27-128,0 26 0,0 0-96,28 0 96,-28 1-96,0 26 0,0-26 32,0-2 0,0 2 32,27-27 96,-27 27-64,0-27 65,0 0 31,26 0 128,-26 0 64,26 0 97,0-27-193,28 27-256,-28-27-32,26 27-32,28 0-160,-1-25-1057,2 25-1089,-2 0-1346,0-27-4612</inkml:trace>
  <inkml:trace contextRef="#ctx0" brushRef="#br0" timeOffset="39312.24">30134 15035 4644,'0'0'1954,"0"0"128,0 0 256,0 26-256,0-26-769,0 0 0,0 0-224,0 0 353,0 0-802,-26-26 385,26 26-480,-28 0 256,1-25-545,27-3-160,-24 3-32,24 25-352,0-27 256,24 0-481,3 1-31,1-1-161,-2-25 64,-26 52 1,0-27-737,-26 27-2403,-2 0-9352</inkml:trace>
  <inkml:trace contextRef="#ctx0" brushRef="#br0" timeOffset="39716.25">29974 14877 5220,'0'0'929,"0"0"961,0 0 1313,0 0-1313,27 0-961,-27 26-32,0 1-417,0 0-384,28-2-96,-28 3 0,24-3 32,3 1-224,-27 2 320,0-28-192,0 26 64,0-26 64,0 0 256,-27 0 385,27 0-224,-24 0-129,-31 0 0,2 0-31,1 0-129,-1-26-224,-26 26-257,-1 26-671,1-26-1507,1 27-4355</inkml:trace>
  <inkml:trace contextRef="#ctx0" brushRef="#br0" timeOffset="42349.42">11234 16202 10025,'-26'-55'801,"0"30"-321,0-2 289,26 1 160,-27-1 96,27 0-160,-27 27-417,27-26 65,-26 26-65,26 0-384,-26 0-96,0 0 0,-1 26 0,-28 28-32,31-1 64,-2-1 0,-2 3 0,1 22 0,27 4 0,27-2-32,1 1-96,-2-27 0,53 26 96,0-52 64,1-1 32,-2 1 160,28-27 32,-26-27-96,-2-26-64,4 0-32,-30 1 32,-26-28-31,1 26 31,-27-24-64,-27 23-32,-27-22 0,3 22 96,-30 3 64,2 25-96,-26 1 0,25-1-96,1 54-32,0-1 0,26 1 32,26 25 32,27 3 0,0-30 0,54 27 32,-2-24 32,28 25-96,-2-53-64,2 27-481,-1-2-1024,0-25-1058,-25 0-6501</inkml:trace>
  <inkml:trace contextRef="#ctx0" brushRef="#br0" timeOffset="43042.46">12028 16546 11755,'-51'0'1857,"51"-27"-704,-28 27-320,28 0-192,0 0-289,0 0-224,28 0-128,-1 0-32,-3 27-128,2 0-160,2-1-161,-1 0-127,0 0 223,-2 1 161,-25 0 192,0-27 32,0 26 0,-25 1-32,25-27 32,0 25-96,-27-25-224,27 27-97,27 1-415,-2-3-1,2 2 128,-1 0 513,1-2 96,-27-25 96,27 28 480,-27-1 193,-27-2 32,-26 3-129,1-28-127,-2 25-193,0-25-256,3 0-577,-4 0-352,3 0-928,52 0-3941</inkml:trace>
  <inkml:trace contextRef="#ctx0" brushRef="#br0" timeOffset="43525.48">12638 16519 7783,'-28'27'993,"28"-27"-289,-26 27 738,26-27-513,0 0-161,0 0 129,26 0 32,2-27 0,-1-26 96,-3 26-160,31-25-289,-29 25-383,1-26-193,-2 25 0,2 3-97,-27-2-351,0 27 32,27 27 288,-27-27 96,0 53-1,0-26 33,0 26-96,26-28 128,-26 29 32,27-28 33,0-26 287,-2 0 481,2 0-129,-1 0 33,-26-26-32,27-1-353,-27 0-288,0 2-384,28-2 96,-28 1-801,0-1-1025,0 27-1153,0 0-641,-28 27-6341</inkml:trace>
  <inkml:trace contextRef="#ctx0" brushRef="#br0" timeOffset="43864.5">12849 16783 8808,'-79'55'4965,"53"-30"-4869,26 2 128,-27-27 705,27 0-161,27 0-575,-1-27-129,1 2-128,-2-3 128,2 1-64,0 27-64,-1-25-32,1 25-1,-27 0 97,0 0 129,0 25-1,27 2-64,-27 1 0,0 24-32,25-52 32,28 27 256,-26-27 481,1 0 64,23 0-161,-23-27-415,-2 0 31,1 2-224,-27-3-64,24 1-320,-24-25-801,0 26-1602,0-1-3202</inkml:trace>
  <inkml:trace contextRef="#ctx0" brushRef="#br0" timeOffset="44247.53">13829 16439 15438,'27'-78'-32,"-27"51"-320,0-26 640,0 26 257,-27 2-33,-1 25-512,1 25-32,3 2 0,-30 26-160,54 0-289,-27-1-480,27 28 129,0-26 447,55 24-63,-29-51 128,25 26 288,30-26 480,-29-27 577,28 0 32,-1-27 320,-26-26 97,-1 26 63,-25-25-640,0-28-256,-27 27-321,-27-26-480,0 26 544,-25 0-256,-28 1-96,28-3-192,-28 28-1153,2 27-1218,23 0-2561</inkml:trace>
  <inkml:trace contextRef="#ctx0" brushRef="#br0" timeOffset="45256.58">17297 16281 11723,'-53'-27'993,"26"2"-417,-1 25-224,1 0-127,-23 0 447,22 25-223,-26 2-321,30 26-64,-4 0-32,2-1 192,26 28 0,0-26-31,26 24-1,26-24-96,2-1 0,24-28-32,30-25 32,-29 0-32,26 0 64,-25-25-32,-1-2 96,2-26 97,-29 0 287,-25 1 161,-27-28-417,0 26 33,-27 2-257,-25-29-96,-2 56-64,-24-27 0,-3 52 32,-24 0 0,26 0-97,-1 25 65,1 2-96,25-2 32,0 30 0,30-29 128,24 26 0,0-25 0,24 0 128,30-27 96,0 26-64,-3-26-31,30 0 31,-2 0-128,1 27-224,-28-27-1026,1 0-1792,-1 0-3909</inkml:trace>
  <inkml:trace contextRef="#ctx0" brushRef="#br0" timeOffset="45720.61">18037 16651 11723,'27'-26'1377,"-1"26"-1185,-26 0 993,0 0-352,0 0-673,-26 0 32,26 26 65,0 1 127,-27 0 96,27-1-63,0 1 31,27-2 129,-1 2-353,0-27-128,27 28-96,2-28-32,-31 0-480,30 0-674,0-28-992,-28 28-672,0-27-3268</inkml:trace>
  <inkml:trace contextRef="#ctx0" brushRef="#br0" timeOffset="45848.62">18302 16705 13869,'-28'26'1217,"2"-26"192,26 27-448,0 25-769,0-24-224,26 24-705,-26-25-1280,28-2-1122,-28 3-8104</inkml:trace>
  <inkml:trace contextRef="#ctx0" brushRef="#br0" timeOffset="46374.65">18964 16519 14253,'-52'27'416,"25"-27"-416,27 0 513,-27 0 512,27 0-128,0 0-481,0-27 193,27 1-1,-27-1 1,27-25-417,-2 25-192,2-26-64,-1 25-192,1-24 128,0 52-193,-27-25 193,25 25-96,-25 25 160,27 2 96,-27 26-128,0-26 128,0 26-32,0-28-160,0 2 480,26 0-32,1-1 353,-27-26-1,27 0-127,-2-26-33,2-1-223,-1 0-225,-26 2-32,27-2-225,1 1-767,-4 26-450,-24-27-1120,27 27-1026,-27 0-6661</inkml:trace>
  <inkml:trace contextRef="#ctx0" brushRef="#br0" timeOffset="46714.67">19017 16838 17264,'-80'25'448,"55"2"-416,25-54 193,0 27-1,0-25-160,25-3-32,2 1 0,-1 2-96,1 25 32,25-27-32,-25 27 32,-1 0-64,1 0 64,-27 27 64,27-2 64,-27-25-160,0 27 96,25 1 32,-25-28 192,27 25 192,-1-25 321,1 0-128,25-25-225,-25-3-320,-1 1-32,2 2-160,-1-2-480,0 1-802,-27 26-992,0-27-1538,0 27-6982</inkml:trace>
  <inkml:trace contextRef="#ctx0" brushRef="#br0" timeOffset="47052.68">20102 16387 16431,'0'-26'0,"0"-1"352,-26 27-63,-1 0-161,-1 0-128,-23 27-32,25 26 32,-2-1-32,1 28-32,27-27-321,0-1-159,55 2 127,-29-28 129,25 26 256,30-52 64,-29 0 128,28 0 449,-28-25 384,28-2-128,-52-26 352,-4 26-288,-24-25-289,-24-1-191,-4 0-161,-25-26-224,1 52-192,-28-26-737,28 25-1089,-28 28-2850</inkml:trace>
  <inkml:trace contextRef="#ctx0" brushRef="#br0" timeOffset="51307.93">23437 9181 2434,'-28'0'1761,"28"-28"129,-24 28 769,24 0-577,-27 0-769,27 0-480,0-27-193,0 27-31,0 0 224,0 0-161,0 0-63,0 27 192,0-27-97,27 28-223,-27-28-129,24 25 33,4-25-65,25 28 192,-1-3-223,2 1 31,24 2-96,2 25-224,26 0 64,0-1-32,1 28 64,-2-28-160,27 28 64,2-1-64,-29 1 32,27 0-64,-27 0-32,-25-1 0,-1-26 224,2 0-64,-29-26-64,2-2 32,-28 2 0,0-27-64,-26 0-321,0 0-31,0 0-160,0 0-353,-26 0-513,0-27-1056,26 27-2467</inkml:trace>
  <inkml:trace contextRef="#ctx0" brushRef="#br0" timeOffset="51719.95">25158 8915 12555,'0'0'385,"0"0"-257,-26 0 480,-1 27 578,0 25 351,-25 28-832,-1-1-449,-28 27 0,-25 1 353,1 25 31,0-27-319,-27 29-193,26-2-32,-2-26 128,30 0-32,-1-26-128,-1-27 32,1-1-96,25 1-32,27 1-256,0-1-320,3-26-1186,24-2-1794,0-25-4836</inkml:trace>
  <inkml:trace contextRef="#ctx0" brushRef="#br0" timeOffset="52431.99">26613 8942 8520,'-53'-27'2434,"1"27"-544,25 0-577,0 0 352,1 0-223,26 27-770,0-2-351,26 2 576,28 0-257,24 26 129,28-1-289,27 28-63,-1-27-225,27 27-64,-27 26-32,28 0 32,25 0-96,-28-1 0,30 2-288,-28-1 96,-1-26-96,-24-28-33,-29 2 97,-26-1 64,-26-28 160,-26-25 0,-27 0-96,26 0 224,-52 0-32,26 0-512,-27-25-513,-26-2-961,27 27-1761,-27-26-6663</inkml:trace>
  <inkml:trace contextRef="#ctx0" brushRef="#br0" timeOffset="52815.02">28333 8889 13004,'55'-27'512,"-55"0"-512,0 27 0,0 0 737,0 0-321,-27 27-159,-28 26 223,3-1 321,-28 55 256,-25-28 0,0 53-288,-55 2-161,1-2 1,27 27 31,-27-27-287,53 1-65,-26-1-64,26-25-64,26-2-64,2 2-32,-1-28-64,52-26-64,1-1-480,26 1-737,0-25-1218,0-28-3106</inkml:trace>
  <inkml:trace contextRef="#ctx0" brushRef="#br1" timeOffset="61690.52">19889 6927 768,'-24'55'0,"24"-55"32,0 25 0,0-25-96,-28 27-160,28-27 32,0 27-159</inkml:trace>
  <inkml:trace contextRef="#ctx0" brushRef="#br1" timeOffset="65563.75">19044 7723 4067,'-27'0'2018,"27"0"-737,0 0 1,0 0-225,0 0-32,0 0-225,0 0-127,0 0 192,0 0 160,0 0-64,0 0-193,0 0-319,0 0-129,0 0-128,0 0-63,0-26-33,0 26 32,27 0 0,-27-27 64,0 27 32,0 0 97,0-27-129,0 27 0,0-25-96,25 25-64,-25-27 32,0-1-64,0 3 0,27-2 0,-27 1 96,0 0-192,26-2 160,-26 2-96,0 26 96,0-26-64,0-2 96,0 3-96,27-2-96,-27 27 64,0-26 64,0-1-32,0 0 0,0 1 0,0 26 0,27-27 0,-27 2-32,0-2 0,0 0 0,0 1-64,0 26 0,25-27 64,-25 0 0,0 2 32,0-2-96,0-1 128,0 3-32,0-2 64,0 2-64,0-30-32,0 29-32,0 0-64,27 0 64,-27 0 32,0 26-33,0-28 33,0 2 64,0 26-96,26-27 161,-26 0-162,0 2 1,0-2 225,0 1-226,0-1 65,27 0-64,-27 1 32,28-1 0,-28 2-32,0-2 64,24 0 0,-24 27 64,0-28-32,0 3-32,0-2 0,27 2-32,-27-2 64,0-1-32,0 3 0,26 25-32,-26-27-64,0 1 192,0 26-192,0-26 96,28-2 128,-28 2-128,0 26-96,27-26 224,-27-2-160,0 3-64,27-2 192,-27 1-128,0 26 64,25-27 0,-25 0-32,0 1 32,0-1 0,27 27-32,-27-25-128,0-2 449,0 0-321,26 1 32,-26-1-64,0 0 32,27 2 128,-27-2-160,0 27-32,27-28 192,-27 3-128,0 25-64,0-28 64,0 3 0,25-2 64,-25-1-32,0 3-64,0-2 32,0 0 0,27-26-64,-27 28 64,0-2 0,0 0 0,0 1 0,26-1 32,-26 0-32,0 2 64,27-2-96,-27 1 32,0-1 0,27-26 32,-27 27-128,0-2 160,25 3-64,-25-28 64,27 26-128,-27 0 64,26 1 96,-26-1-128,27 0 64,-27 2-32,28-3 32,-28 3-64,24-2 32,-24 0 32,27 2-64,-27-3 64,28 28 32,-28-27-64,26 2 96,1-2-128,-27 1 64,24-1-96,4 0 64,-1 1-32,-27-28 96,26 29 0,1-2-32,-2 1 64,2-1-32,-27 0 0,27 1-32,-27-1-64,0 27 32,26-25 0,1-2-64,-27-1 96,25 3-96,2-2 64,-27 0 0,27 2-64,-1-3 128,2-24-32,-28 25-32,24 1 32,3-1-64,-27 0 96,27 27-64,1-26-32,-28 0 32,26 0-32,1-1 0,-3 0 32,4 1-96,-1-1 192,-1 0-96,26 2-32,-25-2 32,0 27 96,-1-26-192,1-1 64,-2-1 0,-25 28-64,27-25 192,0 25-96,27-27-96,-30 2 96,3 25 0,28-28 0,-29 1 0,26 0-96,-25 27-96,0-25 128,-1 25-32,0 0 64,0 0-96,1 0 128,0 0 0,25 0 64,-26 0-64,1 0 0,0-27 64,25 27-32,-26 0-32,1 0 0,1 0 0,25-26-32,-29 26 96,31 0 0,-28 0-64,25 0 32,-26 0-64,1 0 32,26 0 0,-27 26 0,0-26 0,1 27-32,0-27 64,-1 0-128,26 25 0,-25-25 96,1 0 0,-1 0 96,-27 0-128,50 0 64,-22 0 64,-1 0-192,0-25 160,-2 25-128,2 0 32,-1-27 32,1 27-32,0 0-32,25 0 64,-26-26-32,1 26-65,0 0-63,25 0 96,-26 0 0,1-27 64,25 27 0,-25-27 0,1 27 0,-2 0 64,1 0-96,0 0-32,-2-26 64,2 26 0,-1 0 0,1 0 0,25 0 0,-25-26 64,26 26-96,-1-26 64,-25 26-64,26-27 128,-25 27-160,23-27 64,3 27 0,-27-26 192,25 26-64,-25-28-192,26 28 96,-28 0-32,29-26 97,-28 26-162,1 0 162,-2 0-226,29-25 161,-28 25-32,26 0 65,-25 0-130,28-27 65,-2 27-288,-28 0 512,29-26-63,-1 26-290,-1 0 65,1 0 96,-26 0-32,25-28-352,1 28 544,-1 0-160,2 0-64,0 0-160,-30 0 96,31 0 32,-2 0 64,-1 0 0,-25-26 0,26 26 96,-1 0-32,2-26 32,-2 26-32,1 0-32,2-27-32,-5 27 32,5 0-128,-2 0 128,-27 0-128,27 0 64,0 0 0,-1 0-96,2 27-32,-2-27-96,1 0-97,26 26 1,-25-26 160,25 0 96,-26 0 96,1 26 64,24-26-32,-24 0 64,-2 28 96,1-28 32,2 26-32,-3 1-192,28-27-32,-2 25 96,-24 1 0,24-26-31,1 28 31,-26-28-64,2 0 32,-4 0 32,3 0-96,-27 0 0,-3 0-481,4 26-2049,-28-26-8200</inkml:trace>
  <inkml:trace contextRef="#ctx0" brushRef="#br1" timeOffset="71660.09">12136 17474 384,'-27'25'8392,"27"2"-8104,0-27-192,0 0 1025,0 0-32,0 0-544,27 0-417,-2 0-128,28 0 0,1 0 0,24-27 0,28 27 0,-1-25 64,3 25-32,24-28 0,0 1 96,28 27 192,-28-25 65,25 25 63,2-27-63,-27 27-129,28-26-224,-28 26-64,-27 0 32,3 0-224,-57 0-257,4 0 65,-29 0-33,-2 0-447,-24 0-1827,0 0-5477</inkml:trace>
  <inkml:trace contextRef="#ctx0" brushRef="#br1" timeOffset="72323.13">18037 17474 12780,'27'25'0,"25"-25"32,1 0 0,2 0 352,23-25 673,54 25-192,0 0-417,27-28-63,1 28 223,51 0-63,2 0-97,-2 0-224,26 0-128,-50-27 1,23 27-194,-51 0-1664,-27 0-1442,-51-25-7720</inkml:trace>
  <inkml:trace contextRef="#ctx0" brushRef="#br1" timeOffset="79775.56">19069 7485 8071,'-25'26'1442,"25"1"-994,0-27-448,0 0 0,25 0-32,-25 0-160,0 0-193,0 0 1,0 0 480,0 0 1313,0 0-448,0 0-224,0 0-96,0 25 159,0-25-63,0 0-192,0 0-193,0 0 64,0 0-95,0 0-97,0-25 160,0-2 97,0 27-1,0-26 97,0 0 63,0 26-159,0-28-65,0 2-160,0 26-63,0-26 63,0-2-96,27-24-32,-27 26 160,26-1-95,-26-26-65,27 26 0,-27-25 64,27 25-96,-27-26 64,25 26-64,-25-25 96,0 24 1,27 3-65,-27-27 0,0 25 0,26-1-64,-26 2 128,0 0-32,27 0-96,-27-28 97,28 28-193,-28-1 64,24-25-32,3 25 96,-27-26-96,26 26 64,-26 1-64,28-26 64,-28 25-32,0 0 192,0-1-64,27 3-32,-27-2-64,0 2 0,27-30-96,-27 30 96,25-28-64,2 27 0,-27-28 0,26 28 65,-26-27-97,27 26 32,0 1 64,-27-1-64,0 0 96,25 1-96,-25-26 128,27 25-449,-27 0 898,26-26-641,-26 26 96,27-25 32,-27 24-64,27-25 64,-27 28-96,25-30 64,-25 30 96,27-29-160,-1 29 64,1-28 32,-27-1-32,28 1 128,-4 1 1,-24 25-225,27-26 96,-27 0 32,28 27-64,-28-27 96,26 0-32,-26 26 64,27 0-64,-27-26 64,24 26-160,-24 2 32,28-3 64,-28-24-32,27 25 0,-27 2 0,26-3 0,-26-24-32,27 25 0,-27 1 0,25-28 0,2 28 64,-27 0-64,27-27-64,-1 26 192,1 1-160,-27-28 0,25 28 128,2-1-160,-27 2 64,27-2 64,-1-1-64,-26 3-32,28-2 0,-4 0-32,3 2 64,0-3 32,27 1 32,-27 2-64,25-2-32,-25 1 0,-1-28 64,1 28-64,25 0 32,-25 0-32,-1-1 64,26 0-32,-25 1 0,26-1 32,-25 0 0,23 2-32,4 25 64,-29-27-64,-2 1 65,31-1-65,-28 27 32,-1-28-64,26 3 32,2-2 128,-2 27-192,1-25 32,0-3 0,-1 1 64,3 0-64,-28 27 32,23-25-33,5 25 1,-2-27 97,-1 27-162,2-26 97,-2 26-64,-26 0 64,28-27 0,-2 27 0,1-27 64,2 27-128,-31 0 32,30-26-96,0 26 32,-2 0 0,1 0-64,-1-26 224,1 26-224,1 0 160,-2 0 64,1-26-96,-25 26 32,23 0 0,-23-27 0,25 27-32,-1 0 64,28-27 0,-28 27-320,1 0 480,1-26-160,-2 26-64,-26 0 32,29-28 0,-4 28 0,3 0 32,-3 0-96,4 0 96,-2-26-128,-1 26 128,1 0-32,-1 0-32,2-25 32,0 25-64,-3 0 0,4 0-193,-2 0 449,-1-27-224,1 27 0,-1 0 0,2 0 32,24 0 0,-24 0 0,0-26 96,-3 26-160,4 0 32,23 0 32,-24 0-32,-2 0 96,1 0-128,26 0 64,-26 0 0,26 0-32,-26 0 32,28 0-96,-29 26 32,28-26 128,-1 0-160,0 0 96,-26 0 0,52 0-96,-23 0 96,-4 27 96,28-27-224,-26 0 160,25 0-32,-26 0 0,29 0 32,-56 25-64,1-25 0,-1 0-224,1 0-225,-26 26-63,0-26-481,-2 0-865,-25 28-2338,0-28-7303</inkml:trace>
  <inkml:trace contextRef="#ctx0" brushRef="#br1" timeOffset="111942.4">19044 15115 6342,'-27'0'736,"27"0"-768,0 0 769,0 0 288,27 0-256,-27 0-353,0 0-288,0 0-96,0 0-128,0 0 288,25 0-128,-25 0 193,0 0 127,0 0 64,0 0 161,0 0-225,0 0-192,0 0 417,0 0-64,0 0-161,0 0-32,27 0-31,-27 0-65,26 0-64,1 0-32,25-26-64,1 26 0,2 0-32,22 0 0,30 0-64,0-28 32,-2 28 0,27-26 65,28 26 127,24-25 32,-25 25-32,54-28 64,-29 3 97,1 25-97,-1 0-128,3 0 32,-2 0-63,-1 0-65,3 0-32,-28 0 160,1 0-128,-55 0 0,-26 0-96,1 0-256,-55 0-289,-25 0-384,0 0-480,0 0-417,-52 0-320,25 0-673,-26 0-5411</inkml:trace>
  <inkml:trace contextRef="#ctx0" brushRef="#br1" timeOffset="113048.46">24892 14771 2274,'-52'0'1089,"52"0"-192,-27 0-97,27 0 353,0 0-64,0 0-512,0 0-353,0 0 96,0 0 641,0 0 64,0 0-128,0 0 32,0 0 64,0 0-128,0 0-193,0 0-31,27 0-160,-27 0-129,26 0-32,0-26-128,0 26-64,29 0-31,-2 0-65,-1 0 32,28 0-32,26 0-32,-28 0 0,54 0 64,-26 26-64,27-26 0,26 0 0,-1 0 0,2 0 0,-1 0 0,25 0 64,-25 0-32,27 0 64,-2 27 64,2-27 160,0 0-127,-2 0-65,2 0-96,0 0 0,-2 0 64,3 25 64,-2-25-64,-1 0-96,-25 0 64,-26-25 0,-1 25 64,-53-27-192,-52 27 96,-1 0-736,-52-26-2019,-26 26-5925</inkml:trace>
</inkml:ink>
</file>

<file path=ppt/ink/ink57.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2:55:43.114"/>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brush xml:id="br2">
      <inkml:brushProperty name="width" value="0.05292" units="cm"/>
      <inkml:brushProperty name="height" value="0.05292" units="cm"/>
      <inkml:brushProperty name="color" value="#FF0000"/>
    </inkml:brush>
  </inkml:definitions>
  <inkml:trace contextRef="#ctx0" brushRef="#br0">23343 5476 11787,'0'-25'640,"26"-30"-159,-26 30 896,0-2-32,-26 1 1,26 0-225,-24-2-449,24 28-319,-28-25-321,1-2-32,-26 27-96,1 0-65,-2 0 1,2 0 32,-28 27 64,28 26 64,-29-27-160,30 27 128,23 0 0,-25-1 32,53 30 0,0-30-32,27 1 128,27 0-256,25-1-32,-2-25 31,5 0-95,23-1 320,-26-26-64,29 0 64,-31-26-128,-22-1 0,23 0-96,-51-25 32,0 26-32,-27-28 544,0-24-384,-27 24-32,-26-26-32,1 27 64,-30 0 256,4 27 65,-2-2 63,-26 56-192,54-2-224,-1 0 0,-2 26-32,31-24-96,24 24-128,24-24-33,-24-2 129,55 28 128,-2-54 96,-1 26-64,2-26-96,-2 0-256,1 0-738,26-26-607,-53 26-930,29 0-3587</inkml:trace>
  <inkml:trace contextRef="#ctx0" brushRef="#br0" timeOffset="439.02">23820 5636 14061,'-53'0'1185,"53"0"-1057,0 0 1025,0 0 64,0 0-608,53 0-193,2 0-416,-5 0-32,5 27 0,-28-27-96,-3 27-160,-24-27-97,28 26 33,-28 1 288,-28-27-96,28 25 128,-24 2 0,24-27 64,0 27-64,0-27-64,0 26-193,24-26 33,4 27 128,-28 0 96,26-27 32,-26 0 64,27 26 96,-27-26 257,-27 0 31,1 26-288,-2-26-128,4 0-192,-31 0-352,28 28-609,1-28-1089,2 0-1058,-4 0-5956</inkml:trace>
  <inkml:trace contextRef="#ctx0" brushRef="#br0" timeOffset="851.04">24720 5822 15054,'53'0'704,"-53"0"-704,0 0 417,0 26 384,0 1 95,-26 26-607,-1-27-225,2 27-577,-29-26-320,28 1-992,-2-28-2115</inkml:trace>
  <inkml:trace contextRef="#ctx0" brushRef="#br0" timeOffset="1334.07">25621 5292 15438,'0'-53'-1601,"-28"53"704,2-27 224,-1 27 385,-25 0 448,-1 0-160,26 27-96,-25-2-32,25 55 128,1-28 192,26 3-32,0 24 0,0-25 129,26 25-65,26-52-32,2 26 128,24-53 33,2 25-33,-1-25 288,2-25 97,-2 25 64,1-27-289,-28-26 353,-25 26-320,-1 1-225,-26-26-160,0-30-256,-53 30-481,1-1-352,-1 0 641,-26 27 96,-29-2 160,29 28 256,26 0-128,-26 28 32,26-2 0,26 0 0,27 1-96,0-2 64,27 3-96,0 24-320,26-52-801,26 28-1121,-25-2-3716</inkml:trace>
  <inkml:trace contextRef="#ctx0" brushRef="#br0" timeOffset="1579.09">26069 5558 6309,'54'0'8841,"-28"26"-8937,-26-26-193,28 26 161,-28-26 417,0 26 255,0 1-384,0 0-64,0-1 0,24 1 33,3-2 159,1-25-224,-1 0 96,23 0-64,5 0-96,-28 0-480,25 0-737,-26-25-705,-26 25-2402</inkml:trace>
  <inkml:trace contextRef="#ctx0" brushRef="#br0" timeOffset="1755.1">26415 5610 12587,'-27'53'897,"27"0"801,-27-26 320,27-2-481,0 29-1024,0-28-385,0 1-192,27 0-961,-27 25-1890,0-24-5893</inkml:trace>
  <inkml:trace contextRef="#ctx0" brushRef="#br0" timeOffset="2250.12">25540 5504 12139,'0'26'320,"27"-26"353,-1 0 1057,2 0-481,23 28 160,30-28-608,-29 0-641,28 26-160,-28-26-545,2 0-1665,-28 26-2882</inkml:trace>
  <inkml:trace contextRef="#ctx0" brushRef="#br0" timeOffset="2999.17">23132 6326 9961,'-53'0'1249,"53"0"-416,0 0-417,0 0-63,0 0 319,26 26 129,28-26-128,24 0-289,28 27-96,28-27 1,50 0-1,2 0 96,52 0 97,0 0-1,26 0 225,54 0-65,-26-27-191,24 27-97,-49 0-160,-30 0-128,-77-26-64,-28 26-32,-53 0-288,-52 0-641,-1 0-961,-26 0-1153,-53 26-608</inkml:trace>
  <inkml:trace contextRef="#ctx0" brushRef="#br0" timeOffset="3475.19">24323 7120 10505,'0'0'2146,"0"0"-1793,0-26-161,26 26-128,28-54 192,-29 28 417,28 0-97,2 0-576,-28-2 65,-3 2 63,-24 26-64,0 0-224,0 0-33,0 26 257,28 2 33,-28-2-33,0 26-64,26-25-32,1 0 64,0-27 32,-2 26 128,2-26 160,-1-26 353,1 26-33,25-27-191,-25 0-33,-1 1-352,-26 0-160,27 0-512,-27 26-1090,0 0-1633,0 0-3075</inkml:trace>
  <inkml:trace contextRef="#ctx0" brushRef="#br0" timeOffset="3830.21">24509 7411 14669,'-28'0'673,"2"0"-769,26 0 480,0 0 97,0 0 159,26-25-383,2 25-257,26-28-129,-30 2-31,30 26 96,-27-26 32,0 26 0,-2-27 64,-25 27 32,0 0 128,27 0 1,-27 0-1,26 27-96,-26-27 0,27 26-32,0 0-128,-2-26 128,-25 28-64,27-28-64,-1 0 160,1 0-128,0 0 64,-27-28-416,25 28-801,2-26-737,-27 0-961,26-1-6886</inkml:trace>
  <inkml:trace contextRef="#ctx0" brushRef="#br0" timeOffset="4132.22">25593 7094 13100,'0'-27'224,"0"27"-448,-26 0 512,-1 27-160,0-1 321,2 1-33,25 25-352,0 1 0,0 1 64,25-28-96,2 28-32,26-29-32,2 2 96,-3 1 65,1-28 95,-1 0 256,28-28 449,-28 1 160,2-26 32,-54 27-736,0-27-257,-27-27-128,-52 28-225,-1-1-223,-25-1-64,-2 54-1506,2 0-3780</inkml:trace>
  <inkml:trace contextRef="#ctx0" brushRef="#br0" timeOffset="17766">23132 6404 256,'-27'0'-192,"27"0"129,-26 0 382,0 0 930,26 0 641,0 0-513,-26 0-704,26 0-289,0 0 65,-27 0 511,27 0 194,0 0 159,-27 0-64,27 0 32,-28 0-192,28 0-288,-24 0-225,-2 0-223,26 0-65,0 27-224,0-27-32,0 0 0,0 0 128,26 0-32,26 0-160,2 0-160,-2 0 32,28 0 128,-2 0 0,4-27 32,23 27-32,0 0-64,-25 0-128,52 0-33,-26 0 33,27 0 128,-1 0 128,27 0-64,-27-25 96,1 25-32,-28 0-32,1-27 0,-1 27 0,2 0 0,-1 0 0,0 0 0,-1 27 0,0-2-32,-25-25 64,26 27-32,-25-27-256,24 0-321,-26 27 385,1-27-192,25 0 0,-26 0 95,26-27 257,-23 27 128,-4 0 225,2-27 63,-28 27-352,2 0-96,-54 0 96,26 0-64,-26 0-96,0 0-128,0 0-129,-26 0 97,-28 0 224,28 0 32,0-25-32,-27 25-321,-2 0-159,5 0-321,-32 0-32,4 0-800,-28 0-1666</inkml:trace>
  <inkml:trace contextRef="#ctx0" brushRef="#br0" timeOffset="18229.04">25224 6326 7911,'-345'0'1698,"161"0"-1058,25 0-480,-1 0-224,28 26 64,-27 1 64,26-27-64,-26 25-128,27 2 160,0 0 128,-1-1 641,28-26 0,25 27-192,1-27-1,0 27-288,53-27-191,-28 0-65,26 0 0,4 0-32,24-27 32,-26 27 0,26 0 0,0 0 96,0 0 32,0 0-96,0 0 32,26 0-32,26-27-31,-25 27-97,0 0-97,25-26 1,-26 26 128,28 0-32,-2 0 0,1 0 0,26 0 32,2 0 0,24 0 0,27 0-64,0-27 64,55 27 32,-3-27 256,28 27 225,-1-25 160,29 25-257,-2 0-192,-27 25-64,-26-25-96,2 27-128,-30-27-320,-50 0 128,25 27-1,-53-27-63,-1 0-128,-23 0-193,-28 0-160,-27 0-480,0-27-2050</inkml:trace>
  <inkml:trace contextRef="#ctx0" brushRef="#br0" timeOffset="19194.09">23027 6458 5669,'-27'0'3395,"0"0"-3235,27 0-192,0 0 513,0 0 480,27 0-449,0 0-288,-1-27-160,0 27-64,0 0 128,28 0 321,-28 0-33,26 0-127,30 0-97,-5 0-96,30-27-64,-1 27 32,52-25-64,-26 25 32,54 0 32,-27-27 352,25 27 65,29 0-193,-2 0-160,29 0 128,-29 0 33,-26 0 191,27 27-192,-27-27-159,-26 0-97,-26 25 32,-27-25-160,-28 0-257,-24-25-383,-2 25-546,-26 0-191,-26-27-1666</inkml:trace>
  <inkml:trace contextRef="#ctx0" brushRef="#br0" timeOffset="66598.8">21148 5716 14958,'-27'0'864,"-1"0"65,28 0-64,0 0-128,0 0 256,28 0-481,-1 0-159,0 0-193,25 0 32,28 0 0,-28 0-32,1 0-32,-1 0 97,28 0-1,-28 0 96,1 0-192,2-26-32,-4 26-64,3 0 32,-27-27-128,-2 27 32,2 0-32,-27 0-192,27 0-128,-27 0 31,0 0-31,0 0 32,0 0-289,-27-27-384,27 27-288,0 0-961,-27-26-961,27 26-6054</inkml:trace>
  <inkml:trace contextRef="#ctx0" brushRef="#br0" timeOffset="66879.82">21728 5476 9128,'-24'0'1986,"24"0"-801,0 0 417,0 0-545,0 0-96,24 0-97,3 0-287,1 0-385,25 28-96,-1-28 64,1 26-32,26-26-31,1 0-1,-28 28-64,29-28 32,-30 0-160,-23 26 0,-1-26-1,-27 0 1,0 26 160,-27 0 129,-1 1 191,1 0 321,3-1-193,-30 1-31,27-2-610,0 2 33,2 26-608,-2-26-1442,1 26-2467</inkml:trace>
  <inkml:trace contextRef="#ctx0" brushRef="#br0" timeOffset="116769.67">22603 5000 3235,'-27'-26'1473,"27"26"-32,0-27-31,0 27 319,27 0-415,-27 0-482,0-25-319,0 25-65,0 0 1,0 0 63,0 0-192,26 25 161,-26 2 31,0-1-31,27 28 31,-27 24-127,25 2-161,-25 26 0,27 0-32,-27 28 129,0-2-33,27 26-64,-27-24-352,0-29 96,26 28-384,-26-27-417,0-28 32,28-24-288,-28-1-320,-28-26-193,28-27-2402</inkml:trace>
  <inkml:trace contextRef="#ctx0" brushRef="#br0" timeOffset="117692.73">22629 4922 2594,'-26'0'2274,"-1"0"-192,27 0-673,0 0-352,-27 0 161,27 0-418,27 0-159,0 25-193,-1-25-31,26 27-65,2-27-64,24 0-63,30 0 63,24 0-96,0-27-96,26 2-96,2 25 0,25-28 0,2 28-96,23-26 96,28 26 32,-25 0-32,-2-28 0,26 28 0,3 0 64,-29 0-64,2 0 0,-29 0-96,-25 0-1185,-1 0 32,-51 0 736,-2 0 225,-25 0-64,-1 0 31,-26 0-287,26 0-1,-24 0 481,-29 0 128,25 0 96,-23 0 128,-1 0-128,-27 0-32,0 0 225,26 28 191,-26-28-95,26 0-129,-26 26 160,26-26-64,1 28-95,-27-28-225,27 25 32,-27 2-64,26 26 192,-26-26 288,0 25 97,0 1-161,0 27 33,-26-1-129,26 27 32,-27-26-95,0 26-97,27 0 32,-26-27 64,26 1-256,-26-1 32,26 1 96,0 0-64,26 0 1,-26-28-33,26 28 0,-26-54-32,0 26 0,0-25 0,0-27-96,0 0-1,0 0 194,0 0 95,0 0-256,-26 0 224,26-27 128,-26 27 160,0 0-31,-29 27-257,4-27-128,-30 0 32,-24 27-64,-27-27-352,-27 26-2499,-1 1-10922</inkml:trace>
  <inkml:trace contextRef="#ctx0" brushRef="#br1" timeOffset="156696.96">22840 7703 6886,'-27'80'1185,"3"-55"-64,24 2-256,-28 0 288,28-27 321,0 26 63,0-26-352,0 0-160,28 0-32,-4-26-192,31-1-225,-2-52-319,-1 26-161,2-26 32,-2-27 0,1 26 0,0 0-96,-1 1 32,2-1-224,-26 28 32,-4 25-160,2-26-481,-26 26-384,27 27-897,-27-26-801,-27 26-4003</inkml:trace>
  <inkml:trace contextRef="#ctx0" brushRef="#br1" timeOffset="156962.97">22973 7040 12651,'-28'-26'577,"56"26"-353,-1-26-128,0 0 129,25-2 255,1-24 65,0 26-289,26 0-160,-24-2-96,-5 1 0,-23 27 32,-27 0 0,28 0 96,-28 27 224,0 1 193,0 24-1,0 0-159,27-24-225,-27 24-96,26 1-64,-26-26-192,26 26-801,-26-28-1602,26 29-5060</inkml:trace>
  <inkml:trace contextRef="#ctx0" brushRef="#br1" timeOffset="159542.12">22761 13584 11210,'-26'0'1826,"26"0"320,0 0 576,0 0-768,0 0-672,0 0-546,26 0 161,26-25-192,3 25-129,-2 0-223,-1 0-129,2-27-64,-2 27-64,1 0-32,0 0-64,-1 0-32,-25 0-32,0 0-256,1 0 63,-28-26-223,0 26-64,0-27-193,0 27-640,0 0-802,-28 0-1056,1-27-2658</inkml:trace>
  <inkml:trace contextRef="#ctx0" brushRef="#br1" timeOffset="159816.14">23027 13242 9577,'0'-28'1441,"0"1"-256,0 27 993,0 0-288,0 27-449,0 1-127,0 24-193,0 0-128,0 2-417,0 25-224,0-26-127,26 26-65,-26-26-96,26 1-64,-26-2-32,26-24-321,-26-3-127,27 2-225,-27-27-352,0 0-640,0 0-1538,-27 0-6759</inkml:trace>
  <inkml:trace contextRef="#ctx0" brushRef="#br1" timeOffset="160609.18">24695 13267 12043,'0'-25'1633,"0"25"-1536,0 0 992,0 25 32,-27 2-225,0-1-63,1 28-128,-2-2-257,-23 1-223,24 0-65,-27-1-160,27 2 32,27-28-64,-25 28 64,-2-28 0,27-26-417,0 26-447,0-26-546,0 0-383,0 0-257,0-26-961,0 26-2082</inkml:trace>
  <inkml:trace contextRef="#ctx0" brushRef="#br1" timeOffset="160962.2">24428 12816 10473,'-25'-106'1986,"-2"54"-672,27 0 319,-27 24 129,27 1-97,0 27-608,0-25-288,27 25-385,-27 0-127,27 25 31,-2 2-128,2 53 96,27-28-31,-27 54-65,0-26 64,25 26 0,-26 0 64,28 28 161,-2-30-225,-26-24-64,28 26-64,-2-27 32,1-26-96,-1 1 0,-25-28-96,-1 0-160,2 2-352,-1-3-481,-27-25-609,0 0-1057,0-25-2113</inkml:trace>
  <inkml:trace contextRef="#ctx0" brushRef="#br1" timeOffset="162657.29">27023 12551 13388,'26'-25'1153,"1"25"-160,-27-27 1313,-27 27-1185,1 0-928,0 0-193,-54 0 32,2 0-64,-28 27 64,-2-2 32,-24 2 64,0 1 0,27-28 96,26 25-96,-2 2 97,29-1-129,25-26-96,1 26 0,52-26 128,1 28-128,52-2 160,-1 0-64,30 0-128,-2-26 32,-1 27 0,-26 0 0,1-1 32,-26-26-384,-30 27-129,-24-2 257,-50 3 96,-5 24-64,-50-25 128,-1 26 128,-2 1-96,3-29 352,26 30 32,26-30 225,26 2-257,27-1-128,0 0 65,54-26-129,24 28 160,4-28-256,50 26 32,-27-26 0,0 0-64,-23 0 32,-5 0-448,-22 26-705,-29-26-641,-26 0-1954,0 0-7782</inkml:trace>
  <inkml:trace contextRef="#ctx0" brushRef="#br1" timeOffset="163163.31">26017 14088 1729,'0'0'9353,"27"0"-8584,-27 0 768,0 27 577,0-27-384,25 27-673,-25-1-513,27 0-319,-27 27-65,0-26-32,27 26-192,-27-28 32,0 3-128,0-2-545,0-26-929,0 0-992,0 0-1154</inkml:trace>
  <inkml:trace contextRef="#ctx0" brushRef="#br1" timeOffset="163343.34">26044 13903 17552,'0'-25'1281,"0"25"-1024,0-28 191,0 28 289,25-27-193,2 27-512,0-25-352,-1 25-577,-26 0-704,28 0-1987,-4 0-6886</inkml:trace>
  <inkml:trace contextRef="#ctx0" brushRef="#br1" timeOffset="163638.34">26361 14062 17680,'-28'0'1217,"28"0"-1249,28 0 609,-1 0 192,0 0-449,25-26-320,28 26-224,-54 0-641,26 0-737,-25 0-1473,0 26-3907</inkml:trace>
  <inkml:trace contextRef="#ctx0" brushRef="#br1" timeOffset="163775.34">26415 14168 12587,'-27'0'353,"27"26"-321,0-26 1537,27 0 1,25 0-609,1 0-705,0 0-288,26 0-641,-24 0-1857,-5 0-7015</inkml:trace>
  <inkml:trace contextRef="#ctx0" brushRef="#br1" timeOffset="163962.37">27076 14010 18385,'0'26'544,"0"-26"-415,0 26 1792,0 0-671,0 1-962,0 26-320,27-27-353,-27 27-159,26-26-897,-26-27-1218,0 26-2242</inkml:trace>
  <inkml:trace contextRef="#ctx0" brushRef="#br1" timeOffset="164518.4">26283 11863 7751,'0'27'3171,"-27"-27"-2723,27 0 1154,0 26 416,0-26-609,0 26-320,0 2-480,0-3-417,0 2 0,27-1 96,-27 1 1,0-27-33,26 27 0,-2-27 32,-24 0-31,28 0-1,-1-27 64,-27 0 32,27-26-31,-1 28-65,0-3-128,0 2 96,-26 26 129,27-26-193,-27 26 64,0 26-64,0-26-192,27 26 160,-27 27-544,0-26-65,26-1-1120,0 1-2275,-26 0-6662</inkml:trace>
  <inkml:trace contextRef="#ctx0" brushRef="#br1" timeOffset="165167.44">28161 13055 13004,'54'-79'1089,"-54"26"-96,25 0 833,-25 26-225,0-26-224,0 27-800,0 0-641,-25 26-64,-29 0-32,1 26-33,1 0 65,-1 27-32,1 27-32,-2-1 192,26 27 0,2-27-32,52 1 64,2-1-96,26-25 128,24-28-64,1 0 96,28-26 64,-29 0 32,1-26 97,2-26 31,-30-2 0,-24-24-96,1 23 65,-56-24-161,1-1-128,-24 0-224,-3 28 31,-25-1 129,-1 26 128,1 27 161,1 0-193,-2 27 64,52 0 32,4-1-64,48 26 160,30 2-96,0-28 0,51 28-160,-26-28-160,26 0-512,3 2-610,-29-28-1344,-26 25-2723</inkml:trace>
  <inkml:trace contextRef="#ctx0" brushRef="#br1" timeOffset="165419.46">28823 13294 13741,'53'106'1089,"-25"-54"-64,-28 28 1601,24-1-928,-24 1-962,-24-1-544,24 1-63,0-27 31,-28 0 128,1-26-32,27 0-32,-26-1 1,-1-26-193,0 0-321,2-26-95,-2-28-481,1 1-768,-1 0-1538,-25-53-2915</inkml:trace>
  <inkml:trace contextRef="#ctx0" brushRef="#br1" timeOffset="165542.46">28637 13108 6470,'54'-26'9865,"-28"26"-9545,1 0 385,-27 0 384,25 0-961,2 0-576,-27 26-2147,27-26-2946</inkml:trace>
  <inkml:trace contextRef="#ctx0" brushRef="#br1" timeOffset="165940.49">28876 12207 16495,'0'-27'1025,"0"1"-833,28 26 417,-4 0 512,29 0-32,2 0-769,-3 0-320,1 26-64,-26 1 0,-2 0 64,-25-1-128,0 26 64,-25-24 64,-28-2 0,26-26 128,-1 26 0,28-26 128,0 0 33,28 0-161,-1 0 0,26 0-128,-1 0-320,1 0-833,-26 27-1698,-2-27-4676</inkml:trace>
  <inkml:trace contextRef="#ctx0" brushRef="#br1" timeOffset="166889.54">29881 11571 10409,'-26'-27'673,"0"1"288,26-1 0,0 27 576,-26-25 129,26 25-449,0-27-640,0 27-257,0 0 96,0 0 1,0 0 223,26 0-287,0 27 223,0-27-224,54 0 1,-28 0-97,30 25 32,-5-25-128,-22 0-63,23 0-1,-51 0-64,26 0-64,-53 0 32,26 0 0,-26 27-64,0-27 64,0 26-32,0-26-65,0 27 97,0 26 0,0-27 0,0 28 32,-26-2-32,26 0 33,0 30-1,0-2-32,-26-2 0,26 2-97,0 26 97,-27 0 0,27 0 0,0-1 32,-27 28 33,1-1-33,26 0 32,-26 2 32,26 26 32,0-2 96,0-26 0,0 27 65,0 0-97,26 1 32,-26-2-128,0 1-128,26-27 96,1 1-96,-27-1 32,27 0-32,-1-25 96,-26-3 128,26-23 0,-26-27-31,0-2 127,0 1-96,0-26-32,0-1 0,-26-26 0,0 0-63,-1 0-97,-26-26 0,1 26-32,-3-27-33,-22 0-159,22 27-416,-24-26 95,-1-1-480,-25 2-929,-27-2-2210,-28 0-7655</inkml:trace>
  <inkml:trace contextRef="#ctx0" brushRef="#br1" timeOffset="168116.61">8837 11730 6790,'28'0'1409,"-28"0"-448,27-26 577,-27 26 127,0 0 353,0 0-609,-27 0-672,27 26-288,-28-26-33,-22 0-192,22 26-256,-50-26 0,24 27 0,0-27 0,-24 25 0,-1-25 32,26 28 0,-2-28 0,4 0 0,25 0 0,-2 27-64,1-27 0,27 27-64,0-27 64,27 26 32,-27-26 64,28 26 0,-2 2 0,-26-3 96,27 2-64,-27 26 0,0 26 0,0-26-32,0 52-64,0 2 32,0 52 0,-27-27 0,1 28 0,-2-2 32,1 28 0,3-26 0,24 25 449,-27-26 480,27 1-225,0-2 1,0-26-225,0 27-319,0-27-193,0-25-64,0 25-65,0-26-63,27 0 0,-27 0 96,0-27 0,0 28 64,0-29 64,-27-24 32,27 24-64,0-24 0,-28-28 0,28 26 32,0-52-192,0 27 576,0-27-192,28 0 65,-28 28-225,27-28 224,-3 25-224,3-25-32,1 27-32,25 0-64,-1-27 0,1 0-288,-1 25-449,2-25-737,-1-25-2561,-1 25-10059</inkml:trace>
  <inkml:trace contextRef="#ctx0" brushRef="#br1" timeOffset="170161.73">24007 14778 2210,'0'0'4932,"-27"-27"-2658,27 27-448,-28 27-320,28-27-481,0 0-353,-27 26 1,27 0 160,0 0 160,0 1-289,0 0-95,0-1-129,0 1-63,0-2 127,27 3-224,-27-2-63,28-1-129,-1 3 192,-3-1-512,30-1 704,0-26-512,-2 0 161,28 27-129,-2-27 96,1 0-160,29 0 32,24 0-32,0 0 96,27 0-64,25 0 32,2 0-64,-2 0 0,-25 0-96,28 27 31,-29-27-31,2 0 96,-4 0-224,4-27 160,-1 27 64,1 0-128,-28 0 128,0-27-321,0 27-127,0 0 160,1 27-129,-1-27-31,0 0 480,-26 0 0,54 0 160,-28 0 32,26 0 225,-26 0 159,2-27-288,-29 27-224,-25 0-64,-28 0 0,1 0-96,-26 0 64,25 0-96,-25 0 64,-27 0 32,26 0 32,-26 0 32,0 0 0,0 0 0,0 0 32,0 0-64,0 0 32,0 27-32,28-27 0,-1 0-32,-27 0 64,0 27 0,0-27 0,24 0 32,-24 0 129,0 0 31,0 0-32,0 0 0,0 0-96,0 0 0,0 0 0,0 0-32,0 0 65,0 0-33,0-27 96,0 27-32,0 0 192,0 0-127,-24 0-65,24 0 0,0-27 0,0 27-96,0 0 64,0 0-64,0-26-64,0 26-32,0 0 64,0 0-64,0 0-32,0 0 32,0 0 32,0 0-32,0 0 0,0 0 32,0 0 0,0 0-32,0 0 32,0 0 32,0 0-32,0 0 0,0 0 0,0 0-32,0 0 64,0 0 192,0 0-128,0 0-64,0-27 0,0 27-32,0-28-96,0-23 353,0 23-289,0-24 96,0 26-449,0-28 97,0 28-769,-27 26-1826,-1-26-3363</inkml:trace>
  <inkml:trace contextRef="#ctx0" brushRef="#br1" timeOffset="176984.12">13419 16075 11242,'0'-53'961,"0"26"-64,-27 2-289,27 25-415,-27-27-193,-1 27-32,-22 0 0,23 27 32,-28-2 0,29 28 32,-26-26 0,-2 26 128,28 27 32,-26-1 32,25-26-160,27 27-64,0-1 32,27 1 32,-1-28-32,26 1 97,28-26 223,-1-27 385,26 0-129,2-27-191,-27 1-257,25-26-32,-51-2-64,-2 1 32,1 0 0,-53-26 0,0 24-64,-27 3 128,1 0 161,-26-2-97,-28 2-128,-26 25-64,28 0-32,-30 27-32,29 0 0,0 27-32,26 0 96,26 25-32,1-26 192,26 29-96,26-3 32,28 1 32,-2-26-160,1 0 161,2-1-193,23-26-33,-24 0-703,24 0-738,-24 0-992,-28 0-2211</inkml:trace>
  <inkml:trace contextRef="#ctx0" brushRef="#br1" timeOffset="177287.14">14000 16579 14926,'27'0'448,"-27"0"0,26 27 802,-26-2-482,0 28-704,0-26-128,0 26-448,0-27-609,0 28-1378,0-28-3650</inkml:trace>
  <inkml:trace contextRef="#ctx0" brushRef="#br1" timeOffset="177828.17">14795 16658 3363,'-27'0'9641,"27"0"-8969,-27 26-63,27-26 64,-26 27-385,-1 0-192,2-1-96,25 0-320,-27 28-225,0-28-416,27 0-1185,-26 1-3555</inkml:trace>
  <inkml:trace contextRef="#ctx0" brushRef="#br1" timeOffset="178260.19">15376 16180 14862,'53'-105'576,"-79"78"-416,26 27-96,-54 0 0,29 27 32,-28 0-31,-1 25-97,29 29 96,-28-4 64,26 5-64,0 23-64,27-25-32,27-1-96,0-26-1,26 0 65,-1-27 32,28-26 64,-1 0-64,26-26 64,-24 0 32,-29-28 33,2 1 31,-1 28-64,-53-29-32,0 1-32,-27-26 64,-26 53 224,-2-28 353,-23 26-225,0 3-160,-3 25-224,29 25-64,-28 3 96,53-1 0,2 0 161,25-1-193,0 0 96,25 0-128,29 1 0,24-27-513,2 27-1152,-28-1-2307</inkml:trace>
  <inkml:trace contextRef="#ctx0" brushRef="#br1" timeOffset="178521.21">15932 16552 16751,'0'27'64,"27"-27"0,-1 27 289,-26-27-225,28 0-128,-4 0-32,-24 25-192,27 2 192,-27-1 32,0 28 64,-27-28-32,27 0 32,0 0-32,0 2 64,0-2-32,27-26-32,-27 0-128,28 0-513,25 0-896,-29-26-801,31 26-3235</inkml:trace>
  <inkml:trace contextRef="#ctx0" brushRef="#br1" timeOffset="178701.22">16543 16738 16751,'0'26'769,"24"-26"-673,-24 26 673,0 0 416,-24 2-1025,-4-2-768,1 0-1058,0 1-1825,1-2-7015</inkml:trace>
  <inkml:trace contextRef="#ctx0" brushRef="#br1" timeOffset="179349.25">17388 16154 3363,'0'-79'7271,"0"26"-5830,-25 26 96,-2-25-832,0 52-481,-27 0-32,3 27-127,-4 25-1,29 1-64,-26 26 0,25 2 0,0 24 0,27-25-32,27-1 64,0-26-64,25 1 64,1-29 128,2-25 352,23 27 97,1-54-161,1 2 33,-1-2-1,-26-26 65,-1-1-225,-25 2-96,-27-1-224,0-27 0,-27 28-224,-25-3-160,-28 3 63,28-1 225,-53 26 32,51 27 32,-24 0 128,23 0-96,2 27 96,29 26 128,-4-27 65,56 28-97,-4-27-32,29-2-128,2 2 64,23-27-64,28 0-384,-26 0-929,-28 0-1890,28 0-7015</inkml:trace>
  <inkml:trace contextRef="#ctx0" brushRef="#br1" timeOffset="179703.27">17839 16367 15406,'53'27'224,"-26"-27"-160,-2 0 353,2-27 159,26 27-223,-26 0-353,-2 27-385,2-27-159,-27 52-33,26-26-31,-26 1 255,0 0 321,0-1 160,0 1 289,-26 0 384,26-27-33,0 25-479,0-25-257,26 27-32,-26-27 32,27 26-64,-27-26-129,27 27 129,-2-27-32,-25 27 96,0-27 96,-25 26 1,-2-26 255,0 26-224,1-26-256,-26 26-416,25-26-1058,0 28-1024,1-28-4677</inkml:trace>
  <inkml:trace contextRef="#ctx0" brushRef="#br1" timeOffset="179848.28">18395 16711 15118,'53'0'2402,"-53"27"-1857,0-27 928,0 0-736,-27 0-929,1 26-1410,-2-26-2690,1 26-8136</inkml:trace>
  <inkml:trace contextRef="#ctx0" brushRef="#br1" timeOffset="180252.3">19188 16579 18097,'-27'27'192,"27"-2"-993,-25-25-288,25 0-448,-27 27 159,27-27 1,0 26-673,0-26 1281,0 27 545,0-27-1025,0 27-6342</inkml:trace>
  <inkml:trace contextRef="#ctx0" brushRef="#br1" timeOffset="180605.33">19347 16579 17360,'0'27'384,"0"-27"-2145,26 0 191,-26 0-2209</inkml:trace>
  <inkml:trace contextRef="#ctx0" brushRef="#br1" timeOffset="180749.33">19691 16579 4356,'0'27'9801,"-26"-27"-9577,26 0-512,0 0-1025,0 0-4677</inkml:trace>
  <inkml:trace contextRef="#ctx0" brushRef="#br1" timeOffset="180879.34">19903 16606 12780,'0'0'544,"0"0"-1569,-27 0 160,27 0-768,0 0-4549</inkml:trace>
  <inkml:trace contextRef="#ctx0" brushRef="#br1" timeOffset="180980.34">20141 16579 12075,'27'0'224,"-27"0"-672,-27 0-2531</inkml:trace>
  <inkml:trace contextRef="#ctx0" brushRef="#br1" timeOffset="181615.37">20697 16526 13965,'-26'26'384,"26"1"-544,-28-27 160,4 27 0,24-2-64,-27 2-673,-1 26-1024,1-26-1026,27-1-2498</inkml:trace>
  <inkml:trace contextRef="#ctx0" brushRef="#br1" timeOffset="182011.41">21280 16048 14830,'27'-132'192,"-2"106"-96,-25-1-160,-25 27 0,-29 27 32,0 26 32,3-1 0,-4 28 0,29-1 0,-1 2 0,27-4-32,0-22 0,27-2 96,27-27 32,0 0 256,24-26-32,28-26-95,-26-26 127,-2 25 32,1-53 1,-52 28-193,27-3-128,-54-23-32,0 24-32,-28-24 160,-25 51 481,-26-26-65,1 53-223,-2 0-417,1 26 128,26 28-96,25-29 32,4 28 32,48 1-449,4-2-416,52-26-960,-2 2-1474,1 24-5798</inkml:trace>
  <inkml:trace contextRef="#ctx0" brushRef="#br1" timeOffset="182156.41">21915 16235 14317,'0'25'3299,"0"2"-3299,-27-27 481,27 25 191,-27 3-480,27 26-480,0-28-993,0 0-1249,27 0-1538</inkml:trace>
  <inkml:trace contextRef="#ctx0" brushRef="#br1" timeOffset="182415.43">22205 16367 14061,'0'0'769,"0"0"-834,-26 0 802,26 0-192,0 27-513,0-1-289,0 0-319,0 0 192,26 1-33,2 0 353,-4-27 64,3 0 481,1 0 287,-1 0 97,-27-27 64,0 0-32,0 27-257,-27-26-543,-1 0-129,1 0-705,3 26-833,-4 0-1537,2 0-3939</inkml:trace>
  <inkml:trace contextRef="#ctx0" brushRef="#br1" timeOffset="182660.44">22471 16420 12684,'26'0'512,"-26"26"-416,0-26 1057,-26 26-160,-1 1-801,27 0-160,0-1 64,27 1 65,-1-27 127,1 27 192,25-27 97,-25 0 95,26-27 161,-28 0-192,2 1 32,-27-1-673,0 0 96,0 1 96,-52 0-705,25 26-928,-26-26-1858,1 26-8264</inkml:trace>
  <inkml:trace contextRef="#ctx0" brushRef="#br1" timeOffset="183404.49">18896 16684 15118,'0'27'1025,"0"-27"288,0 27-32,0-1-960,-27 0-225,3 28-353,-4-28-1344,2 27-1858,-28-28-6919</inkml:trace>
  <inkml:trace contextRef="#ctx0" brushRef="#br2" timeOffset="187540.72">25303 16260 9993,'0'52'801,"0"-52"896,0 0 930,-27 0-289,27 0-1313,0 0-448,0 28-65,0-28-192,0 0-31,0 0 63,0-28-224,0 28-32,0-25 0,27 25 0,-27-27 0,0-25-64,0-2 33,0 2-1,0-28 32,-27-26-128,0-52 32,2-29-32,-2 2-32,1 26 32,-2-1-65,-23 56-95,24 24 513,-1 1-225,2-1-128,-1 27 32,2 1-64,-2 25 96,27 1 0,-27-1-32,27 0-64,0 27 96,0-25-32,27 25 32,-27 0 32,27-28-64,-27 28 96,0 0 0,25 0-64,-25 0-32,27 0 0,-1 0-64,2 0 128,23 0-64,4 0 0,-2 0-32,-1 0 128,1 0-288,-1-25 64,-25 25 32,0 0-65,-1-28-191,1 28 32,-2 0-33,-25 0-95,0-26 0,0 26 31,0 0-223,0 0-610,0-28-319,0 28-865,-25 0-2563</inkml:trace>
  <inkml:trace contextRef="#ctx0" brushRef="#br2" timeOffset="187800.74">25408 14194 10762,'-27'0'1537,"2"0"-544,25-26 256,0 26 161,0 0-161,25 0-545,2 0-287,26 0-225,-1 0-32,2 0-64,0 0-128,-3 26-32,4 0 0,-29 1 64,-26 0-64,0-1 96,0 1 0,-26-2 96,-1 29-96,-1-26 64,-23 25-192,23-28 128,28 29-576,-26-1-1314,26-1-1473,0-25-8969</inkml:trace>
  <inkml:trace contextRef="#ctx0" brushRef="#br2" timeOffset="189659.84">26812 16154 13036,'0'-26'672,"-28"0"-607,1 26 95,3-27-128,-2 27 32,-2 0-128,-26 27 0,28-1 32,-26 0 32,-2 28 64,2-2 96,26 28 96,-28 0 64,54 26-63,-28-26-1,56-2-32,-1 2-96,26-28 64,-1 2 65,28-28 191,-1 1 0,2-27-127,25 0-97,-28 0-96,2-27 32,-28-25 64,2 24 33,-28-24 95,0-1 161,0 0-321,-26 1 0,-26-28-192,0 0-352,-27 28 416,0-2-96,-26 1-129,0 26-95,-2 2 480,4 25-352,-5 25 128,30 27-32,-1-24 32,26 26 0,27-28 96,27 26 0,26-25 33,-1 0-129,2-1 64,0 1-64,25-27 64,-26 27-385,-1-27-255,2 0-833,-2 0-1442,-26 0-3171</inkml:trace>
  <inkml:trace contextRef="#ctx0" brushRef="#br2" timeOffset="190626.9">27473 16923 6662,'0'0'4484,"-26"0"-3555,26 0 704,0 0 97,0-27-545,0 27-736,-28 0-449,28 0 32,0 27 0,0-27 0,-24 25 32,24 30-32,0-30 0,0 29 32,0-1 0,0-26 96,24-1 257,4-26 223,25 0 65,-26 0-257,25 0 161,-26-26-129,1-28-127,0 28-257,-27-28-96,-27 29-385,0-30-255,1 30-513,-26 25-865,25 0-2370</inkml:trace>
  <inkml:trace contextRef="#ctx0" brushRef="#br2" timeOffset="192927.03">26069 15863 2626,'-25'0'1441,"-2"0"1,1 0 191,-1 0-127,27-25-193,-27 25-384,27 0-577,0 0 289,27 25 31,-27-25-223,53 27-225,-1 26-128,28-1 64,-1 1 225,26 1-1,3 52-192,24-27 96,28 28-256,-28-2 65,0 2-33,0-2 32,26 0 256,2-25-288,-28 0-32,26 0 32,-26-1-64,-26-26 32,2-26-32,-3 25-192,-53-25-128,1-1-97,1 1-415,-54-27 31,25 0 224,-25 0-1248,-25 0-4998</inkml:trace>
  <inkml:trace contextRef="#ctx0" brushRef="#br2" timeOffset="193316.05">27869 15943 10602,'55'-53'352,"-28"26"-288,-3 27-32,-24 0 1025,0 0-352,-24 0-353,-3 53-224,-28-26 96,-23 52 193,-2 27 191,-26 1 1,-26 25-225,-1 53-96,-26-26 33,-25 0 223,26-26-352,-2-1-127,28-25-33,26-55-32,26 28-449,28-28-960,26-26-801,-1 2-3139</inkml:trace>
  <inkml:trace contextRef="#ctx0" brushRef="#br2" timeOffset="194989.15">26096 14698 1601,'0'0'1986,"0"0"-128,-27 0 256,27 26-449,0-26-287,-25 0-289,25 0-161,0 0-159,0 0-128,25 0 256,-25 0-65,27 0-287,26-26-161,-1 26-95,30 0 63,23-27-128,0 2 64,1 25 161,28-27-33,-28 27-63,-1-27-321,0 27 32,-25 0-128,-28 27-385,2-27-320,-26 0-512,-4 0-641,-24 0-1088,0 0-6535</inkml:trace>
  <inkml:trace contextRef="#ctx0" brushRef="#br2" timeOffset="196027.21">26997 11068 3427,'0'-28'1281,"26"3"-256,-26 25 1185,26-27-192,-26 27-320,0 0-289,0-26-512,0 26-97,27 0-159,-27 0-192,0 26 95,0 1-160,-27-2-223,27 3-65,-26 24-64,0 2-32,0-1 32,-1 0-64,0-1 0,27-25-225,0 0-191,0-1-449,0-26-576,-26 27-994,26-27-4099</inkml:trace>
  <inkml:trace contextRef="#ctx0" brushRef="#br2" timeOffset="196295.22">26733 11280 10313,'0'0'929,"0"0"-929,0 26 1025,0 0 224,0 1-416,24 0-384,-24-1-289,27 28-64,-27-29 0,28 2 0,-1-27 0,-1 26 96,26-26 129,-25 0-97,26 0-64,-1-26-64,2 26 0,-28-27-32,26 27-448,-25 0-1474,-27 0-3619</inkml:trace>
  <inkml:trace contextRef="#ctx0" brushRef="#br2" timeOffset="202878.6">11140 16128 8167,'0'-26'1249,"0"-1"-576,-24 0 32,24 27 128,-27-26-65,1 26 129,-29 0-224,31 0-161,-31 0-224,29 0-159,-26 26-97,25 28-32,0-2-32,27 2 32,0 25-32,0 28 32,27-29-32,25 2-65,1-26 65,26-2 64,2-26 65,-2 1 191,28-54 224,-29 1 33,1-1-321,-26-25-160,26-28 0,-52 27 0,1 1 0,-2-30-32,-52 30-64,-2-28-32,-23 28 64,-4 26 0,-23-28 0,-2 54-32,-26 0-64,25 0 64,30 27 128,-3 26-32,3-27 0,51 28-32,24-2 32,3 0-96,27 3-192,25-28-545,1-1-672,-1 0-1121,-26 0-5894</inkml:trace>
  <inkml:trace contextRef="#ctx0" brushRef="#br2" timeOffset="203159.61">11909 16684 13612,'27'27'449,"-54"0"-449,27-27 32,0 26 64,-26 0-96,26 0 0,0 2-96,26-2 64,-26 0 32,27-26 64,25 0 0,-25 27 32,-1-54 96,2 27 64,-4-26 65,-24 0 95,0-2 193,0 2-65,-52 0-448,26 0-160,-28 26-544,2-27-1923,-1 27-9032</inkml:trace>
  <inkml:trace contextRef="#ctx0" brushRef="#br2" timeOffset="207595.86">10533 17056 10057,'-54'52'1153,"30"-52"-320,24 0-32,0 0-97,0 0 65,24-26-128,30-28-193,25 29 1,1-30 95,25-23 97,27 24-129,2-51-224,24 25-127,1 1-1,1-1-288,-28 2 544,25-4-352,-50 5 64,-2 22-800,-26 3-1,-24 26 32,-55 26-1281,0-27-1056,-28 27-2403</inkml:trace>
  <inkml:trace contextRef="#ctx0" brushRef="#br2" timeOffset="207898.87">10665 15863 13004,'-53'27'480,"53"-27"-416,0 26 353,27 1 287,26 25-191,26 1-65,1 1-223,53 24-33,-1 2-64,0-28 0,27 30-32,-2-4-64,3 2-96,-28-1-384,0-26-545,-27 27-1217,3-28-2979</inkml:trace>
  <inkml:trace contextRef="#ctx0" brushRef="#br2" timeOffset="209714.97">13127 17400 12363,'-27'26'1730,"27"-26"-673,-27 0-320,27 0 544,27 0-160,-27 0-352,53 26-225,-1-26-192,30 28-63,23-28-193,0 0-64,1 0 32,2 0-384,-3 0-673,-26 0-1538,-26-28-2145</inkml:trace>
  <inkml:trace contextRef="#ctx0" brushRef="#br2" timeOffset="210436.02">21253 17215 13228,'0'27'993,"0"-2"-833,0-25 577,27 0 352,25-25-96,28 25-577,25 0-320,1 0 32,26-27-96,1 27 0,-1 0-32,0 0-832,-27 0-1827,-23 27-1473</inkml:trace>
</inkml:ink>
</file>

<file path=ppt/ink/ink58.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2:59:38.178"/>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definitions>
  <inkml:trace contextRef="#ctx0" brushRef="#br0">1806 3940 12043,'-53'27'961,"25"-27"224,1 0 256,3 0 1,24 0 63,0 0-608,-28 0-577,28 0-96,28 0 193,-4 0-65,3 0-96,27 0-63,-3 0-97,30 0 0,-2 0-128,1 0 32,25 0 0,1 0 0,-1 0-64,-50 27 32,23-27-96,-24 0-1,-28 0 33,1 0-96,-2 0 0,-25 0-128,0 0 127,0-27-607,-25 27-962,-2-27-1025,1 27-1569</inkml:trace>
  <inkml:trace contextRef="#ctx0" brushRef="#br0" timeOffset="411.02">2386 3728 13708,'-24'0'65,"-3"0"63,27-25 672,0 25 225,0 0 32,27 25-576,-3-25-129,4 27-32,25-2-95,-1-25-1,-25 28 128,53-1-128,-28 0-127,29-27-1,-3 26 0,-24 0 0,25 0-192,-26-26 32,26 27 128,-52-27-160,25 27 192,-26-27-32,-26 26 256,27-26-192,-27 27-64,0-27 0,0 0 64,0 27 321,-27-2-257,-25-25 128,26 27 97,-28-1 31,28 1-256,-26 0-96,25 25-96,0-26 32,-25 28-32,-2-28-160,0 26-544,2 3-930,26-3-2306,-28 1-9576</inkml:trace>
  <inkml:trace contextRef="#ctx0" brushRef="#br0" timeOffset="4609.26">19221 2510 7559,'-27'26'1473,"27"-26"609,0 0-384,0 0-33,-24 0-384,24 0-224,0-26-256,0 26-128,0-27-289,0 27-96,0-27-223,0 2-258,0-2 514,0-26-289,0 53 0,0-53-64,0 27 32,24 0-128,-24-1 128,27-26 0,1 26 0,-28 27-32,26-25 32,1-30-129,-2 30 161,29-29-96,-28 1 96,26 26-96,2-26 160,-28 26-64,26-25-64,-25 26 129,0-1-162,-1 0 33,2 1 0,-4 0-128,3 0 224,0-2-288,1 28 128,-2 0-32,-26 0 96,27 0 0,-2 0 96,2 28-160,0-28 160,-1 52-96,1-26 32,25 28 0,-25-28 0,-1 26 32,1-25-32,-2 0 0,29-1 32,-28 1 0,26-27 32,-25 28-64,1-28 0,25 0 0,-29 0 0,4 0-32,-1 0-64,0 0 96,25 0-96,-26-28 32,1 28 128,0-27-128,-27 1-32,26-28 160,0 29-96,-26-28 160,26 26-96,-26-26 64,0 27-64,0 0 0,0-2-32,0 2-96,0 0 192,0-1-128,0 2 64,0-3 32,0 1 224,0 2-128,0 25-192,0-27-224,0 54 128,0-27 96,0 25 128,0 2-192,0 26 96,0-26 0,0 25 32,0-24 0,0 24-32,0 1 0,0 0 32,27-1-32,-27-25-64,0 26 128,0-26-128,27 26 32,1-27-96,-4 2 96,29-3 0,-25-25 0,25 28-64,-29-28-32,31 0-193,-2 27 289,-27-27 0,27 0 0,0 0-32,-1 0 64,2 0 0,-26 0-32,22 0 64,5-27-32,-4 27-32,-23 0 64,25-28-32,-1 28-32,-25 0 32,26 0 64,-1 0-32,-25 0-32,26 0 192,-26 0-160,-2 0 97,2-25-33,27 25 64,-27 0-96,0 0-64,25 0 32,-26 0-64,1 0 32,0 0 0,25-28 96,-26 28-96,1 0 32,0 0 160,-27 0-64,25 0-192,-25 0 160,27 0 0,-27-26-96,26 26 64,-26 0-64,27 0-64,-27 0 64,0 0 0,27 0 0,-27 0 32,0 0 32,0 0-96,0 0 32,0 0-64,0 0 289,25 0-386,-25 0 322,0 0-161,0 0 0,0 0 32,0 0 192,0 0-128,0 0 64,0 0-32,27 0-32,-27 0 0,0 26-64,0-26 0,26 0 32,-26 0-31,0 0 31,28 0-32,-28 28 32,0-28 160,27 0-32,-27 25 96,0-25-128,24 28 33,-24 24-97,27 1-32,-27-26-32,0 26-32,28-27 0,-28 0-352,26 1-1026,-26 0-2209,0-27-8360</inkml:trace>
  <inkml:trace contextRef="#ctx0" brushRef="#br0" timeOffset="7153.4">18957 4656 10826,'-27'0'1281,"27"0"673,0 0-673,0 0-128,0 0 0,27 0-672,-1 0-97,28-26-224,-2 26-64,2 0 193,24-27-225,3 27 32,-2 0-64,-1-27 0,-24 27 32,-1 0-64,-1 0 0,-25 0 0,-1 0 64,2 0-64,-28 0-96,0 0-192,0 0-802,0 0-1312,-28 0-3459</inkml:trace>
  <inkml:trace contextRef="#ctx0" brushRef="#br0" timeOffset="8767.5">19354 4788 8968,'-27'0'1025,"27"0"-929,-25 27 865,25-27 0,0 27 224,0-27-128,-27 26-352,27 0-321,0 0 0,-26 2 65,26-2-33,-28 27-31,28-28-65,-27 29-64,27-1 128,-24 27 33,24-27-33,0 26-63,0 1-129,0-27 0,0 26 32,24-26-64,-24-1 0,27 28 1,1-28-33,-2 3 0,26-30-64,-25 29 32,26 0-128,-1-28 256,28 0 321,-1 28-353,26-28-192,3 1 256,-2 25-480,-1-25 32,27-1 544,0 1-320,28 0 0,-1-1 32,1 0 0,22 2-64,5-3-32,24 2 160,-25-27-96,25 0-64,29 28 32,-29-28 96,26 0-128,-24-28 32,-2 28 32,-26 0-32,2-27 32,-3 27 0,-25-25 65,-26 25-194,-28-28 1,1 2 128,-53 26-128,0-26-96,-27 26 160,0 0-32,-26-27 192,0 27-160,-26 0-256,0 0-97,0 0-383,-28 0-1474,2 0-2915</inkml:trace>
  <inkml:trace contextRef="#ctx0" brushRef="#br0" timeOffset="9215.52">24939 5875 704,'27'159'1057</inkml:trace>
  <inkml:trace contextRef="#ctx0" brushRef="#br0" timeOffset="9387.53">25018 6219 2978,'27'0'4164,"-27"-27"-3011,-27-25-32,27-1 161,-25-26 864,-2 25-449,27 0-672,0-26-64,0 55 0,0-28-224,27 27-161,-27-2-287,25 28-321,28 0-161,-26 0-351,0 0-673,-2 28-801,28-2-1025,-26 0-6886</inkml:trace>
  <inkml:trace contextRef="#ctx0" brushRef="#br0" timeOffset="9697.54">25363 6008 14765,'0'26'0,"0"0"-192,27-26 769,24 0 576,-23-26 480,25 0-1184,26 0-257,-53-2-32,1-26 32,0 29-63,-27-30-129,-27 30-97,0 25-127,-26 0-128,1 0 160,-1 25 96,1 3 32,25-1 0,0 26 160,27 1-96,0-28 64,27 0-64,52 27-321,-26-26-191,26-27-353,26 0-608,-25 0-545,-1 0-1442,2 0-4387</inkml:trace>
  <inkml:trace contextRef="#ctx0" brushRef="#br0" timeOffset="10087.57">26183 5875 11210,'-80'0'1345,"55"0"-608,-28 0 448,25 25-512,-23 3-65,24 26-223,27-28-321,0 26-545,27 2-383,-3-28-33,31-26 320,-2 27 225,-1-54 576,1 27-384,-1-26 672,-25-28-319,0 28 287,-27 0 0,0 0-383,0-2-97,0 2-129,-27 52-223,27 2 160,-27-2 160,27 53 32,0 1 288,27-1 0,-27 1-288,27 0 32,-1-28 65,1 28-1,-2-28 192,-25 2 577,0-28 128,0 0 64,-25 0 0,-28-26-385,26 0-287,-52 0-257,26-26-64,-26-26-416,25 26-609,3-28-1025,24 1-1441,27-27-2435</inkml:trace>
  <inkml:trace contextRef="#ctx0" brushRef="#br0" timeOffset="10433.59">26554 5900 13196,'0'-25'1569,"0"50"-1440,0-25 351,0 28 193,0 26-321,-28-28-224,28 26-96,28 2-128,-28-28-256,27-26 63,26 0 65,-28 0-128,2-26 608,0-1-160,-1 0 32,1 1-32,-27-26 1,0 24 287,0 28 64,0-26 65,0 26-385,0 26-192,0 2 288,25-2-64,-25 0 32,27 27-127,0-26-98,-1-1-95,26 1-256,-25-2-577,0-25-320,-27 0-449,0 0-640,0 0-2595</inkml:trace>
  <inkml:trace contextRef="#ctx0" brushRef="#br0" timeOffset="10629.6">26898 5346 15214,'0'25'352,"0"2"-288,25 26 801,-25 26 320,27 1-64,0 26-704,-27-2-257,26 4-705,2-28-672,-28-1-705,24 1-864,3-55-2916</inkml:trace>
  <inkml:trace contextRef="#ctx0" brushRef="#br0" timeOffset="11053.63">27295 5928 11178,'0'-28'2338,"0"3"-2178,-26 25 545,26 0-417,-27 25-63,0 3 63,27 26-224,-28-2-160,28 1-192,0-26-97,28-1-736,26 1 609,-28-27 191,26 0 321,-25 0 64,0-27-96,-1 1 417,0-1-321,-26 0-128,0-25-769,0 26-1153,0-2-256,0 28 512,-26 0 1506,26 0 1633,0 0 417,0 28-737,0 24-544,26-26-321,0 1-192,1 0-32,28-27-64,-29 26 480,-26-26 801,24 0 321,-24 0-1,0-26-608,0 26-416,0-27-289,0 0-224,0 1-128,0 0 64,0 0-353,0 26 65,0-28-737,27 28-1153,1 0-2787</inkml:trace>
  <inkml:trace contextRef="#ctx0" brushRef="#br0" timeOffset="11207.64">27877 5954 8680,'0'28'1922,"0"-2"-994,0 0 354,0 0-802,0 1-448,26 26-576,-26-53-930,27 27-1441,-27-27-1793</inkml:trace>
  <inkml:trace contextRef="#ctx0" brushRef="#br0" timeOffset="11343.64">27851 5636 17328,'0'0'-96,"0"0"-1281,26 0 1312,0 0-1856,1 27-4069</inkml:trace>
  <inkml:trace contextRef="#ctx0" brushRef="#br0" timeOffset="11631.66">28117 5795 18929,'24'0'417,"29"-27"-673,-25 27 768,51-26 257,-26 26 192,-1 0-449,1 0-576,-26 26-352,-27 1 256,0-2 31,-27 3-255,1 24 256,-1-24 128,27 26 0,-25-28 96,25 0 0,25 0-96,-25 1 64,27-27 96,-1 27-256,1-27-480,0 0-609,-2 0-1186,-25 0-447,0 0-578</inkml:trace>
  <inkml:trace contextRef="#ctx0" brushRef="#br0" timeOffset="11747.67">28167 6008 11915,'-26'0'-32,"52"0"-353,29 0 1410,-4 0-448,30 0-417,-2 0-736,-26 0-3172</inkml:trace>
  <inkml:trace contextRef="#ctx0" brushRef="#br0" timeOffset="12092.69">28883 5848 13901,'0'0'384,"-26"0"961,26 0 577,-52 0-673,25 27-288,0-2-544,-1 3-417,28-2 128,0 28-160,28-28-385,-1-26-31,0 26 160,25-26 63,-26 0 65,1-26-96,0 26 224,-27-26 128,25 0-128,-25-28-64,0 26-288,0 3 63,0-2 449,0 27-64,0-28 129,0 28-161,0 28-128,0-28 288,27 27 0,-1 26-32,1-27-128,0 2-160,25-2-417,-26-26-512,1 26-1024,0-26 671,-2-26-255,-25 26-2211,0-54-1121</inkml:trace>
  <inkml:trace contextRef="#ctx0" brushRef="#br0" timeOffset="12272.7">29201 5106 17200,'25'26'-321,"-25"28"642,27 24 1152,-27 4-448,26 23-320,2 27-577,-1-27-480,-3 2-673,3-27 160,-27-1-448,28-25-1602,-28-28-1025</inkml:trace>
  <inkml:trace contextRef="#ctx0" brushRef="#br0" timeOffset="12503.71">29174 5795 12619,'0'-53'1314,"27"53"-1058,-2-26 1121,28 26-320,2-28-736,-4 28-225,3 0-96,-2 0 0,2 0 64,-28 0 96,1 28-128,-27-2-64,0 0-96,0 26-96,0 3-257,0-30-576,0 3-448,25-2 320,-25-26 128,0 0 320,0 0-2722,0-26-3268</inkml:trace>
  <inkml:trace contextRef="#ctx0" brushRef="#br0" timeOffset="12619.72">29598 5530 14413,'0'0'1666,"0"0"-3236,0 26 994,25 1-417,2 0-1217,0 26-2595</inkml:trace>
  <inkml:trace contextRef="#ctx0" brushRef="#br0" timeOffset="12837.73">29890 5768 12972,'-27'27'256,"27"-27"769,0 25 1377,0 3-1121,27 24-672,-3-24-353,4-2-352,25 2 64,-1-28 160,2 0 129,-1 0-1,-1-28 192,-25 2-95,-1-2-193,-26-24-128,0 24-481,-26-24-319,-28 26-353,29 26-2211,-28-26-5156</inkml:trace>
  <inkml:trace contextRef="#ctx0" brushRef="#br0" timeOffset="13095.74">30286 5928 13388,'25'26'2499,"-25"2"-834,27-28-31,-27 0-225,0 0-768,0 0-385,0 0-224,0 0 32,27-28-160,-1 28-96,2-26-97,-4-27-191,3 26 256,28-1 128,-29 28 256,-2 0 416,4 0-159,-28 28-65,27-1-32,0-2-256,-1 29-96,-26-26-1057,0 24-2210,0-26-8776</inkml:trace>
  <inkml:trace contextRef="#ctx0" brushRef="#br0" timeOffset="13699.78">26210 7254 13837,'52'184'-64,"-25"-78"-193,26 0-63,-28 0 160,2 0 224,0-53 801,-1 0 32,-26-53-161,0 0 1538,0 0-736,-26-53-1026,-1-27 33,-25 1 95,25-27-415,1 27-225,-1-54-545,27 27-1184,0 0-65,53 27 1409,26 26 193,2-1 96,-2 54 384,-26 0 65,-1 27-33,2 0 641,-54 26-416,0-26-97,-27 25-64,0-24-63,2-2-353,-28 0-417,-2 0-1024,31 0-1986,-3-26-8873</inkml:trace>
  <inkml:trace contextRef="#ctx0" brushRef="#br0" timeOffset="14184.81">27137 7122 14958,'78'0'-193,"-51"0"-607,-27 25 63,-27 2 705,-1 25 224,4 2 32,-2-2-224,-1-26-96,27 28-160,0-28 0,27-26 0,23 0 288,-22 0 96,26-26 64,-2 0 224,-26-2 161,1-24-385,-27 26-128,27-28-352,-27 27-65,-27 2 257,0 25-384,27 0-513,-26 25-64,26 2 737,0 1 352,26-2 96,1 0-32,26 0-32,-1 0 256,30-26 417,-32 0 224,5 0 0,-28-26-257,-1 0-127,-26 0 32,0-28-257,0 27-416,0 2-224,-26-2-97,26 2-127,0 25 127,-27-28 289,27 28 192,0 0 193,0 0-161,27 0-96,-1-27 32,0 27 96,27-27-64,0 27-96,-1-26 0,-25 26-96,26 0-769,-1 0-2882</inkml:trace>
  <inkml:trace contextRef="#ctx0" brushRef="#br0" timeOffset="14552.83">28249 7147 14381,'-27'0'0,"-1"0"96,-25 0 641,29 27-161,-4-2-383,28 30-65,0-29-128,0 26-449,28-26-191,22 2 127,-23-28 449,28 0 128,-31 0 192,4-28 193,-2-24 320,-26 26 31,0-28 65,0 2-256,-26 25 95,-2-26-511,4 53-257,-31 0-129,28 0 33,27 0 64,-26 28-64,26-3 96,26 27 0,1-25-737,28 1-224,-3-2-32,28 0 256,-28-26-95,-26 26-161,28-26-1089,-29-26-4196</inkml:trace>
  <inkml:trace contextRef="#ctx0" brushRef="#br0" timeOffset="14970.84">28538 7226 9160,'0'54'353,"0"-28"1632,0 0 290,27 0-994,-27-26-224,0 0-224,0 0 576,0 0-576,0-26-673,0 0-160,0-26-160,0 24-257,26-24-127,-26 25-385,0 2-448,27-3 768,-27 28 353,27 0 320,1 0 512,-28 53 225,0-26-224,0-2-385,24 30-192,-24-29-256,26 0-257,2-26 1,-28 0 319,27 0 258,-27 0-1,0-26 0,0 0 96,0-2 64,27 28 32,-27-27-64,0 27 65,24-25-257,4 25-96,-28 0 32,26 25-33,1-25 65,0 27 193,-27 1-129,0-2-64,25 0-321,-25 0-704,27 0-1185,-27-26-3427</inkml:trace>
  <inkml:trace contextRef="#ctx0" brushRef="#br0" timeOffset="15460.88">29174 7280 12844,'0'0'544,"0"0"-1120,0 0 1344,27 0 129,-27 0-512,52-26-193,-26 26-96,2-28 64,-1 1 417,-3 2 223,-24 25-319,-24-27-1,-3 2-192,-1 25-63,-25-28-65,28 56 96,-29-28-256,54 25 32,-26 27-32,26-25 128,26 27 32,1-28 1,25 26-161,1-24-193,2-2 97,-4-26-288,3 0-449,-2 0-736,-25 0-770,0-26-735,-27-2-2372,0 2 1218</inkml:trace>
  <inkml:trace contextRef="#ctx0" brushRef="#br0" timeOffset="15605.89">29518 7174 1249,'-27'-80'9737,"2"53"-7015,25 0-1216,25 27-1,2 0-31,0 0-385,-1 0-609,26 0-159,2 0-129,-28 0-96,1 0-64,1 0-352,-28 0-577,0-26-769,0 26-1409,-28-26-1313</inkml:trace>
  <inkml:trace contextRef="#ctx0" brushRef="#br0" timeOffset="15771.9">29623 6803 9288,'27'52'3716,"-27"-25"-3044,27 26 2211,-27 26-96,0-26-1378,26 27-1089,-26-28-159,0 29-129,0-29-225,27 2-832,-27-2-1121,0-26-1953,0 1-6600</inkml:trace>
  <inkml:trace contextRef="#ctx0" brushRef="#br0" timeOffset="16153.92">29890 7306 11306,'24'-26'1602,"4"26"-1570,-28 0 2082,27 0-353,26 0-1024,-28 0-705,2 0 481,0 0-577,-1 0 128,-26-26-225,0 26-607,-26-28 319,-1 1 97,0 27 224,-25 0 96,26 0-256,26 0-737,-27 0 320,27 27 481,0 1 192,27 24 64,-27-26 224,26 0 288,1 2 225,-2-2 0,2-26-321,0 0 289,26 0 256,-28-26-128,2 26-289,0-54-191,26 28-289,26-26-96,-1 24 32,4-24 96,-4 25-192,2 2 96,-28 25-32,2-28-673,-1 1-2754,-1 27-10282</inkml:trace>
  <inkml:trace contextRef="#ctx0" brushRef="#br0" timeOffset="22452.28">9030 5346 672,'-24'0'1345,"24"0"161,0 0-353,0-28 0,0 28 192,24 0 257,-24-26-289,0 26-128,0 0-96,0-28 32,27 28-32,-27-25 0,0 25-288,28 0-449,-28 0-159,0 0-161,0 25-64,0-25 64,26 28 0,-26-2 96,0 2 64,0-28-64,0 52 0,0-26 32,0 1-64,0 0 1,0-27-65,0 26-32,0 0 192,0-26-192,0 0 160,0 26 96,27-26-192,-27 0 128,24 27 33,-24-27-161,28 0 32,-1 0 32,-1 27 96,1-27-64,25 0-128,-25 0 64,26 0 0,-1-27-128,1 27 0,26 0 64,-24 0-96,-5 0 128,32 0-64,-30 0 32,28 0 33,-2 0-33,2 0 0,-28 0-32,30 0-32,-4 0 96,-24 0-64,24 0 32,2 0 0,-1-27-32,0 27 32,2 0-32,-4 0 32,5-26 64,-4 26-160,2 0 32,-28 0 32,30-26 32,-5 26 0,2 0-64,2 0 64,-2-26-128,1 26 96,-2 0-64,1 0 96,29-27-32,-29 27 32,26 0-128,-25 0 64,-1 0 32,26 0-193,3 0 129,-29 0 0,26 0 32,-25 0-32,25-27 32,-26 27-32,26 0 64,3 0-64,-2-26 96,-1 26-32,0 0 32,3 0-192,-29-27 256,26 27-96,-25 0-96,26 0-32,-1 0 128,0 0 64,1 0-32,2-25 0,-3 25-160,0 0 160,27 0 160,-26-28-96,2 28 32,-3 0-160,0 0 64,1 0-96,-25 0-32,24 0-32,-26 0 32,28 0-128,-2 0 224,0 0-96,29 0 64,-29 0 96,27 0 64,-27 0 32,3 0-160,-2 0 96,-28 0-64,2 0-32,26 0 0,-28 28 96,2-28-96,-1 0 96,2 0-32,-29 0 128,28 0 1,-28 25-161,2-25 32,-28 0-96,26 0 96,-25 0-32,0 0-64,-27 0 96,28 0 0,-28 0 32,0 0-96,0 0 128,24 27-64,-24-27-32,0 0 64,0 0 96,0 0-63,0-27 127,0 27 96,0 0-64,0 0-159,0 0 95,0 0-96,0 0 32,0 0-64,0 0-32,0 0 0,0 0-32,0 0 0,0 0-32,0 0 0,0 0 0,0 0 32,0 0-32,0 0-32,0 0 0,0 0 32,0 0 32,0 0-32,0 0-32,0 0 64,0 0-64,0 0 96,0 0-128,0 0 96,0 0-96,0 0 96,0 0-64,0 0 128,0 0-160,0 0 128,0 0-128,0 0 160,0 0-96,0 0 96,0 0-192,0 0 224,0 0-63,0 0 127,0 0-192,0 0 128,0 0-128,0-25 192,0 25-96,26-28-64,-26 28 0,0-26-96,0-2-32,0 3-320,0-2-449,0 1-1634,-26-1-5028</inkml:trace>
  <inkml:trace contextRef="#ctx0" brushRef="#br1" timeOffset="33449.91">19858 5132 5220,'0'0'609,"0"0"96,0 0-33,0 0 385,0 0 481,0 0-577,0 27-417,0-27 65,0 27-33,0-1 1,0 1 63,0-2 1,0 3 0,0-2 31,0 2 33,0-28-128,0 25-129,0 2-128,0-27 1,0 26-33,0-26 32,0 0-64,0 27 97,25-27 63,2 27-256,0-27 0,-1 26 1,1-26-33,25 0 32,-25 0-64,26 0 96,-1 0-192,1 0 32,-1 0 192,30-26-256,-32 26 128,5 0 1,24 0-162,1 0 226,-28 26-161,56-26 96,-31 0-32,4 0-96,-2-26 128,-26 26-96,26 0 32,-26 0 32,-1 0-96,2 0-32,24 0 96,-23 0-32,-4 0 64,30 0-96,-2-27 32,-26 27 64,26 0-96,-26 0 32,26 0-32,-25-27 0,0 27 32,-2 0-96,1 0 192,-1 0-96,1 0 0,1 0 0,-2-26-64,1 26 64,-26 0-192,-2 0 96,28 26-33,-25-26 97,-1 0 0,-3 0 96,3 0-64,1 0 32,-2 0 65,-26 0-258,27 0 257,-27 0-31,0 0-65,0 0 32,0 0-64,0 0 96,0 0-96,0 0 32,0 0-32,0 0 32,0 0 64,0 0-32,0 0 32,0 0 32,0 0 224,0 0 64,0 0-63,0 0 95,0 0-128,0 0-31,0-26 31,0 26 0,0-27-128,0 2 33,0-3-65,0 2 32,0-2 0,0-24-128,0-1-32,0 0-64,0-1-288,-27 29-353,1-2-544,26 1-1602,-28 26-4964</inkml:trace>
  <inkml:trace contextRef="#ctx0" brushRef="#br0" timeOffset="48124.75">13055 5900 640,'0'-25'1826,"0"-2"0,0 27 31,0-28-287,0 3-321,0 25-192,0-27-352,24 1-65,-24 26-159,28-26 63,-28 26-31,0 0-129,0 0-384,0 26 481,27 27 511,-27 27-223,0-1 32,0 27-257,0-26 33,0-1-161,0 1-352,0-27 129,0 26-161,0-52 128,0 26-192,0-26-224,0-27-417,0 0-1121,27 0-1056,-27-27-8137</inkml:trace>
  <inkml:trace contextRef="#ctx0" brushRef="#br0" timeOffset="48485.77">12737 6140 8231,'-54'27'1185,"54"-27"-256,0 0-160,0 0 96,0 0 640,0 0-159,0 0-930,27-27-192,0 1-256,-1-1 513,1-26-353,-2 27-96,29-28 0,-28 0-32,2 2 0,23-1 32,-24 0 0,1 27 0,-2-2-32,-2 3-32,4 25-32,-28 0 64,27 0 192,0 25 192,-27 3-31,52 24-97,-26-25-96,28 26-96,-1-26-128,-1-2-1249,1 3-2531</inkml:trace>
  <inkml:trace contextRef="#ctx0" brushRef="#br1" timeOffset="50482.88">21842 5900 9673,'-27'-25'2946,"27"-2"-1664,0 27 543,0 0-768,0 0-480,0 0-193,27 0 161,-27 0-161,27 27 33,-2-2 31,2 29-96,-1-26 33,29 24-193,-28 28-96,-3-27-128,30-1 352,-27-25-512,25 26 96,-25-53-256,-1 27 576,-26-27-769,27 26-191,-27-26-962,0 0-800,0-26-1987</inkml:trace>
  <inkml:trace contextRef="#ctx0" brushRef="#br1" timeOffset="50879.91">21683 6192 4356,'-26'27'5381,"-1"-27"-5349,2 0 736,25-27 386,-27 27 671,27 0 1,0-25-641,0-2-256,0 1-416,27-1 447,-27 0-671,25 1-161,2 0 64,-1-28-32,1 0 0,0 29 65,-2-30-65,2 3-96,-27 26-96,26 0 32,1-2-32,-27 28-96,27 0-97,-2 0 161,2 28-32,27-2 64,-27 0 64,52 1-288,-26-2-833,26 3-961,-26-28-2242</inkml:trace>
  <inkml:trace contextRef="#ctx0" brushRef="#br0" timeOffset="98726.64">15277 11810 2978,'0'0'705,"0"0"192,0 0 352,0 0 353,0 0 159,0 0-672,0 0-640,0 0 191,0 0 97,0 26 64,0-26-193,0 0-31,0 0-129,0 0-31,0 0-65,0 27-32,28-27-31,-28 0-65,0 27 0,0-27-64,26 25 0,-26-25 97,27 27-65,-27-1 128,24-26-192,-24 27 32,28 0 129,-1-1-97,-27 0-96,26 0 32,-26 2 0,27-2 0,-27 0 32,27 1-64,-27 26 1,25-26-33,-25 0 32,27-1 0,-27 28 0,26-29 0,1 28-256,-27-26 448,27 26-288,-2-1-32,-25-25 96,27 26 64,-1-26-128,2-2 96,-1 29-96,-3-1 96,-24-26 1,27 26-130,1-1 66,-28 3-66,26-30 66,1 28 31,-27 1-64,25-28 32,-25 0 64,27 27-96,0-26 0,-27-1 96,26 26-128,1-24 32,-2-2 0,2 27-64,0-26 64,-1 25 0,1-24-64,-27 24 128,25-24 32,-25 24-192,27-26 256,-27 0-224,27 2 96,-27-2-64,26 0 64,-26 0 32,28 1-160,-28 0 160,24-1-32,3 1-32,-27-2 0,0 2 96,0 0-96,27 26-32,-27-26 64,28-1-32,-28 0 96,0 2 32,26-28-64,-26 25-64,24 2 128,-24 1-128,0-3 64,0 28-32,28-26-32,-28 0 0,0-1 65,0 0-65,27 0-97,-27 28 194,0-28-97,27 0 192,-1 0-224,-26 1 64,27 0 96,-27-1-96,25 1 64,-25-2-96,27 3 32,-27-2 32,27 2-64,-27-3 32,0 3-32,26-3 64,-26 2 0,0 0 64,27-1-160,-27 1 64,25 0 64,-25-27-96,27 25-32,0 2 0,-1-27 32,2 26-96,-4 1 128,3-27-64,-27 27 0,28-1 32,-1-26 0,-1 0 0,-26 26 96,24-26-448,4 0 544,-28 0-256,27 0 96,0 0-32,-27-26-128,26 26 160,0-26 0,-26 26 32,0-27 32,26 0-160,-26 1 128,27 26-64,-27-27 96,27-25-128,-1 25 0,-26 1 0,26-28 64,-26 29-64,26-3 32,-26 3 96,0-29-32,27 26-192,-27 3 192,0-28 32,0 26-128,27-26 32,-27 27 32,0-27-32,0 0 0,0 27 96,0-27-63,0 26 95,0-26-128,-27 28 32,27-3 32,0-24-64,0 24 64,0-24-96,0 25 96,0-26-128,0-1 160,-27 29-128,27-28 96,0-1-64,0 28 32,0 0-96,0 0 160,0-28-128,0 28 64,0-26-96,0 24 96,0-24-32,27 24-32,-27-24 0,0 25 0,0-26 64,0 27 32,0-27-32,0 26 32,0 1 0,0-1 32,0 0-192,27-25 160,-27 26-32,0-2 32,0 2-128,0-27 64,0 28 0,0-30 0,0 30 32,0-2 32,28 0-32,-28-26 128,0 26-256,0-25 96,0-1 32,0 26 0,0-26 64,0 0-224,0 1 160,0-2-32,0 28 0,24-26 129,-24 24 31,0 2-128,0 0 64,0-1 32,0 0 32,0-26-96,26 26-128,-26 1 96,0-28 32,27 2 0,-27 26-128,0-28 64,0 28 32,28-26 32,-28 25-64,0-26 0,0 26 0,0 0 0,27-25 0,-27 24 0,24-24 0,-24 26 0,0-28 0,26 28 0,-26-28 0,28 29 32,-28-2-32,27 1-32,-27-28 32,27 28 32,-1 0-32,-26 0 0,0-1 0,26 0 0,-26-26 64,0 28-64,26-3-32,-26 2 96,27-2-256,-27 3 320,27-2-192,-27 1 64,26-1 32,-26 0-320,0 2 544,26 25-224,-26-27 0,0-1 0,26 3-128,-26-2 128,0 1 0,0 26-192,0-26 96,0-2-64,27 28 64,-27-26-32,0 26 64,27-26 0,-27 26 32,0-26 32,28 26-64,-28-27 64,24 0-64,-24 1 32,0 26 0,26-27 32,-26 27-64,0 0 32,27-25-64,-27 25 96,0 0 0,28 0-128,-28-28 128,0 28-32,27 0 0,-27-26-257,24 26 514,4 0-289,-28 0 64,26-26-32,-26 26 0,27 0 96,-27 0-128,0-27 32,27 27 32,-27 0-224,25 0 448,-25-27-192,0 27-128,27 0 64,-27 0 64,0-26-192,26 26 256,-26 0-224,27-27 128,0 27 32,-27 0-128,25-27 64,-25 27 0,27-25 0,-27 25 128,26-27-128,-26-1 96,0 28-96,0-25 0,0-2 96,27 1-224,-27-1 160,0 0-32,0 1 0,27 0-64,-2 0 128,-25-28-64,27 28 0,-27-1 0,26-25 0,2 25 32,-1-26-32,-27 25-32,24-23 64,3-2 64,-27-2-192,28 3 64,-2-1 128,-26 0-192,27 27 32,0-27 128,-2 0-64,2 26 0,-1-25-64,28-1 96,-29 1-64,28-2 96,-26 1-64,0 0 0,-2-1-96,-25 2 96,27-1-32,-1 0-64,2 26 96,-1-25-32,-3 25 0,3 1 0,1-1 64,-2 0-128,26-26 96,-25 28-32,0-3 32,-1 2-32,1 26 0,-2-25-32,29-3-1,-28 28-31,1 0 32,-2 0-32,2-27-64,0 27 160,-1 27-96,2-27 0,-4 0 32,3 0 160,-27 0-192,27 28 64,1-28 32,-2 0 0,1 25 0,-2-25-32,2 26 32,0 2-64,-27-28 64,26 25 32,1 3-96,-2-3 64,-25 2 64,27 0-64,0-27 64,-27 26-64,26 1 128,1 0-192,-27-2 96,25 2 160,2-1-288,0 1 256,-27 0-256,26-1 192,-26 0-64,28 0 32,-28 1-64,24 0 160,-24 26-128,27-28 65,1 3-33,-28-2-32,27 2-32,-27-3 64,26 28 0,-26-26 0,24 0-96,-24-2 192,28 28-32,-28-26-32,27 0-32,-27-1 0,27 0 0,-27 27 128,26-26-256,-26-1 128,26 26-31,0-25-33,-26 26-33,27-25 66,0-2 31,-1-1-64,-26 3 0,26 25 64,-26-26-32,26 0 0,1-2-64,-27 28 64,27-26-32,1 0 192,-4 25-288,2-26 192,-26 1-160,27 0 96,1-1 64,-1 1-160,-27-2 128,26-25-96,-2 28 32,4-1 64,-1-2-64,0 2 32,-1-27-32,0 27 32,-26-27-64,26 26 32,1-26 0,-27 27 32,27-27-64,-27 27 32,26-27 0,0 26-64,-26 0-96,26-26 96,1 28 32,-27-28 0,27 0 0,1 25 32,-4-25-64,-24 27 64,26-27-64,1 0 31,1 26 66,-1-26-130,-27 0 33,24 0 96,4 27-160,-28-27 160,26 0-32,1 0 0,0 0 0,-2 0-64,2 0 96,-27 0-64,26 0-32,-26 0 0,0 0 64,27 0-128,-27 0 128,27 0-96,-2 0 96,-25-27 0,27 27-64,-1 0 64,1 0-64,-27-26 64,27 26-32,-27 0 64,25 0-32,2-27 0,-27 27 0,26-25 64,2 25-64,-1-28 0,-27 28 0,27-26 64,-3 0-160,4-1 192,-2 27-160,1-27 128,0 1-128,-2-1 128,-25 0-32,27 2 64,-1-2-64,1-1 0,-27 3 0,27-2-32,-2 1-32,2-28 0,-27 28 64,26 0 0,1 0-64,0-1 96,-2 0 64,2 1 96,-27-1-224,26 2 97,2-2-33,-1 0 32,-3 1-32,3-1-64,1-26 64,-2 27 0,1-2-64,-2-25 0,2 26-32,0 2 128,-27-2-96,26 1 96,1 26-96,-2-27 96,29 0-192,-28 1 192,1 0-96,25 0 64,-25-1-32,-1-26 32,2 53 0,-4-27-32,3 2-64,-27-2 64,28 27-64,-1 0 64,-27-27-64,26 27 96,-26 0-160,27 0 128,-27 0 0,25-26-32,-25 26 96,27 0-96,-27 0-32,27-27 64,-27 27-32,26 0 65,-26-25-130,0 25 65,27 0 33,-27 0-66,0 0 66,25 0-66,-25-28 98,0 28-65,27 0 64,-27 0 32,0 0-32,0 0-64,0-26 0,27 26-32,-27 0 96,0 0 0,0 0-96,0 0 0,0 0 0,0-28-192,0 28-321,0 0-64,0 0-287,0 0-674,-27 0-960,0 28-2051,2-28-5636</inkml:trace>
  <inkml:trace contextRef="#ctx0" brushRef="#br0" timeOffset="99735.7">23059 9266 6758,'0'-27'1345,"28"27"705,-28 0 160,24-25-768,-24 25-193,27-27 0,1 27-352,-1-27-257,-1 27 257,1-26-192,-2 26-129,29-27-95,-28 2 256,26 25-289,2-28 129,-1 2-33,-1-2-31,1 3-33,-1-28-64,30 26 65,-32 0-129,5-25-96,24 26 1,1-28-65,-28 28-32,28-26 32,-2 25-32,4 0-64,-30-26 129,28 26-97,-2 2-32,-24-3-32,24 3-32,4-3 64,-5 2-128,2 1 96,2-3 0,-29 1 64,28 1-224,-28-1 64,1 27 32,1-27 0,-2 27-64,2 0 32,-27 0 32,24 0 0,-23 0-64,-2 0 64,1 0 32,0 0-64,-2 0 64,2 0-96,-1 0 64,28 0 32,-29 0-96,2 27 128,-1-27-96,1 0 0,0 0 32,-2 0-128,2 0-64,-1 27 128,2-27-65,-1 0-63,-27 0 64,24 0-32,-24 0-128,0 0-161,0 0-383,0 0-129,0 0-225,0 0-95,0 26 577,0-26-161,0 0 192,0 27 545,0-27 96,0 0 160,0 28-32,27-28 128,-27 0 289,0 0-225,28 0-32,-28 0 65,26 0-97,-26 0 0,27 0-320,-27 0 609,25 0-225,2 25 0,0-25-160,-1 26 160,26-26-127,2 28-1,-1-3 64,-1 28-128,29-26 64,-2 0-64,1-1 0,25 28-96,1-29 0,26 28 97,1 1 95,-1-2-256,0 28 224,0-27-288,-27 0 288,3 1-224,-2-2 64,-28 1-32,-24-1-128,24 1-385,-24 1-640,-2-2-897,1-26-1730,2 1-7206</inkml:trace>
  <inkml:trace contextRef="#ctx0" brushRef="#br1" timeOffset="110096.29">23827 3780 15726,'0'0'385,"0"0"255,0-25 129,0 25-192,0 0 480,27 0-321,26-27-255,-1 27-97,54-25-256,26-30 96,28 3-256,52-1 161,-2-27-1,56 28-160,-2-56 192,1 31-128,26-3-32,1 1 0,-28-1 32,-51 27 0,-29-1-352,-79 28 384,-25 0-673,-52 0-160,-56 26-672,-25 0-1346,-26 0-1953</inkml:trace>
  <inkml:trace contextRef="#ctx0" brushRef="#br1" timeOffset="110515.32">24621 3012 9352,'108'-52'5478,"-84"26"-5478,29-1 64,-25 27-193,-28 0-767,-28 27 800,-25-1 96,1 26-97,-54 28 129,0-1 1,0 2 511,-27-2 417,1 1 544,27-28-223,25 1-354,1 27-383,24-54-225,55 27-192,0 0 161,28-26 287,52 26 97,52 1-193,26-28-352,2 26 1,25-25 63,2 0-160,-31 26-128,-23-26-769,-26-27-673,-29 25-704,-51 2-2498</inkml:trace>
  <inkml:trace contextRef="#ctx0" brushRef="#br1" timeOffset="117315.7">15382 16023 4228,'-24'0'2530,"24"0"-1217,0 0-480,0 0-257,0 0 161,0 0 160,0 25 128,0-25-32,0 0-160,0 0-33,0-25-255,24 25-225,4 0-160,-28-28-31,27 1 31,-27 2 0,26-2 96,-26 1 0,27-28 129,-27 28-1,27 0-64,-2 0-31,-25-1-129,0-26-64,27 26-64,-1-25 0,-26 25 64,27-26 0,0 25-64,-2-23 64,2-2 0,-1 26-160,2-26 224,-1 0-256,-27 27 96,24-27 0,3 26 32,1-26 32,-28 1 33,26 25-33,1 1 64,-2-28-128,-25 29 64,27-28-64,0 25 0,-1-26 0,1 29-32,-2-28 96,2 26-64,0 0-64,-27-25 160,26 26-128,1-1 96,-2 0 32,-25 1-160,27-26 64,0 25-32,-27 0 64,26 1-32,2-1 0,-4 2 0,-24-3 0,27 1 0,0 2-64,1-3 224,-2 2-192,-2 0 32,-24-1-32,28 0 32,-1 1 64,0-1-96,-1 0 64,1 2-64,-2-2 32,2 1 0,-27-1 32,27 0 32,-27 1-32,26 0 64,-26 0 64,27-2-64,-2 2 1,-25 0-97,27-1 0,0 2 0,-1-30 64,2 30-96,-4-3 160,-24 2-96,27 0 32,-27-1-32,28 0 32,-1 1-128,-27 0 160,26-27 0,-2 26 64,-24-26-96,28 26-32,-28-25 0,27 26 0,-27-28-32,0 1-64,27 0 96,-27 26-32,0-25 96,0-1-192,0-1 96,0 28-256,0-28 576,26 29-416,-26-28 96,0-1 0,0 28 0,0-26-32,0 25 0,26 0-192,-26 1 480,0-26-288,26 24 32,-26 2 0,27 0-32,-27-28 32,27 26 128,-1 3-192,0-28 32,-26 27-32,26-28 96,-26 28 0,27-27-32,-27 26-64,27 1 128,-27-26 64,28 25 32,-28 0-256,24 1 96,2-28 64,-26 28-32,27 0-32,28-27 0,-31 26 64,2-26 65,2 26-225,-1 1 96,0 0 0,-1-27 160,26 26-160,-25 1 32,26-1-64,-27-26 128,0 27-32,28 0-32,-26-28 0,-4 28 32,29-26 0,-25 24 32,-1 2-64,-3-2 96,4 3-160,-2-2 192,28 1-288,-29-28 256,28 29-32,1-30-31,-2 30 31,-26-28-32,1 27-32,25-28-96,-25 28 160,-1 0-192,2-28 96,23 28 64,-24-1-224,27-26 288,-27 27-128,25-27 0,1 0 96,1 26-96,-2-25 64,-26-3-64,28 30 32,-29-28-64,2 26 64,-1 0-64,2-25 32,-1 26-32,-3-1 32,3 0 32,27-26-32,-27 28-32,25-2 128,-25-26-192,26 26 96,-28-1 32,2 3-96,26-29 32,-26 29 32,-2-3 0,29 1-289,-28 2 482,26-2-193,-25 1 0,28-1 0,-29 0 0,26 1 0,-25 0 0,0 0 64,-1-1-128,1 27 0,25-27 64,-25 27-32,-1 0 32,26-26-32,-25 26 32,26-27 0,-25 27 0,23 0 64,4-25-161,-5-2 162,-22 27-65,-1-27 0,26 27 0,-27-26 64,27 26-64,-26 0 0,-1-27-32,0 27 0,27 0 64,-26 0 0,25-25-96,1 25 96,-25 0-32,25-28 0,-1 28 64,-25 0-64,26 0-96,-27 0 96,27 0 0,-26 0 0,25 0 0,1 0 0,-26 0 0,1 0 0,22 0 0,-23 0 0,28 0 0,-3-26 0,1 26 0,-1 0 0,1 0 96,-26 0-160,52 0 64,-53-28 32,28 28-32,-2 0-32,2 0 32,0 0-32,-2 0 0,1 0 96,-1 0-64,1 0-32,1 0 32,-2 0 0,1 0-32,-1 0 96,-25 0-96,-1 0 32,2 0 0,-1 28 32,-3-28-64,3 0 32,1 0 0,-28 0 0,26 0-32,1 0-1,-27 0 1,25 26-32,2-26-64,0 28 64,-1-28-32,1 25 0,25-25 96,-25 27 0,-1-27-64,1 26 64,25-26 0,-25 0-32,-1 27 128,26-27-96,-25 0 96,1 0-224,-1 27 224,26-27-192,-1 0 128,1 25-32,-1-25 32,2 0-32,-1 0 0,-1 0 0,1 0 0,-1 0 64,3 0-64,-2 0-64,26 0 128,-26 0-96,-1 0 64,-25 0-64,26 27 32,-1-27 96,2 0-224,-2 0 160,1 0-64,-25 0 96,25 0-160,-1 0 96,-25 0 96,26 0-96,-27-27-96,0 27 128,28 0-64,-28 0 32,0 0 0,27 0 32,-26 0 0,25 0-96,1 0 96,2 0 0,-3 0-96,1 0 64,-1 0 32,28 0-64,-28 0 64,1 0-64,1 0 128,-2 0 0,2 0-32,0 0-32,-2 0-32,1 0 64,-1 0-96,28 0 0,-28 0 128,1 0-128,1 0 64,-29 0-64,2 0-224,-1 0-673,-52 27-1793,-1-27-2467</inkml:trace>
  <inkml:trace contextRef="#ctx0" brushRef="#br1" timeOffset="119964.86">17210 12287 128,'0'27'0,"0"-1"320,-27-26 705,27 26 128,0 2 384,0-3-576,0 2-32,-26-1 865,26 1-32,0 0-866,0-1-639,-26 26-33,26 2 32,0-28-96,0 26 0,0 2 321,-26-1 31,26 0 65,-27-26 64,0 25 63,27 3-480,-28-3-160,4-26 1,-2 28-33,26-2 0,-27-26-32,-1 28 32,1-28 0,27 26 32,-24-24 64,-30 24-32,27-25 288,0 26 97,2-27-161,-28 27-128,26-26-128,0 26 0,2-26 161,-2-1-129,1 0 0,-1 28 0,0-28 0,27 0 0,-28 1-32,4 0-32,-2-1 0,-2 26 0,-26 2 0,30-28 32,-4 28-192,2-2 256,-1-24-128,0 24 0,2 1 96,-2-26-160,1 26 128,26-26 64,-27 25-63,0-26-65,27 28 64,-25-2 0,25-26-64,-27 28-32,1-28 64,-1 26 64,27 2 320,-27-1-288,2-25 32,-2 24 65,1-25-1,26 26 0,-28-26 0,1-2-160,27 28-64,-24-26 160,24 26-160,-27-27 65,-1 27 63,2 0-128,-1 27 96,2-29-64,-2 30 64,0-27-96,27-2 32,-26 28 0,-1-28 32,2 28 64,25-27 32,-27 27-32,0-28 129,27 0-129,-26 3 32,26-29-64,0 0-64,0 2-32,-27 24 32,27-26-160,0 1 64,0 0 0,-28-2-96,28-25-65,0 0-255,0 27-321,0-54-1089,0 27-2273,0-25-8618</inkml:trace>
  <inkml:trace contextRef="#ctx0" brushRef="#br1" timeOffset="123257.04">15595 15968 6566,'-26'27'768,"-1"1"-575,27-28-161,0 0 64,0 0 512,0 0 385,0 0-384,0-28 448,0 28 256,0 0 64,0 0-224,0-27-128,0 27-32,0-25-128,0-28-192,27 26-257,-27-26-288,26-26-128,1 26 96,25-26-96,-25 26-32,-1-27 513,2 26-257,-1 2 0,-3-1 1,3 0 63,1 1-96,-2-2 256,1-24-63,-2 24-1,2 1-288,0-27 513,-1 27-225,1-1 65,-2-24-97,2 24-96,0 2-32,-1-1-256,1 0 64,-2 1-64,29-2 128,-28-24-32,2 23 33,-4 2-65,3 1 224,0-2-128,1 1-64,-2-26 0,-2 26 96,31 0-96,-28 1 64,-1-2-64,26 1-64,-25-27 97,0 55-97,26-29 64,-28 1 64,2 0-128,0 27 96,-1-27 0,2 26-64,-4-26 32,3 0 0,1 1-64,-1 24 0,-1-24 128,-2 0 128,4-3-191,-1 30 31,0-2 0,-27-26-96,26 26 128,-26 0-96,0 1 0,26-28-32,-26 29 0,26-28-64,-26 26 128,27-26-96,-27 1 0,27 25 64,-27-26-32,26 26-32,-26-26 64,26 27 0,0-27-128,-26 26 96,27-26-32,-27 26 64,27-25-96,-27 24 96,28-24-64,-4 26 64,2-28 0,-26 28-128,27-26 192,1 25-64,-1-26-64,-3 26 96,-24-26-96,26 27 160,2-27-128,-1 26 32,0 1-32,-27-1 32,26-26 0,0 27-96,0-2 160,1-24-96,0 26-32,-1-1 64,0-26 0,0 27 32,1 0 32,0-1-96,-27 0-32,28 1 64,-4-1-32,2 2 0,1-3 64,1 2-192,-1-2 192,-3 28-32,4-25-64,-2-2 0,1 1 64,0-1-32,-2 27 96,28-27-96,-26 2-96,0-2 96,-2-1 32,2 3 0,-1-28-96,28 27 64,-29-2 32,2 2-96,-1 0 128,2 0-64,-1-1 32,-3 0-64,3-26 64,1 28-32,-2-3 0,1 2 0,0 0-32,-2-1 0,2 0 32,-1 1 0,1 26 0,0-27 0,-2 0 0,2 2 0,-1-2 0,1-1 0,0 3 0,-2-2 64,2 1-128,-1-1 64,2 0 0,-1 1 0,-3 26 0,31-26 32,-29 0-64,1-1 32,-2 0 64,2 1-64,26-1-32,-26 2 0,-2-2 32,29 0 0,-1 27 32,-28-26-32,29-1 0,-28-1 0,26 3 64,-25-1-64,28-2 64,-29 3-96,1-3 0,-2 28 96,2-27-160,26 2 96,-26-2 32,25 1-64,1-1 128,-26 0-96,25 1 0,1 0 0,-25 0 32,-4 26-64,31-27 32,-28 0-32,-1 27-32,-2 0 96,4-26-32,-1 26-256,26 0 480,-27-27-224,27 27 0,0-25 32,-27 25-64,27-27 32,-26 27 0,1 0 32,22-27-96,-23 27 128,28 0-160,-5 0 64,5 0-96,-2-26 32,-1 26 64,2 0-32,-2 0 64,1 0 0,2-27-32,-5 27 32,5 0 0,-4-25 0,3 25 0,0 0-64,-2-28 96,1 28-96,26 0 160,-26 0-192,-1 0-96,1 0 416,29 0-256,-4 0 0,-24 0-32,24 0 32,1 0 0,-26 28 32,26-28-193,-26 25 1,26-25 64,-24 27 0,-2-1 64,-1-26 0,28 27 64,-28-27-32,1 27 64,-1-27-96,28 25 128,-28-25-128,3 27 128,-2-1-96,-1-26 0,2 27-32,-28-27-32,26 27 32,2-27 96,-28 26-96,26-26 0,2 0 32,0 26-1,-3-26 33,4 0 0,23 0-64,-24 26 32,24-26 32,-24 0 32,24 0-64,4 0 32,-5 0 64,4 0-96,-2 0 32,26 0 64,-25 0-160,26 0 96,-1 0 32,-26-26 0,29 26-32,-3-26 32,-26 26-32,26 0 0,3-26 0,-29 26 33,26 0-1,2-27 0,-29 27-32,28 0 0,-52 0 0,24-27 0,-24 27-97,-2 0 97,-25 0-160,0 0-224,-27 0-96,0 0-385,0 0-1057,-27 0-1409,0 0-4581</inkml:trace>
</inkml:ink>
</file>

<file path=ppt/ink/ink59.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02:33.965"/>
    </inkml:context>
    <inkml:brush xml:id="br0">
      <inkml:brushProperty name="width" value="0.05292" units="cm"/>
      <inkml:brushProperty name="height" value="0.05292" units="cm"/>
      <inkml:brushProperty name="color" value="#0000FF"/>
    </inkml:brush>
  </inkml:definitions>
  <inkml:trace contextRef="#ctx0" brushRef="#br0">21868 4451 7559,'-52'0'1954,"52"0"-641,0 0 384,0 0 33,0 0-128,27 0-33,25 0-384,1 0-448,26 0-257,26 0-288,3 0 1,-3 0-193,-26 0-64,1-27-609,-28 27-1057,1 0-2081,-53-27-10026</inkml:trace>
  <inkml:trace contextRef="#ctx0" brushRef="#br0" timeOffset="7767.44">21233 8425 10121,'0'-26'384,"0"-1"65,0 27 127,-28 0 257,4-27-192,-2 54-353,-1-27-256,-28 27 0,5 26 96,-5-1 193,2 1 159,27 27-64,0-1-127,26 26-65,0-23-32,52-4-32,1-24 0,2-2 33,50 1-33,-28-26 160,31-27 257,-2-27-1,-1 0-95,0-26-129,-23 1-256,-4-28 64,-51 27-96,0-26 0,-27-1-32,-27 1-64,-26-1 0,-26 27-224,-2 1-32,-25-1 256,1 26 160,0 54 64,-1-27 0,25 53-160,4-1 64,49 1-32,28 1 0,0 24 97,52-24-129,29-1 0,-4-28 64,31 3 0,-29-2-64,26-26-128,-23 0-128,-5 0-609,-22 0-1345,-3 0-2114</inkml:trace>
  <inkml:trace contextRef="#ctx0" brushRef="#br0" timeOffset="7984.45">22159 8955 12972,'54'26'640,"-54"1"225,0 25 96,27-25-448,-27 26 63,0 0-352,0-1-192,0-25-288,0 26-384,0-26-866,0-2-1441,27-25-7142</inkml:trace>
  <inkml:trace contextRef="#ctx0" brushRef="#br0" timeOffset="8756.5">22820 9035 14541,'0'0'1281,"0"0"-832,27 0 672,-27 25-64,0 2-160,0-1-705,0 1-160,0 26-160,0-1-256,-27-25-481,27 26-1121,-24-26-513,24-2-639,0 2-4390</inkml:trace>
  <inkml:trace contextRef="#ctx0" brushRef="#br0" timeOffset="9194.52">23800 8611 2786,'0'-80'8264,"-27"80"-8136,-25-27 481,26 27 608,-28 27 32,29-27-512,-28 53-545,26 0-32,0-1 64,27 28 32,0-28-31,27 30-129,0-30 96,51-26-32,2 1-64,-1 0-96,2-27 96,-2-27 0,-2 0 97,5 1 95,-30-26-32,-26-2-96,-26 1 0,0 0-288,-26-1-128,-26-24-417,-30 51 1,5-26 383,-30 53 354,27 0 255,-25 26-64,53 1-128,25 26-64,1-1 257,26 2 127,53-28-192,-1 26-64,53 2-95,-25-26-130,27-28-191,-2 25-256,-25-25-1090,-1 0-1505,-26 0-8520</inkml:trace>
  <inkml:trace contextRef="#ctx0" brushRef="#br0" timeOffset="9628.54">24569 8981 16399,'0'27'32,"0"-27"128,0 0 1218,0 0-289,0 0-673,0 27-288,0-2-128,0-25-64,26 27-32,-26-27 64,26 26-128,1-26-193,0 0 610,-27 0-289,26 0 32,-26 0-225,-26 0 578,26 27-129,-27-27 128,0 27-192,27-27-31,0 26-65,-26-26 0,26 26-96,0-26-32,0 26 32,0-26 0,26 0-161,-26 27 289,27-27-128,0 27-96,-1-27 64,26 0-64,2 0-192,-28 0-353,0 0-32,0 0-352,1 0-384,0 0-609,-27 0-2050</inkml:trace>
  <inkml:trace contextRef="#ctx0" brushRef="#br0" timeOffset="10039.57">25468 9193 17072,'27'0'1185,"-27"0"-1121,0 26 1025,-27 0 160,0 1-833,27 0-416,-26-1-608,-1 1-417,2-2-448,-2-25-1827,0 27-7590</inkml:trace>
  <inkml:trace contextRef="#ctx0" brushRef="#br0" timeOffset="10487.59">26076 8531 16207,'-25'0'769,"25"0"-1090,-27 0 97,0 0 224,1 26 64,-26 1-64,25 26-32,0 26 0,1 26 32,26-23-96,0-4-256,26 1 320,28-26 128,-2-26 64,1-27 545,26 0-193,26 0 609,-24-27-224,-2-26 0,-26 1-32,-1-1-353,-25 1-224,0-2-160,-27-26-224,-27 27-64,-25-26-128,-28 26-64,1 26-161,-26 1 353,50-1 96,2 54 64,1-1-32,25 1-64,1 0 96,26 25-32,0-26 64,26 1-224,28 26-321,-2-26-320,2-2-480,-3 3-897,-24-28-1794</inkml:trace>
  <inkml:trace contextRef="#ctx0" brushRef="#br0" timeOffset="10824.61">26500 8928 15951,'80'0'160,"-28"0"0,1 27 1794,2-27-96,-3 0-673,1 26-929,-26-26-256,-27 27-128,0-27 64,-27 27-225,27-2-287,-26 2 31,-1-1 321,27-26 96,0 27-320,0 0 63,27-1 193,-27 0 192,26 0-64,1 1 96,-2 0-32,2-27 64,-27 26 128,-27 1 65,2-2-65,-2-25-64,-26 27-32,25-27-224,-23 0-225,-3 0-223,0 0-545,29 0-2851</inkml:trace>
  <inkml:trace contextRef="#ctx0" brushRef="#br0" timeOffset="11006.62">27161 9404 20179,'54'28'1185,"-54"-3"-128,0-25 736,0 28-383,-27-2-962,-25-1-640,-1 3-1474,-1-1-1152,2-1-4165</inkml:trace>
  <inkml:trace contextRef="#ctx0" brushRef="#br0" timeOffset="11755.67">28141 8663 12459,'-26'-79'801,"0"52"-513,0 1 33,-1-1 95,0 27-160,-25 27 193,-29-1-225,30 28 32,-3 24 193,0 2 351,28 0-159,26 26-321,0-53 33,53 26-97,28-26 0,25-26 257,-1-1-225,27-26-64,-27-26-160,1-28 0,2 28-128,-56-53-32,1 26 0,-53-27-128,0 1-97,-27 26-95,-51-27 0,-4 54 384,4 0 224,-28-1-32,0 27-64,27 27 0,0-1 96,26 0 129,25 27-193,28-26-96,0 26 160,55-28-96,-3 29 32,28-26-64,-2-3-192,28 2-641,2-27-1088,-3 0-2115</inkml:trace>
  <inkml:trace contextRef="#ctx0" brushRef="#br0" timeOffset="11972.68">28829 8955 16719,'-26'26'160,"-1"-26"225,27 27 832,0 0-96,27 25-544,-1-26-289,1 1-160,52 0 64,2-1-128,-2 0 32,1 0-96,-28-26-352,1 0-257,-1-26-768,-25 26-1281,-27-26-2948</inkml:trace>
  <inkml:trace contextRef="#ctx0" brushRef="#br0" timeOffset="12109.69">29200 9087 14990,'-25'106'2242,"25"-54"-737,0 2-352,0-1-384,25-1-865,-25 1-2338,0 1-8617</inkml:trace>
  <inkml:trace contextRef="#ctx0" brushRef="#br0" timeOffset="24974.42">3181 15312 6213,'0'0'833,"-28"0"192,28 0-673,0 28-191,0-28 447,0 27 161,0-27-289,0 26-191,0 28 127,0-29 65,28 28 95,-1 27 129,0-1-33,-1-26-287,0-1-65,0 3-64,1-3-32,26 28-31,-1-1-193,2 27 192,0-27-128,24 1 96,-24-1-96,25 2-32,-26-4-32,26-22 0,-26-2 64,-1-1-96,-25 2-128,26-1-256,-1-26-481,-25-2-320,1 2-225,-1-27-1537,-27 26-3683</inkml:trace>
  <inkml:trace contextRef="#ctx0" brushRef="#br0" timeOffset="25378.45">3843 16771 12491,'0'26'-352,"0"-26"416,0 27 320,26 25 129,1-25 224,26 26-193,-1 0-192,2-27 1,-2 28 63,1-28 289,26 0 352,-25-26-96,-27 0 32,25 0-225,-25-52-95,-1 24-353,1-50-256,-27 24-96,27-24-192,-27 24-416,0 1-866,0 0-1441,0 27-2177</inkml:trace>
  <inkml:trace contextRef="#ctx0" brushRef="#br0" timeOffset="26093.49">984 14148 7975,'-25'-53'1409,"-2"53"-736,27 0 0,0 53 704,0 0-384,27 1 0,-2 51-417,2-26-447,-1 27 31,1 0-96,-27-25 96,27-2 32,-2-26-32,-25-1 32,0-52 481,27 27 512,-27-27-672,0-27-449,0 2-96,0-2-96,0 0-161,0-26-127,26 26 192,-26 2 31,27-3 65,0 28 128,-2 0 64,-25 28 0,27-3-64,-1 29 0,1-1-160,28-1-672,-31 28-994,2-27-801,2-1-3010</inkml:trace>
  <inkml:trace contextRef="#ctx0" brushRef="#br0" timeOffset="26482.51">1725 14811 13516,'-26'0'-416,"26"26"-97,-27-26 161,2 27 320,25 0 64,0-2 0,0 2 0,25 26-32,2-26 192,-1-1 1,28 0 127,-2 0 32,1-26 33,-25 0 287,23-26 1,-23 26-161,-2-26-159,-26 0-97,0-1-128,-26-26-96,-2 26-160,1-25-192,-25 25-225,-1 1 257,1 26 160,-2 0-65,28 0 193,-1 0 97,27 26 63,0 1-96,0 0 64,27-2-96,26 2 64,-1-27-224,1 26-513,2-26-1313,-4 0-3331</inkml:trace>
  <inkml:trace contextRef="#ctx0" brushRef="#br0" timeOffset="26757.53">2149 13989 12235,'-26'0'2082,"-1"0"-2114,-1 26 0,28-26 192,-24 53 289,-3-26-65,27 53-224,0-27-32,0 26-64,27 1 64,25-28-96,-25 1-128,26 0-801,-28-1-352,29-24 288,-1-2 33,-1 2-162,-25-28-2016,-1 0-4197</inkml:trace>
  <inkml:trace contextRef="#ctx0" brushRef="#br0" timeOffset="26915.53">2387 14360 12299,'-27'0'1057,"27"27"-1089,0-27 577,0 26-193,27 0-128,-27 27-224,54-26-1057,-3-1 32,30 1 32,-30-27-640,4 0-2980</inkml:trace>
  <inkml:trace contextRef="#ctx0" brushRef="#br0" timeOffset="27073.54">2624 14307 1217,'-51'26'12908,"25"28"-13004,-2-28 32,1 26 352,3 2 128,24-1-320,0-28-384,-27 3-801,27-2-32,0 2-1345,27-3-4549</inkml:trace>
  <inkml:trace contextRef="#ctx0" brushRef="#br0" timeOffset="27304.56">2624 13909 15694,'28'0'1858,"-28"-26"-2434,27 52 928,26 1 801,-28 0 449,29 25-642,24 1-511,-24 2-257,24 23-224,-24 2 224,0 26-64,-30-28 32,4 2-256,-28 0-288,-28-1-897,4 1-1538,-30 0-5156</inkml:trace>
  <inkml:trace contextRef="#ctx0" brushRef="#br0" timeOffset="30101.72">21181 9723 8744,'0'0'640,"0"0"225,0 0 320,24 0 577,4 0-385,26 0-736,-2 0-449,28-27-160,-28 27-256,1 0-929,26 0-1538,-26 0-5220</inkml:trace>
  <inkml:trace contextRef="#ctx0" brushRef="#br0" timeOffset="30642.75">23905 9591 7623,'-24'0'1601,"24"0"-800,-28 0 128,28 0 320,0 0 513,28 0-769,-28 26-513,24-26-96,3 0-159,28 0-65,-5 0-96,5 0-192,-2 0-961,-1 0-1442,-25 0-3234</inkml:trace>
  <inkml:trace contextRef="#ctx0" brushRef="#br0" timeOffset="31270.78">26103 9776 11498,'0'0'481,"26"0"-1,2 0 513,-1-27 0,24 27-128,3 0-577,25 0-224,-26 0-352,26 0-1538,-26 0-3459</inkml:trace>
  <inkml:trace contextRef="#ctx0" brushRef="#br0" timeOffset="31645.8">28247 9749 12011,'0'0'705,"26"0"-321,28 0 609,-2 0-128,1 0-385,26 0-448,29 0-256,-30 0-192,1 0-641,1 0-3396</inkml:trace>
  <inkml:trace contextRef="#ctx0" brushRef="#br0" timeOffset="33630.92">21603 10704 9961,'0'-27'769,"0"-1"95,0 3 354,-24 25-161,24-27-449,-28 27-352,1 0-256,0 27-32,1-2 64,-26 30 0,25-3 65,0 1-33,1 27-32,0-1-32,26 1 32,26-27 0,0-1 0,28 2-32,24-28-192,4 1 128,-5-27 64,30 0 64,-27-27-32,-2 1 0,1-28-32,-26 2-96,-26-1 31,-27 0 130,0 1 31,-27-2 96,-26-26-64,-26 27 32,1 26 160,-2-25 193,-27 52-129,2 0-128,51 0-63,-24 27-129,51-2-32,27 29-32,0-28 0,27 26 96,51-24-64,4-2-32,23 2-64,-26-28 0,1 25-192,-2-25-673,1 0-1089,-26 27-2178</inkml:trace>
  <inkml:trace contextRef="#ctx0" brushRef="#br0" timeOffset="33811.93">22424 11127 13676,'53'53'705,"-53"-26"-224,27-1-1,-27 26 97,0-24-1,0-2-416,0-26-320,27 26-897,-27-26-640,0 27-1314</inkml:trace>
  <inkml:trace contextRef="#ctx0" brushRef="#br0" timeOffset="34619.98">22928 10995 12203,'-27'-27'577,"27"27"255,0 0 674,0 0-33,0 0-480,0 0-737,0 0-256,0-25 161,27 25 63,-27-28-64,25 2-64,2-2 192,0 3 1,-1-28-257,1 26 32,-2 0-64,2 2 0,-27 25-96,27-27 160,-27 27-321,0 27 161,0-2-96,26 2 192,-26 26-288,27-26-257,-2-2-191,2 3 127,0-2 481,-1-26 160,-26 28 160,28-28 192,-4-28 225,-24 2 64,0-2 31,27 3-127,-27-2 31,28 1-351,-28-1-193,0 0-288,0 27-289,0 0-736,0 0-961,0 0-385,0 0-1408</inkml:trace>
  <inkml:trace contextRef="#ctx0" brushRef="#br0" timeOffset="35009">23192 11180 8263,'-53'27'1025,"53"-27"833,0 0 160,-27 0-545,27 0-544,0 0-544,0-27-193,0 27-64,0 0-64,0-27-32,27 27-96,-27-26 0,26 26 32,-26-26 0,27 26 0,-27 0 64,25 26 128,-25 0-64,0 1-64,27 0 0,0-1 0,-1-26-128,26 27 0,-25-27 96,1 0 128,-1 0 0,-27-27 160,26 1 129,-26-1 127,27 0-127,-27 1-257,0 0-128,0 0-192,0-1-705,0 27-737,0 0-1216,0 0-3909</inkml:trace>
  <inkml:trace contextRef="#ctx0" brushRef="#br0" timeOffset="35341.01">23987 10889 11498,'78'-80'1089,"-51"54"-928,-27-28 447,0 54 65,0 0 192,-27 0-673,-25 27-160,26 0 64,-1 26 128,-1 0-32,28 26-160,28-26 32,-1 1 0,-1-28 33,26 0-1,28-26 224,-1 0 449,0-26-129,-26 0 129,26-28 64,-53 1-193,1 0-63,-27-1-257,-27-24-96,-23 24-159,-5 29-33,-24-30 0,-27 55-96,27-25-545,24 25-1057,-22 25-1793,22 3-6438</inkml:trace>
  <inkml:trace contextRef="#ctx0" brushRef="#br0" timeOffset="36127.06">25415 11180 11659,'0'0'2530,"0"-27"-1569,0 27-385,0 27 33,0 0-161,-27-1-223,27 26-161,-25-24-96,-2 24-32,27 2-545,-27-28-608,27 1-321,0-2-1312,0-25-5863</inkml:trace>
  <inkml:trace contextRef="#ctx0" brushRef="#br0" timeOffset="36589.08">26316 10677 13644,'-27'-28'833,"1"3"-352,-2 25 63,-23 0-256,24 0-159,-27 53-1,27-1-192,2 2 64,-2-1 0,27 26 0,0 1-32,27-27-97,-2 0-63,28-27 128,26-26 96,2 0 32,-2 0 96,1-26-31,-28-27 159,1 0 64,-26 1 33,-2-2-193,-25 1-192,-25 0 64,-28-1 160,-1 29 385,-24-2-97,24-1-160,2 28-191,-2 0-33,27 28-64,27-1 32,0-2-32,55 2 192,-2 0-224,-1-1 0,28 1 96,-1-27-352,-1 25-545,-24 3-1056,0-28-2339</inkml:trace>
  <inkml:trace contextRef="#ctx0" brushRef="#br0" timeOffset="37000.11">26872 11048 13228,'-27'0'2338,"54"0"-1665,-27 0 352,25 0-192,29 0-321,-28 0-256,26 0-224,-25 27-96,-27-27 0,0 26 64,-27 0-64,2 27 160,-2-26-128,1-1 160,-1 1 33,27-27 31,0 25 96,27-25-32,-1 0-224,26 0-544,-25 0-962,26 0-1472,-26 0-4710</inkml:trace>
  <inkml:trace contextRef="#ctx0" brushRef="#br0" timeOffset="37577.14">27771 10943 928,'0'0'8713,"0"0"-8009,0 0 994,0-28 96,0 28-513,28-26-64,-28-2-224,26 3-417,-2-2-95,3 1-385,-27-1 0,28 0-64,-1 2-160,-27 25-96,0 0-193,26 0 97,-26 25-96,0 2-97,26 26 225,-26-26 224,0 26 64,26-27 0,-26 2 0,27-3 64,-27-25 0,27 0 224,-1 0 225,0 0-97,0-25-31,1 25-33,0-54-64,-1 26-96,0 3-160,0-2-384,1 27-545,-27-26-897,0 26-1216,0 0-5671</inkml:trace>
  <inkml:trace contextRef="#ctx0" brushRef="#br0" timeOffset="37887.15">27904 11180 12203,'-28'27'993,"28"-27"96,0 0 1602,0 0-1378,28-27-833,-1 27-352,-1-27-64,26 1-160,-25 26 96,0-26-64,-1 26-96,0-26 32,-26 26 64,0 0-96,0 26 128,0-26 160,0 26 96,0 0-64,0 1 97,26-27-161,-26 27 0,27-27 64,0 0 32,-1 26-160,0-26-96,0-26-384,1 26-706,0 0-1024,1-27-576,-4 0-3396</inkml:trace>
  <inkml:trace contextRef="#ctx0" brushRef="#br0" timeOffset="38184.18">28883 10756 14541,'0'27'-32,"-27"-27"96,0 53 801,1-28-160,-1 29-97,2-1-415,25 0-129,0 1-32,0-2 0,25-26-128,28 1 32,29 0 224,-4-27 64,0 0 128,3-27 225,-2-26 159,-26 1 129,-1-2-128,1-24-353,-53 24-191,-26-26-193,-1 27 0,-52 1 32,1 25-129,-2-1-31,-26 28-1025,0 28-2402,26-1-9161</inkml:trace>
  <inkml:trace contextRef="#ctx0" brushRef="#br0" timeOffset="38991.21">22053 12161 14093,'27'-53'1313,"0"26"-993,-27 27 225,-27 0-385,27 0-352,-53 0 64,26 27 64,2 26 64,-29 1 0,28 24 0,26 2 0,-27-1-64,27 1 64,53-27-64,-26-1 64,52-25 64,1-27 32,26 0 32,0 0 224,-1-53 65,-25 27 63,-1-27-192,-26 0-352,-53-1 545,0 2-321,0-28-96,-53 27-64,-26 0 0,-1 1-64,-25 25-32,-1 0 192,25 27 32,2 0 96,26 0 32,28 27-31,-2 26-65,27-27 64,52 2-192,1 24 96,26-26-64,2 1 0,25 0-256,-1-27-705,-25 26-1121,-1-26-2146</inkml:trace>
  <inkml:trace contextRef="#ctx0" brushRef="#br0" timeOffset="39359.25">22875 12425 14285,'53'0'577,"-28"0"-577,29 0 288,-28 0 0,1 0-96,-27 0-224,25 27-897,-25 0-224,0-1 641,-25 1 224,25-2 191,0 3 194,0-2 479,0-26 449,0 26-224,25 1-289,2 0-320,0-1-31,-1-26-33,1 27-32,-2 0-32,-25-27-96,0 25 32,-25-25 32,-28 27 0,-1-27-32,-24 28-96,24-3-32,-24-25-32,23 27-193,4-27-448,51 0-896,-28 0-3652</inkml:trace>
  <inkml:trace contextRef="#ctx0" brushRef="#br0" timeOffset="39741.25">23563 12399 13388,'-27'0'-769,"27"0"449,0 26 416,0-26 353,0 0 351,0 0-63,27 0-224,-27-26 63,26 0 65,1 0-161,-2-28-159,2 28-257,0-26-64,-1 24-32,26-24 32,-25 52 0,0-27-161,-27 27 97,0 0-32,26 27-32,-26-1 96,0 28 0,0-29 64,28 28-32,-4-26-160,3 0-32,1-27 160,-1 0 160,-1 0 352,-2 0 1,4-27-193,-1 0 545,0 1-321,-27-26-480,0 24-288,0 28-1249,-27-26-2851</inkml:trace>
  <inkml:trace contextRef="#ctx0" brushRef="#br0" timeOffset="40037.28">23881 12585 15342,'-28'0'1890,"2"0"-1634,26 0 577,0 0 320,26-28-737,-26 28-416,28-25-160,-4 25-320,3 0-97,-27 0 225,0 0-225,28 0 321,-28 25 480,0 3 33,0-2-97,0 0-160,27 1 0,-1 0-289,-2-27-159,4 26-193,-1-26 1,26-26-33,-1-1-96,-25 0-704,26 1-289,-27 0-608,0-27-2531</inkml:trace>
  <inkml:trace contextRef="#ctx0" brushRef="#br0" timeOffset="40312.3">24595 12187 15598,'-26'28'192,"0"-3"-256,26 28 225,0-26 639,0 0 33,26 25-801,-26 1 32,26-26-128,27 26-32,-26-28-32,25 3-224,1-28 191,0 0 225,26-28 33,-24 3 159,-5-2 64,-23-26 225,-27 0-129,0 1-224,-27-28-128,-23 28 96,-32-2 289,4 28-1,-28-1-288,26 27-96,-25 0-960,24 27-2500,2-1-8519</inkml:trace>
  <inkml:trace contextRef="#ctx0" brushRef="#br0" timeOffset="41104.35">26897 12135 12075,'0'-54'1441,"0"54"-1056,-25-28 127,-2 28-256,1 28-160,-1-1 289,-25 26-193,25 26-192,-1 1 64,28-1-32,0 1-32,28-27 0,23 0-96,4-1 96,23-25 32,2 0 160,26-27 481,-28-27 256,2-26 64,-1 27-385,-24-27 353,-29-27-128,-2 1-256,-24 26-289,-50-52-256,-5 25-96,4 26-64,-30 1-33,2 26 33,-26 27 96,-2 0-64,29 27 0,23-2-128,4 3 0,23 26-97,28-28 193,28 28 160,-1-29-32,52 2 0,-26-1 160,26 1 129,-1-27-161,2 0 160,-1 0-32,2-27-192,-30 27 97,-23 0-514,-1 0-544,-1 0-1153,-26 0-1793,0 0-2275</inkml:trace>
  <inkml:trace contextRef="#ctx0" brushRef="#br0" timeOffset="41445.37">27825 12452 15566,'-26'0'481,"-2"0"-1,28 27 417,-27-1-449,0-26 1,1 52-449,26-24 64,0-2 0,0 0 0,53-26-96,2 27 0,-5-27-128,5 0-577,-2 0-768,-27 0-1058,27-27-3490</inkml:trace>
  <inkml:trace contextRef="#ctx0" brushRef="#br0" timeOffset="41594.37">27957 12505 13773,'0'52'640,"0"2"1090,0-28-161,0 28-1056,0-1-513,26-1-993,0-25-801,-26 1-352,27-3-1633</inkml:trace>
  <inkml:trace contextRef="#ctx0" brushRef="#br0" timeOffset="42005.4">28405 12293 12043,'27'54'480,"-27"-28"-512,0 0 64,0-26 577,0 26 1345,28-26-641,-28-26-480,27 26-353,-3-52 129,-24 25-193,28-26 65,-2 26-161,1-26-160,25 27-224,-25-27-224,-1 53 64,-26-27-65,27 27-63,-27 27 160,0 0 64,27-1 160,-27 0-64,0 2 32,0-3-32,0 2 128,25-1 96,-25-26 449,0 0-1,27 0-63,-1-26-65,1 26-127,0-27-161,1 2-128,-4-3-32,-24 2-320,26 0-705,-26 26-961,0 0-1473,-26 0-1890</inkml:trace>
  <inkml:trace contextRef="#ctx0" brushRef="#br0" timeOffset="42293.41">28671 12532 8584,'-27'53'1729,"27"-27"-31,0-26 928,0 0-191,0 0-834,0 0-960,27-26-289,-1-2-96,1 3 1,0-2-225,-2 1-32,2-1-32,-1 0 32,-26 27-32,27 0-129,-27 0 33,0 0 32,27 27-32,-27 26 128,0-26-128,0-2-32,28 3-257,-4-2-191,30-26-1,-27 26 193,24-26 32,-23-26-1314,25 26-1729,-26-26-5798</inkml:trace>
  <inkml:trace contextRef="#ctx0" brushRef="#br0" timeOffset="42603.43">29439 12240 14862,'0'0'384,"0"27"-416,-27-1 352,0 28 33,27-2-193,0 28-128,0-27-128,0 0-193,27-1 1,25 2 192,1-54 128,2 26 448,24-26 577,-26-26-192,26-1 352,-26-26-224,-28 27 160,2-27-640,0-27-65,-54 27-287,0 1-161,-25-2-193,-28 1-127,2 28-160,-28-3-257,0 28-1729,-1 0-3364</inkml:trace>
  <inkml:trace contextRef="#ctx0" brushRef="#br0" timeOffset="43037.46">25865 12637 14445,'0'0'3203,"0"27"-2658,0 0-385,0-1-96,-26 28-192,-1 26-897,2-28-1089,-2 28-2531</inkml:trace>
  <inkml:trace contextRef="#ctx0" brushRef="#br0" timeOffset="45179.58">7047 16532 10057,'-55'0'1249,"55"0"-320,-27 0-64,3 25-96,24-25-417,0 0-256,0 0 577,24 28 159,3 26-255,28-2 64,-5 28-129,32 0-31,-4 25-193,28 0-128,0-25-64,1 27-96,-2-2 0,1-25 0,-1-1-352,-25-26-321,-1 1-288,2-2-320,-30-26-1378,3 2-6597</inkml:trace>
  <inkml:trace contextRef="#ctx0" brushRef="#br0" timeOffset="45396.59">7363 17697 19154,'-106'107'1121,"80"-82"-1410,26-25 418,0 0-33,53-25 64,0-28 0,-1-1 64,54-24-64,-25-2 417,51-26-225,-27 0-224,1 0-224,2 0-673,-31 26-672,2 1-1410,-25 26-3330</inkml:trace>
  <inkml:trace contextRef="#ctx0" brushRef="#br0" timeOffset="45894.62">9745 16453 13004,'-80'-80'512,"55"80"-287,25-26 159,25 52 256,2 26-31,26 3 448,26 22-64,2 31-224,-2-2-257,53-26-159,-27 25-193,27 0-96,-24 2 32,24-27-64,-26-1-96,-1 1-160,-26-27-321,2-1-192,-30 1-928,-25-26-1923</inkml:trace>
  <inkml:trace contextRef="#ctx0" brushRef="#br0" timeOffset="46103.63">10116 17619 19250,'-132'106'865,"77"-80"-385,31 0-288,48-52-128,4-28 64,26 2 193,51-28-65,0-25-160,27-2 32,28-25-192,-1 0-384,0-1-1570,-26 28-545,-1 25-960,0 26-8040</inkml:trace>
  <inkml:trace contextRef="#ctx0" brushRef="#br0" timeOffset="46527.66">13345 16532 13965,'-106'-79'256,"52"51"321,30 2-289,-4 0-160,28 26 480,0 26 514,28 0-322,-4 54 97,30-28-96,24 56-257,4-2-127,23-1-289,-25-25-96,25 25 96,2-25-160,-30 0-160,31 0-128,-29-1-353,-26 1-512,-1-28-1538,2 1-1793</inkml:trace>
  <inkml:trace contextRef="#ctx0" brushRef="#br0" timeOffset="46730.67">13293 17619 8199,'-132'132'11787,"104"-106"-11787,28 1 161,52-54-33,30 1 32,23-28 64,27 2 160,0-28-416,28 2-544,-28-29-930,0 54-800,27-26-801,-26-1-672,26 27-5030</inkml:trace>
  <inkml:trace contextRef="#ctx0" brushRef="#br0" timeOffset="47126.68">16468 16612 15342,'-79'-80'705,"53"53"-65,-1 2-576,27 50 353,0-25 512,27 52-449,26 3-256,-1 24-160,1 1 129,26 25 127,2 2 481,-2-1-545,1-2-128,-1 30-32,-1-54-256,30 25-256,-29-25-33,-2-27-224,-22 27-63,-2-54-353,-27 0-865,0 1-1922</inkml:trace>
  <inkml:trace contextRef="#ctx0" brushRef="#br0" timeOffset="47350.7">16549 17751 704,'-133'78'20403,"80"-50"-20210,53-28-225,0-28 96,53-50 160,-1-2 417,53-26-129,27 1-64,55-54 1,-2-1-161,27-25-256,-26 26-288,-2 27-609,-52-1-128,-24 54-1633,-30-1-2852</inkml:trace>
  <inkml:trace contextRef="#ctx0" brushRef="#br0" timeOffset="48580.77">22715 14095 14477,'0'0'-32,"-27"28"-64,27 24 256,27 28 321,-27 25-33,0 27 97,0-27-129,0 2-64,0 26-31,0-27-161,0-26-32,0-28 224,26-26 161,-26 1-97,28-27 289,-28-27-257,0-25-288,0-1-96,27 0 129,-27 1-129,0-2-192,24 1-161,3 26 1,1 2 64,-2 25 128,1 0 96,25 25 128,-25 29 128,-1-1-128,1 26-64,-27 1 96,25-28-160,2 28-384,0-27-545,-1 26-865,1-26-416,-2 0-448,2-26-5158</inkml:trace>
  <inkml:trace contextRef="#ctx0" brushRef="#br0" timeOffset="48970.8">23589 14969 14061,'-53'54'32,"53"-28"416,-27 26 705,27 2 32,0-1-576,27 0-385,0-27 0,26 27-127,26-26 159,-26-27-416,52 0 416,-26 0-256,2-27 512,-29-26-191,2 27 223,-54-27 1,0 0-449,0-1-32,-54 2-448,2-1-353,-29 26 352,2 1 129,-1 26 288,2 0 128,-1 26 161,26 1 191,26 26-63,0-27-129,54 27 32,26-26-288,-1-1 193,55-26-225,-2 0 96,-26 0-288,2 0-353,-29 0-992,2 0-1506,-54 0-2530</inkml:trace>
  <inkml:trace contextRef="#ctx0" brushRef="#br0" timeOffset="49381.82">24648 13963 6245,'0'-54'9706,"-27"54"-8874,27 27-864,-26 0 609,0 53 448,0 25-224,-1-25-193,-28 25-255,29 1 95,2 0 129,24 0-289,0 0-256,24-26-192,29-1-321,28-26 33,-29 1 31,28-28-191,-1 0-609,0-26-961,-26 0-1282,2-26-9030</inkml:trace>
  <inkml:trace contextRef="#ctx0" brushRef="#br0" timeOffset="49541.83">24912 14651 14701,'-27'28'929,"54"-28"-1121,0 25 288,1 3 673,22 24 64,32-25-705,-4-1-641,1 1-640,-26 0-96,26-2-897,-26-25-3876</inkml:trace>
  <inkml:trace contextRef="#ctx0" brushRef="#br0" timeOffset="49721.84">25468 14625 12972,'-53'26'256,"53"2"-32,-52-3 1089,25 28 193,0 1-513,-26-1-545,1-1-288,25 28-160,1-53-352,-2 25-641,28-26-672,0-26-1282,28 27-5765</inkml:trace>
  <inkml:trace contextRef="#ctx0" brushRef="#br0" timeOffset="49980.85">25495 14068 15598,'52'0'192,"-26"27"417,29 26 1217,24 0-257,-26 27-480,-1-1-672,1 26-289,1-25 96,-2 26-96,-26-25-64,-26 24-32,0-26 32,-26 1 0,-26-27 0,25-1 0,-26-25 1,26 0-290,2-27-704,-2 26-1825,0-52-3236</inkml:trace>
  <inkml:trace contextRef="#ctx0" brushRef="#br0" timeOffset="50377.88">26553 14413 14445,'-53'0'1377,"53"-26"-512,0 26 833,0 0-417,27 0-192,-1 0 32,26 0-320,2-27-321,27 27-191,-2 0-289,-26 0-96,26 0-353,-26 0-864,-1 0-961,-25 0-2082,-27 27-8072</inkml:trace>
  <inkml:trace contextRef="#ctx0" brushRef="#br0" timeOffset="50506.88">26740 14545 16399,'-55'52'865,"55"-52"-513,28 28 801,23-28-96,4 0-544,23 0-513,2-28-961,-28 28-1858,2-25-3042</inkml:trace>
  <inkml:trace contextRef="#ctx0" brushRef="#br0" timeOffset="51155.92">27876 14360 2850,'81'-79'256,"-55"26"-95,0 26 3426,28 1 193,-54-1-1442,26 2-673,-26 25-383,0 0-257,-26 0-737,-1 25-160,-26 28 32,1 1 0,25 24 64,-1 2-192,1-1 97,3 1-161,24-1 64,24 2 0,31-29-64,24 1 128,1-26 32,-2 0 0,28-27 64,2-27 128,-3 0 97,-26-26 352,-26 1-161,-1-1 1,-25-1-129,-27-26-320,0-26 0,-52 27-224,-2 0-128,-24-1-96,-30 27 0,29 0 192,-53 26-65,27 27 65,25 27 0,1 26 0,24 0 96,31 1 0,24-2 160,24 28 32,58-28-63,-4 1-65,28-26 64,0 26-96,28-28 32,-57-25-224,30 28-481,-54-28-1729,-1 0-3332</inkml:trace>
  <inkml:trace contextRef="#ctx0" brushRef="#br0" timeOffset="51480.94">29359 14704 12844,'-27'53'768,"2"-53"-1088,-2 54 256,0-28 577,27 28-129,0-29-320,0 28-320,27 1 96,25-28 63,-25 0 162,26-26 319,-1 0 481,-25 0 352,-1-26-64,2 0-384,-28-1-33,0-26-351,-28 26-161,-25-25 64,1-1-224,-28 26-320,1 0-641,-26 2-2274,0 25-11146</inkml:trace>
  <inkml:trace contextRef="#ctx0" brushRef="#br0" timeOffset="52799.01">23165 15948 7110,'-26'28'2531,"26"-28"-706,0 0-287,0 0-641,0 0 96,0 0-225,26 0-127,26 0-161,56 0-159,24-28 31,52 28 32,2-25-159,52-2-161,-26 0-32,27 2 64,25-3 32,55 1 64,-3 2 96,29-2 65,24 1-97,2-1 64,26 0 97,26 27-257,28 0-64,-27 0-64,0 0 0,-54 27-224,-27-27-609,-79 0 160,-24 0-31,-29 0-577,-51 0-1762,-82 0-4420</inkml:trace>
  <inkml:trace contextRef="#ctx0" brushRef="#br0" timeOffset="60172.44">5935 11392 4484,'-28'0'2018,"28"0"192,0 0 32,0 0-160,0 0-288,0 0-641,0 0-160,28-27-353,-28 27-95,0 0-97,0 0-31,0 0-257,0 0-32,0 0 0,26 0 64,-26 0 0,27 0 65,-27 0-65,24 0 32,-24-26-64,28 26 0,-1 0-96,-1 0 32,-26 0-32,27 0 33,-27 0 63,25 0-160,2 0 192,0 0-192,-1 0 96,1 0-64,-2 0 0,29-26 96,-28 26-128,26 0 32,-25 0 32,28-28-64,-29 28 0,26 0 32,-25 0-32,0 0 32,25 0 0,-26 0-96,1-25 128,26 25 0,-1 0-128,-25 0 160,26 0-96,-25 0 32,-4 0-64,3 0 0,1 0 32,-1 0 32,-1 0-128,26 0 128,-25 0-32,26 0 0,-27 0 0,27 0 32,0 0-32,-27 25-64,27-25 64,-26 0 32,25 0-96,-26 28 96,29-28-32,-4 0-32,3 0 64,0 0-32,-2 26-32,1-26 0,26 0 0,1 0 128,-2 0-160,4 0 32,23 0 32,-26 0 0,26 0 32,2 0-32,-29-26 0,28 26 64,-1 0-160,3 0 160,-3 0-64,27 0 0,-26 0-64,-1 0 64,28 0 32,-26 0 0,-2 0-64,29 0 32,-29 0-64,27 0 96,-27 0-32,3 0 96,24 0-96,-26 0 0,26 0 0,0 0 0,1 0 64,-28 0-128,27-28 96,0 28-32,0 0 32,2 0-32,-2-25 32,0 25-64,0 0 64,0-27 32,1 27-64,26 0 97,-27 0-33,0 0-128,1-26 160,-1 26-96,0 0 0,0 0 64,-27-27-32,29 27 128,-28 0 64,0 0-160,-28 0 0,4 0-32,-4 0-32,2 0 96,-28 0-256,2 0 128,-2 0-128,-26 0 64,1 0-353,-27 0-511,-27 0-866,1 0-2114,-80 27-10121</inkml:trace>
  <inkml:trace contextRef="#ctx0" brushRef="#br0" timeOffset="62905.59">11599 12293 18705,'0'27'321,"0"0"-418,0-1 33,0 0-320,26 27-289,-26-26-608,27-1-1602,25 1-2177</inkml:trace>
  <inkml:trace contextRef="#ctx0" brushRef="#br0" timeOffset="63034.6">11811 12293 16687,'0'0'801,"-27"27"-929,27 0 128,0-1-416,0 26-802,0 2-1760</inkml:trace>
  <inkml:trace contextRef="#ctx0" brushRef="#br0" timeOffset="63445.62">12181 12452 12395,'-26'0'321,"-2"0"95,28 27 769,-27 26 417,27 0-353,0 26-1025,0 28 224,55-27-319,-29-2-162,25-24 33,30-28 33,-27 0 31,24-26 128,-24-26-32,24 0-32,-23-28-32,-4 1 0,-23 0-192,-2-26-192,-26 26 384,0-1-192,-26 2 160,-2 24 32,1 28 160,3 0 129,-3 54 127,-1-1-63,28 27-161,0-1 0,0-26-192,28 26-128,23-25-576,4-2-289,-29-25-96,26 0-288,-25-1-898,0-26-1056,-1-26-6534</inkml:trace>
  <inkml:trace contextRef="#ctx0" brushRef="#br0" timeOffset="63712.64">12921 12851 12299,'27'52'288,"-27"0"-224,0-24 897,0-2 289,0 0-546,27 0-544,-27 1-64,0-27 129,26 0 479,-26-27 1,0 27-609,0-52-96,27 26 0,-27-28 32,0 28-64,25-1 0,2 2 64,-27 25 417,27 0 191,-27 25-223,26 2-161,-26 25-224,0 2-96,28-28-865,-4 27-1569,-24-26-1378,27-1-6950</inkml:trace>
  <inkml:trace contextRef="#ctx0" brushRef="#br0" timeOffset="64087.66">13557 12929 11530,'-26'-26'2787,"-1"26"-2787,-26 26 416,27 0 1154,0 2-33,-1 24-640,27-26-673,0 28-95,27-28-65,-1 1-32,26-2-96,2-25 32,-1-25 96,-1-2-64,-25 1 96,-1-28 0,2 2-96,-4-2 32,-24-25 0,-24 26-96,-4-53-513,2 26 353,-1 0-128,-25 28 95,25 26 129,1 26 128,-1 0 257,0 53 159,27 0 257,0 26 63,0 28-31,27-27-513,26-2-96,-26 2-224,25-28-673,1 2-448,-1-28-1089,-25 1-929,1-27-6118</inkml:trace>
  <inkml:trace contextRef="#ctx0" brushRef="#br0" timeOffset="64455.68">13823 13061 12908,'26'27'1505,"-26"-27"-1377,24 27 32,4-27 65,26 0-1,-28-27-128,0 27-96,-26-27 0,26 1-64,-26 26-320,-26-26-738,0 0-127,-27 26 128,26 0 769,-1 26 192,28-26 32,0 26 288,0 27 608,0-26 225,55-1-288,-28 1-289,25-2-31,-26-25-193,28 28 192,-2-56 577,-26 28 417,1-25-289,0-2-257,-1 1-127,-26-1-160,0 0-161,0 27-192,26-26-384,-26 0-96,0 26-449,26 0-448,-26 0-801,27 0-737,1 0-1601</inkml:trace>
  <inkml:trace contextRef="#ctx0" brushRef="#br0" timeOffset="64881.71">14484 12399 12940,'-81'26'288,"57"1"-256,-3 26 577,27-1 1088,0 28-480,0 0-448,27-26-385,-3 26-255,2-2 31,2-24-160,-1-2-224,0 1-545,-27-26 288,0-27 321,0 26 192,-27-26-64,0-26-32,-1 26 64,2-27 32,26 0 0,-24 1 96,24 0 161,0 26 95,0-26-128,24 26-192,2 0-64,2 0 128,26-28-256,-2 28 32,-26 0-192,1 28 64,0-28 192,-1 26 64,0 0 128,-26 0 64,0 1-128,0 0-128,26-1-64,-26-26-1025,0 0-481,0 0-1024,0 0-4357</inkml:trace>
  <inkml:trace contextRef="#ctx0" brushRef="#br0" timeOffset="64983.71">14748 12929 5445,'0'-106'864,"0"54"-127,-27 25 2883,27 0-834,0 27-928,0-26-1313,0 26-1282,0 26-2915</inkml:trace>
  <inkml:trace contextRef="#ctx0" brushRef="#br0" timeOffset="65155.71">14880 12823 14637,'28'0'2595,"-1"28"-1410,-3-28 737,30 0-385,-27 0-736,25 0-128,1 0-673,1-28-129,-29 28-831,2 0-1026,-27 0-1602,0-27-4035</inkml:trace>
  <inkml:trace contextRef="#ctx0" brushRef="#br0" timeOffset="65321.73">15067 12585 14029,'0'106'1057,"-27"-26"640,27 0 930,0-2-994,27-24-1216,-2-2-417,2-26-192,-1 1-417,28 0-736,-29-27-2307,28 0-8359</inkml:trace>
  <inkml:trace contextRef="#ctx0" brushRef="#br0" timeOffset="65488.74">15543 12347 17456,'0'105'256,"0"-52"-1153,0-26-672,0-2 1056,0 3-2177</inkml:trace>
  <inkml:trace contextRef="#ctx0" brushRef="#br0" timeOffset="65631.75">15780 12320 20307,'0'79'993,"0"-26"-705,-25 0 449,25 27-449,-27-28-865,27 2-2401,0-1-3172</inkml:trace>
  <inkml:trace contextRef="#ctx0" brushRef="#br0" timeOffset="75993.34">5829 11525 928,'0'0'481,"0"0"-161,0 0 257,27 0 896,-27 0 353,0 0-833,0 0-449,0 0 577,0 0-128,24 0-256,-24-28-96,27 28-161,-27 0-224,0 0 1,28 0-1,-2 0 0,-26-25 0,27 25 0,-3 0-95,4 0-33,-1 0-160,-1-27 128,1 27 96,-2 0 192,2 0 129,0 27-129,-1-27-128,1 0-63,-2 25 95,29-25 32,-28 0-32,2 0-159,-4 0 31,30 0 32,-26 0-32,22 0-32,-22 0 64,26 0 1,-2-25-65,1 25-64,0 0-64,-1 0 0,2 0 0,0 0 32,-3 0 128,4 0 32,-5 0 64,5 0-63,-2 25-193,-1-25 96,28 0-64,-28 0 96,2 0-192,24 0 224,4 0-192,-4 0 96,1 0 0,1 0 64,-1 0-64,1 0 0,-2 0-64,-23 0 32,24 0 0,1 0 0,-2 0-64,1 0 64,-26 0-32,53 0 96,-25 0-192,-2 0 96,-2 0-96,4-25 160,25 25-32,-26 0-64,-2 0 128,1-27-128,2 27 32,25 0 32,-1 0-96,-25-26 32,25 26-32,1-27-32,-28 27 64,30-27-32,-2 27 32,-1-26 128,-24 26-128,25 0 64,-28-26-64,28 26 64,0 0-128,0-28 160,-1 28-32,28 0-288,-27 0 512,0-25-256,0 25-32,-28 0 64,28-27-96,2 27 160,-30 0 0,28 0-96,-1 0 32,3 0-32,-3-26-32,1 26 96,-1 0-64,2-27 0,-1 27 64,0 0-224,-1-27 256,27 27-96,-27 0 64,27-26 0,-24 26-96,24 0 32,-26 0-64,26 0 128,-27-26-64,0 26 0,3 0 64,-29-26-96,26 26 0,1 0 96,-25-27 33,-4 27-97,5 0 32,-4 0-32,-24 0 96,24 0-192,-51 0 128,28-27-64,-55 27 32,24 0-97,-24 0 33,26 0-256,-26 27-449,-26-27-544,26 0 128,-24 27-160,-31-27 160,28 26-449,-25-26-6534</inkml:trace>
  <inkml:trace contextRef="#ctx0" brushRef="#br0" timeOffset="88914.08">30233 15525 5349,'27'27'2114,"-27"-27"-609,25 0-160,-25 27-416,0-27-192,0 26-161,-25-26 97,25 0 288,25 0-160,-25 0-33,0 0-127,0 0-353,0 0-160,0 0 33,0 0-65,0-26 0,0-1 64,0 0 64,0-26 225,0 1-65,0-1-160,0-2-64,0 4-288,-25-29 448,25-26-384,0 27 128,-27-26-128,27 25 128,-26-27 33,-1 28-129,-1-1 64,4 27-32,-3-26 0,27-1 0,-28 2-193,28 24-63,-26-24 0,26-2-161,-27 0 1,27 0 224,-24 1 160,-4 26 128,1-27 32,1 28 256,26-2-255,-27 28-258,0-1-63,27 2-64,-25-3-96,-2 1 31,1 2 225,26 25 32,-54-28 32,29 28-32,-2 0-32,-54 0-32,30 0-192,-30 0-33,-24 0 97,26 0 128,-53 0 0,27 0 64,-27 0 64,-3 0-32,-22 0 32,-2 0-64,-1 0-193,1-26-63,-51 26 224,-4 0 64,4 0 64,-28-26-32,-2 26-32,3 0 64,-2 0-32,2 0 0,-28 26-64,26-26 64,-26 0 0,27 0 0,-27 0 32,1 26 128,0-26 192,25 0-63,-1 28-129,30-28-160,-1 0 32,-1 25-128,0-25 0,27 0-96,25 0 63,-24 0 97,25 0 64,27 0 33,0 0 127,24 0-64,29 0-96,1 0-32,24 0 0,28 0 0,26 0 64,-27 0 32,27 0 0,0 0 0,27 27-64,-27-27-32,26 0 32,-26 28-32,0-28 0,27 25 0,-27 28 0,0-27 32,27 28-64,-27-2 32,0 28 0,0-1 0,0 28-32,0-2 32,0 2-96,0 25 96,0 0 0,0 1 0,0-26 0,0 25 0,0 0 0,-27 0 0,27 1 0,-27-29 0,27 31-32,0-30 64,-26 0-32,26 2 96,0-27 0,0 24-64,0-49-64,0-29 32,26 0 32,-26 2 32,0-3 32,0 2 161,0-27 31,0 26-64,27-26-128,-27 0-32,0 27-32,0-27-64,27 0 32,-2 0 0,28-27 32,1 1-64,-2-1 353,29 2 95,24-3-288,1 28-128,-1-26 64,27 26-128,-24-26 32,49 26-352,-25 0-321,27 0-192,1 0-1633,-1 0-7656</inkml:trace>
  <inkml:trace contextRef="#ctx0" brushRef="#br0" timeOffset="92163.27">28644 15287 7655,'0'0'1890,"-25"0"-898,25 0-31,0 0 513,0 0 127,0 0-416,25 0 33,-25 25-225,27 30-481,-27 25-128,0-2-288,0 28 1,-27 27-1,2-28-96,25-26-32,-27-24-129,27-3-31,0 1-96,0 0-32,0 1-385,0-29-416,0 2-481,0-27-287,0 0-2083,0 0-3331</inkml:trace>
  <inkml:trace contextRef="#ctx0" brushRef="#br0" timeOffset="92495.29">28221 15657 6374,'-26'27'4324,"26"0"-3716,0-27 129,0 0 832,0-27-95,26 27-513,0-27-545,0 1-192,1 0-128,0 0 193,1-28-65,22 1-64,-23 28 64,28-29 161,-31 1-65,4 0-128,-2 27 385,1-2-353,0 3-96,-2 25-96,2 0 0,-1 0 32,28 25-96,-2 29 0,-26-29-352,28 30-641,-2-2-609,2-1-1024,0-25-3556</inkml:trace>
  <inkml:trace contextRef="#ctx0" brushRef="#br0" timeOffset="97278.56">6120 11419 4035,'-27'0'2531,"1"0"-2403,26 0 32,0 0-288,0 0 192,26 0 1025,1 0-384,-2-27-353,29 27 64,-28 0 225,26 0 0,-25 0-129,0 0-128,27 0-255,-30 0-65,30 0 0,0 0 0,-2 0 0,2 0 32,51 0 0,-26-27 0,27 27-64,1 0 0,25 0 0,-27-26 32,1 26-32,0 0-32,1 26 0,-2-26 32,1 27-32,26-27 0,-24 27 32,-3-27 32,27 0 0,-27 0-32,27 26 0,-26-26-64,-1 0 64,27 0 1,-24 27 63,-3-27 160,1 0-64,-25 25-32,24-25-32,1 28-96,-1-28 0,0 0-32,3 0 0,-2 0-96,-1 0-96,27 0 128,-27 0 96,3 0 0,24 0 32,0 0 32,-26 0-32,26-28-64,1 28 0,-1 0-32,27 0-64,-27 0-96,28-25 0,-28 25 128,0-27 64,25 27 64,-25-26 224,0 26 32,3 0-224,-30-27-63,28 27-33,-1-27-33,0 27-191,0-26-64,0 0 96,2 26 160,-29-28 32,27 3 32,-27 25 256,3-27 96,-2 27-255,-28-26-65,2 26-64,26 0-32,-28-27-97,2 27-255,-1 0 64,0 0 224,2-27 128,-2 27-32,-26 0 256,0 0 160,-1 0-95,2 0 31,-26 0-160,-4 0-128,-24 0-64,26 0 0,-26 0-32,0 0-32,0 0 0,0 0-64,-26 0 96,26 0 96,-24 0 32,-4 0-32,-26 0-32,28 0-32,-53 0 0,-1 0-32,28 0 32,-53 0 32,23 27-64,-23-27 0,0 0 32,-1 27-32,-26-27 32,0 26 32,-1-26-32,0 27 0,-1-27 0,-22 25 0,23-25 0,1 0-32,-27 28 32,27-28 0,-28 0 0,28 0 0,-26 26 0,24-26-32,-24 26-64,26-26-64,0 0 0,-2 0 96,2 27 32,0-27 32,0 0 0,-1 27 32,28-27 0,-54 0 160,27 0 0,27 26-96,-29-26-96,2 0 0,0 0 32,24 0-64,3 27 32,-27-27 0,27 0 0,-1 0-32,1 0 64,-3 0-32,3 0 32,-1 0 0,1 0 64,-3 0 32,31 0-128,-30 0 0,2 0 0,-2 0 0,2 0 0,-1 0 0,1 0 0,-28 0 0,26 0 0,2 0 0,-29 0 0,29 0 32,-27 0 97,27 0 95,-1 0 32,-26 0 0,24 0-64,-24 0-128,0 0-31,0 25-33,26-25 32,-26 0-32,26 28-65,-26-28-319,0 26-385,27 0-288,-30 1-928,-22 26-4133</inkml:trace>
  <inkml:trace contextRef="#ctx0" brushRef="#br0" timeOffset="110552.32">22399 2728 4836,'0'27'6791,"0"-27"-6279,-27 0-416,27 0 128,0 0-160,0 26 129,0-26 127,27 0-96,-27 0 64,0 0 353,0 0 320,0 0-513,0-26-288,0-28-31,0 2-97,0-1 96,0 1 128,-27-1-32,27-26 0,-27-2-63,1 27 447,26-24 161,-28 24 64,28 54-481,-24-26-32,24 0-256,0 26-64,0 0 128,24 0-384,4-26 192,52 26 32,-2-27 32,28 0 0,-1 27-64,27-26 192,28-1 0,25 27 64,26 0 97,-24 0-129,-2 0-160,27-25-32,25 25 192,54 0-192,54-27 32,-1 27 32,-1 0 192,2 0 32,-2 27-191,2-2-33,-79 2-32,-56-27-193,-103 26-287,-28 1-1,-25 0 1,-30-27-545,-24 0-929,-24-27-2082</inkml:trace>
  <inkml:trace contextRef="#ctx0" brushRef="#br0" timeOffset="111107.35">21868 2569 12043,'27'-25'865,"-27"25"-481,26 0 0,-26 0-127,27 0-97,0 0 448,25 25 289,-26 2-256,28 26-257,-29-1 161,28 2-161,-25-28 161,26 1 255,-2-2 129,1-25 320,26 0-256,1-52-448,25-1 31,-26-26-479,26 26-97,-24 1-193,-2-1-832,-26-1-1313,-1 29-2627</inkml:trace>
</inkml:ink>
</file>

<file path=ppt/ink/ink60.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17:09.565"/>
    </inkml:context>
    <inkml:brush xml:id="br0">
      <inkml:brushProperty name="width" value="0.05292" units="cm"/>
      <inkml:brushProperty name="height" value="0.05292" units="cm"/>
      <inkml:brushProperty name="color" value="#0000FF"/>
    </inkml:brush>
  </inkml:definitions>
  <inkml:trace contextRef="#ctx0" brushRef="#br0">9078 6729 4516,'-26'0'2434,"26"0"-608,0 0-65,-27 0 193,27 0-256,0 0-257,0 0-480,0 0-480,0 0-193,0 26 64,27-26 97,-1 0-289,0 0-64,0 0-96,1 0 128,26 0 0,-1 0-64,2 0 32,-2 0 32,29 0-31,-4-26-65,5 26 64,-4 0-128,2 0-32,26 0 160,-1 0-160,2-26 128,-2 26 0,27 0-64,0 0 64,0 0 64,28-26-32,-1 26-32,-1 0-32,29-27-64,-30 27 64,29 0-32,0-27 96,-28 27-32,27 0-32,2 0 32,-3 0-64,1 0 96,2 0 1,-3 0-194,28 0 97,-28 0 64,29 0-128,-2 0 161,2 0-162,-2 0 194,2 0-97,-2 0 96,-1 0-32,30 0 64,-29 0-160,2 0 96,-2 0-64,0 0-64,2 0 96,-2 0-128,1 0 128,26 0-64,-27 0 64,2 0-96,-2-26 128,1 26-64,-1 0 32,2-27 129,-29 27-129,3 0-32,-29 0 0,26 0-32,-25 0 0,-26 0 64,-1-25-64,-26 25-32,26 0 32,-51 0 64,-4 0-64,5 0 0,-56 0-64,0 0-321,-26-27-1088,-26 27-1794,0 0-11115</inkml:trace>
  <inkml:trace contextRef="#ctx0" brushRef="#br0" timeOffset="1544.08">22101 6597 704,'-27'0'3235,"27"0"-640,0 0-673,0 0-225,0 0-223,0 0-65,0 0-480,0 0-449,0 0-384,0 0 32,0 0 33,0 0 127,-26 26-64,26-26 0,0 27 0,-27-27 65,27 27-65,0-27-32,0 26 64,0-26 97,0 0-1,27 26 0,-1-26 129,1 26-321,-2-26 160,29 0-192,-28 27 65,26-27-161,2 0 96,24 0-64,-23 27-32,22-27 32,31 0-32,-2 0 0,54 0 0,-28 0 96,26 0-224,0 0 96,0 0 0,2 0-64,-1 0 96,0 0-224,-26 0 96,26 26-64,-2-26 31,2 0 65,-27 0 128,1 27-128,-28-27 64,2 0 32,-28 27 0,-25-27 0,-3 0-64,4 0 161,-29 0-1,1 0 224,-27 0-32,25-27 129,2 27-33,-27 0 97,27-27-161,-27 1 128,0-1-255,26 0 95,-26 1-128,-26-26-192,26-2 0,-27 28-737,27-1-1921,-27 2-3300</inkml:trace>
  <inkml:trace contextRef="#ctx0" brushRef="#br0" timeOffset="4941.28">22153 4053 10570,'-27'-27'224,"2"27"288,25-25 481,-27 25-192,1-27-257,-1 27 97,0 0-289,2 0-288,-2 0-96,-26 27 32,25-2 32,-23 30 32,23-3 161,-25 28 127,26-2 32,2 28-63,25 0-161,-27 28 0,27-2-64,27-27-64,25 28 32,1-26-128,-1-28-160,3 1 96,25-28 160,-1-26-128,-26 1 128,26-27 96,-1 0 64,-24-53 64,24 1-128,-51-2-160,28-24 673,-29-30-353,-26-24 225,24 0-289,-48 0-160,24-27 96,-26 26 257,-29 26 95,4 2-128,-3 53-320,0-3 97,2 30-322,-28 25-575,28 25-1218,-28 2-4452</inkml:trace>
  <inkml:trace contextRef="#ctx0" brushRef="#br0" timeOffset="9241.52">5690 9485 10057,'0'0'1666,"0"0"-898,0 0-768,0 26 417,0-26 448,0 0 95,0 27-159,0 25-256,0 1-1,26 27 1,-26-1-257,26 1-160,-26-1-96,27-25 0,-27-2 32,27 2-160,-27-28-32,26 0-416,-26 2-578,0-3-1632,0-25-6119</inkml:trace>
  <inkml:trace contextRef="#ctx0" brushRef="#br0" timeOffset="9587.54">5477 9643 10409,'0'27'993,"0"-27"-865,0 0 481,0 0 1345,0-27-993,0 2-673,28-3-224,-28 3-32,27-2-32,-1 0 32,-2-26 32,-24 26-64,28 1 0,-1 0 0,-27 26 64,27-26-96,-1 26 0,-26 0 96,26 26 160,0 0 1,1 27-97,0-26-96,-1 26-32,0-26-32,0-2-417,1 3-1312,0-3-3460</inkml:trace>
  <inkml:trace contextRef="#ctx0" brushRef="#br0" timeOffset="10193.58">6908 9193 14830,'-54'26'704,"54"-26"-896,27 0 320,25 0 609,28 0 512,25 0-128,29 0-320,51 0-161,52 0 97,-26 0-96,29 0-161,-1 0-256,-55 0-95,1 0-354,-53-26-639,-51 26-546,-29 0-896,-52 0-6182</inkml:trace>
</inkml:ink>
</file>

<file path=ppt/ink/ink61.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17:40.256"/>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brush xml:id="br2">
      <inkml:brushProperty name="width" value="0.05292" units="cm"/>
      <inkml:brushProperty name="height" value="0.05292" units="cm"/>
      <inkml:brushProperty name="color" value="#00FFFF"/>
    </inkml:brush>
    <inkml:brush xml:id="br3">
      <inkml:brushProperty name="width" value="0.05292" units="cm"/>
      <inkml:brushProperty name="height" value="0.05292" units="cm"/>
      <inkml:brushProperty name="color" value="#FF0000"/>
    </inkml:brush>
  </inkml:definitions>
  <inkml:trace contextRef="#ctx0" brushRef="#br0">2547 8717 11050,'0'0'256,"-27"0"-64,27 0 161,0 0 351,0 0-63,27 26 384,0-26-288,25 0-449,1 0 64,-1-26-31,1 26-65,26 0-128,-26 0-32,26 0-64,-26 0 32,2-26-32,-3 26-128,1-28-128,-26 28-96,-2 0-129,-25-25-159,27 25-129,-27 0-224,0 0-865,0 0-1825</inkml:trace>
  <inkml:trace contextRef="#ctx0" brushRef="#br0" timeOffset="331.01">3103 8505 64,'-27'0'7687,"27"0"-7559,0 0 416,27 0 1154,-27 0-513,24 0-448,31 0-481,-29 0-64,26 26-64,2-26 1,-28 28 31,26-28 0,-25 0-32,26 26 32,-26-26 96,1 0 1,-4 0-65,3 0-64,-27 25 32,26-25 32,-26 0 161,-26 28-1,26-28-32,-27 25-64,3 3-127,-4-2-97,-25 27-32,26-26-449,-25-1-1120,25 26-3492</inkml:trace>
  <inkml:trace contextRef="#ctx0" brushRef="#br0" timeOffset="14132.8">2547 5749 10570,'-27'0'576,"-1"0"897,28-27 706,0 27-674,0 0-640,0 0-641,0 27-96,28-27 321,26 0 31,-30 26-352,57-26 64,-29 27-32,28-27-63,-1 0-33,2 0 32,-30 0-32,30 0-64,-57 0-96,4-27-193,-1 27-447,-1 0-514,-26-26-575,27 26-1378,-27-27-4164</inkml:trace>
  <inkml:trace contextRef="#ctx0" brushRef="#br0" timeOffset="14436.82">2995 5538 10570,'0'0'2562,"0"0"-1921,0 0-321,27 0 417,-1 25 31,2-25-255,23 27-97,30 0-128,-29-27-31,28 26-1,-28-26 0,28 0 64,-25 0-288,-4 0 33,-25 27-33,2 0 128,-28-2-128,0 2 384,-28-1 65,2 1-1,-25 26 65,23-27-161,-25 2-160,-1-3-96,29 2-64,-28-1-672,26-26-449,27 26-1442,-27 2-4547</inkml:trace>
  <inkml:trace contextRef="#ctx0" brushRef="#br0" timeOffset="17081.97">18215 11181 1217,'0'0'576,"0"0"97,0 0 288,-27 0 704,27 0-191,0 0 63,0 0-63,0 0-417,0 0-64,0 0-129,0 0-255,0 0-257,0 0-128,0 0-159,27 0-33,-27 0 0,0 0 0,0 0 0,27 0 32,-27 0 96,28 0 0,-28 0-64,26 0 0,-2 0-64,4 0 0,-1 0 0,26 0-32,-27 0 0,27 0 0,-26 0 32,-1 0-64,26 0 32,-25 0 0,26 0 32,-27 0-32,0 0 0,29 0 64,-28 0-32,23 0 0,-22 0 0,26 0-32,-28 0 32,26 0-32,2 0-32,-28 0 32,26 0-32,2 0 32,-28 0-64,26 0-96,3 0 0,-28 26 96,23-26 32,5 0 0,-3 0 64,1 0-32,1 0 32,-2 0 0,1 0-64,26 0 32,-26 0-32,-1 0 0,1 0-192,-25 0-65,26 0-31,-2 0 128,28 0 128,-28 0 64,28 0 0,-28 0 32,29 0 32,-30 0-32,3 0-32,-3 0 0,30 0 0,-29 0-32,2 0-64,-1 0-64,26 0-353,-25 0-287,24 0 223,3 0 353,-2 0 288,-1 0 96,2 0 160,26 0 97,-28 0 95,4 0-127,23 0 223,-26 0-127,27 0-97,-27 0-96,26 0-32,-23 0-159,23 0-65,-26 0 0,-26 0-32,0 0-32,-1 0-321,-25 0-416,0 0-480,-27 0-1633,0 0-2147</inkml:trace>
  <inkml:trace contextRef="#ctx0" brushRef="#br0" timeOffset="36694.08">17872 1034 6726,'27'-28'384,"-27"28"1186,0-27 576,0 2-705,25-2 65,-25 2-65,0-3-480,0 1-449,-25 2-223,25 25-193,-27 0-160,27 0-129,-26 0-31,-1 25-64,-28 2 96,31 1 128,-2 24-32,-2 0 64,1 28-32,27-28 128,0 29-64,27-2 0,1-26 64,-2 1-128,25-2-33,4 1 65,23-25 97,-24-28 63,24 25 64,2-25-32,-28-25-64,30-3-32,-32-25-64,5 1 32,-2-2 128,-27 1-96,-26 0 257,0-26-129,0 26-160,-52-26-32,-2-1 96,2 28 96,-29-3-32,2 30-64,-1-3-64,-25 56-160,26-28-160,26 52 480,-2-24-224,31 24-32,24 0 64,0 3 32,24-30 0,3 27 64,28-24-96,23-1 32,-24-1-96,-1-26-448,-1 0-609,1 0-2018,-1 0-2467</inkml:trace>
  <inkml:trace contextRef="#ctx0" brushRef="#br0" timeOffset="36982.11">18744 1298 8391,'0'27'6503,"0"-27"-6535,0 26 1313,0-26-352,27 27-353,-27-27-191,0 27-193,0-2-192,28-25-32,-28 27-257,0 26-415,27-25-1026,-27-3-2562</inkml:trace>
  <inkml:trace contextRef="#ctx0" brushRef="#br0" timeOffset="37523.14">19406 1405 8584,'26'0'4196,"2"0"-3780,-28 0 641,0 0-545,0 0-31,0 0-1,0 25-159,-28 2-257,28 26 0,0-25-128,-26 24-225,26-27-832,-24 2-1857,24 1-5286</inkml:trace>
  <inkml:trace contextRef="#ctx0" brushRef="#br0" timeOffset="38027.17">20175 1034 16944,'79'-80'-673,"-79"28"1025,0 24-192,0-24-256,-27 24 96,2 28 64,-29 0-128,1 0-64,28 0 0,-29 28 128,26 24 32,2 1 0,26-1 32,0 3-32,0 24 32,26-26-32,2 0 32,26-27 64,-29 27 129,28-26 95,1-27 0,24 0 33,-24 0-97,-2-27-32,-26 0 65,29-25-129,-31-1-96,-24 0-192,0 1-128,0-3-65,-24 3 129,-31 25 160,2-26 64,1 53 96,-1-27-64,1 27-96,25 27-96,0-27 32,1 28-32,26-3 64,26 2 0,-26-2 0,27 2 0,25-27 32,-25 28 0,-1-28-256,28 27-929,-29-27-1121,-25 0-1794,27 0-2819</inkml:trace>
  <inkml:trace contextRef="#ctx0" brushRef="#br0" timeOffset="38344.18">20623 1193 14221,'0'0'609,"0"0"-417,0 0 833,0 0-769,28 0-192,-1 0-64,-27 26-32,26-26 0,1 26-64,-27 0 96,0 1 64,0-27 64,0 53 96,0-26 32,0 0 1,-27-27-193,27 25-64,0 2-32,27-27-64,-27 0-353,25 0-352,2 26-800,0-26-1570,-1 0-4356</inkml:trace>
  <inkml:trace contextRef="#ctx0" brushRef="#br0" timeOffset="38533.18">21287 1378 15822,'25'0'97,"2"0"383,-27 0 609,0 0-544,0 0-353,0 0-384,0 0-577,27 0-929,-27 0-1697,26 0-3876</inkml:trace>
  <inkml:trace contextRef="#ctx0" brushRef="#br0" timeOffset="38655.21">21630 1325 12587,'0'0'-160,"0"0"1089,0 0-448,0 26-610,0-26-1056,28 0-3171</inkml:trace>
  <inkml:trace contextRef="#ctx0" brushRef="#br0" timeOffset="38758.21">21868 1325 8712,'27'26'-353,"-27"-26"-1921</inkml:trace>
  <inkml:trace contextRef="#ctx0" brushRef="#br0" timeOffset="38900.21">22214 1351 16143,'50'0'-32,"-50"-26"1217,28 26-577,-28 0-1152,0 0-1922,0 0-5542</inkml:trace>
  <inkml:trace contextRef="#ctx0" brushRef="#br0" timeOffset="39110.21">22743 1378 17648,'51'0'1506,"-51"0"-1763,26 0 834,-26 0-257,0 27-160,-26-27 97,2 25-193,-3-25-192,-1 27-929,1-1-481,27 1-1537,-26 1-7142</inkml:trace>
  <inkml:trace contextRef="#ctx0" brushRef="#br0" timeOffset="39549.25">23299 1034 10794,'24'-80'4452,"-24"28"-5317,0 52 289,-24-28-930,24 28 1250,-28 28 897,1-3 159,27 27-736,-26 3-320,26 24 64,26 1 192,1-28 96,25 1-160,3 0-64,-2-26 128,26-27 288,26 0 673,-25-27 192,-1 1 96,-26-28-160,-1 2-256,3-1-449,-29 0-255,-26-26-418,0 24 65,-54-22 0,3 49 160,-30-24-96,2 24 0,-1 28 95,1 0 1,1 28-64,51-3-32,-26 2 448,53 26-192,0-1-96,26 3-64,28-3-288,-2 0-673,1-24-384,-1-1-225,28-1-2850</inkml:trace>
  <inkml:trace contextRef="#ctx0" brushRef="#br0" timeOffset="39911.28">24144 1271 14541,'27'27'321,"-27"-27"736,0 27 32,0-1-705,0-26-32,0 27-160,0 0-95,0-27-97,-27 25 224,27-25-160,0 0 0,0 0-128,0 0-224,0 0 63,0 0 129,0-25-64,27-2 0,0 0 128,-1 1 96,1 26 256,-2 0 193,2 0 127,0 0-127,-1 0-193,-26 26-160,0 1-544,0 0-1442,28-2-5349</inkml:trace>
  <inkml:trace contextRef="#ctx0" brushRef="#br0" timeOffset="41418.36">14298 954 5733,'-27'0'865,"0"-27"704,2 27-63,-2-25-257,1 25 64,-28 0-256,29-28-576,-28 28-481,26 0-97,-25 0 129,-1 28-64,-2-3 64,31 27 65,-29 3-33,25-3 0,1 0-32,27 29 64,27-2-32,1-26 32,-2 26 32,53-26-160,1 2 64,-1-30 32,-1 2 64,2-2 385,26-25 63,-28-25-287,4-27-225,-4 24 128,-24-25-64,-1 1 64,-28-28 0,-25 26-96,0 2 33,-52-29-162,-1 29-63,0-28 0,-26 1 0,-26 26 160,23 1-128,-23 24 64,26 28-32,-1 0-32,28 53-64,26-26 64,-1 53 64,27-28 0,27 3-64,-1 22 32,26-49-32,2 25 32,24-1-32,-24-25-641,24 0-1185,-24-27-2626</inkml:trace>
  <inkml:trace contextRef="#ctx0" brushRef="#br0" timeOffset="41728.38">15014 1378 14189,'26'0'-96,"-26"27"32,0-27 128,-26 0-32,26 25-32,0 2 128,0-27 32,0 26-128,26 1 96,0 1 129,-26-28 95,26 0 32,1 0 33,0 0 95,-1 0 33,0-28-65,-26 1-160,0-26 97,0 28-417,-26-2-256,0 0-449,-28 27-1441,28-26-6214</inkml:trace>
  <inkml:trace contextRef="#ctx0" brushRef="#br0" timeOffset="42467.42">13770 2119 12107,'-28'28'96,"28"-28"352,28 0 353,25 0-480,-1 0 800,28 0 192,52 0-384,0 0-353,25 0-63,30 0-257,-28 0-64,27 0-192,-28 0-320,-26 0-577,0 0-576,-52-28-2948</inkml:trace>
  <inkml:trace contextRef="#ctx0" brushRef="#br0" timeOffset="48005.74">14590 2411 9224,'0'0'929,"-27"0"-577,27 27 866,0 0-33,0-27 32,0 25-192,0 2-449,0-1-159,0 28-65,0-28 129,0 26-65,0-25-192,0 0-160,0 27-64,27-28 0,-27-1-192,0 3-256,0-28-353,0 0-865,0 25-1921,0-50-6727</inkml:trace>
  <inkml:trace contextRef="#ctx0" brushRef="#br0" timeOffset="48344.75">14326 2702 9256,'0'27'5221,"0"-27"-6342,0-27 993,0 27 128,0-27 64,26 1 160,-26 26-64,24-26-192,-24 0 96,27-1-31,1 0 31,-1 1 0,-27-1 32,26 27 224,0-25-32,-26-2 225,0 0 63,26 27 65,-26 0-449,0 0-192,27 0 0,-27 0 128,27 0 32,-1 27-160,1-27 32,-2 0-64,2 27-160,0-27-192,-1 0-353,2 0-928,-4 0-3332</inkml:trace>
  <inkml:trace contextRef="#ctx0" brushRef="#br1" timeOffset="61334.5">11836 7259 2434,'0'0'1313,"0"0"192,0-26 321,0 26-32,0 0-225,0 0-512,0 0-320,0 0 96,0 0 192,0 0-64,0 0-289,0 0-319,-26 0-129,26 0-128,-26 0 0,0 0-96,26 0 32,-27-27-64,0 27 64,1 0-32,0 0 0,0 0 0,-28 0 32,26 0-32,4 0 32,-2 0-32,-29 0 0,28 0 0,27 0 0,-24 0 0,-4 0 32,28 0-32,-26 0 0,26 0 64,0 0-64,-27 0 0,27 0-64,0 0 32,0 0 0,0 0 32,0 0-64,-27 0 64,27 0 0,0 0 0,0 0 0,0 0-32,0 0-32,0 0 64,0 0 0,0 0 0,0 0 0,0 27 0,0-27-32,0 0 32,0 0 32,0 26-32,0-26 32,0 27 0,0-27-32,0 28 0,0-3-32,27 2 64,-27-27 0,0 25-32,0 2 0,27 1 0,-27-1 0,0-2 32,26 2-32,-26 26 32,0-26-32,0-2 0,0 2 0,0 26 0,0-26 0,0 25 0,28-26-32,-28 28 96,0-1-64,24-26 0,-24 26 0,0-1 0,0 1 0,0 1 0,27-29 0,-27 30 0,0-3 32,0 1-32,0-26 32,0 25-32,0 1 32,27 0 64,-27 1 0,0-1 1,0 0-1,0-1 0,0 2 0,0-1-64,0-1 32,-27 1-64,27 1 0,0-2 0,0 1 0,0 0 0,0 1 0,0-1 32,0-1-32,0 1 32,0-1-32,0 2 0,0-1 32,27-26 0,-27 25 0,0-26 32,0 1-32,28 26-32,-28-27 96,0 28-96,0-28 0,-28 2 0,28-3 32,0 0 32,0 3-32,0-28-32,0 27 96,0-27 97,0 0-1,0 27 96,-27-27-32,27 26-31,0-26-97,0 27-32,0-27-64,0 0 0,0 25 32,0-25 64,27 0 128,-27 0-160,0 0 193,0 0-193,28 0 96,-28 0-32,26 0-64,-26 0 0,52 0 96,-25 0-95,0 0-1,25 0-96,1 0-96,0 0-577,-27 0-448,27 27-1313,-53-27-6535</inkml:trace>
  <inkml:trace contextRef="#ctx0" brushRef="#br1" timeOffset="64552.68">24727 8638 13260,'-27'25'2498,"27"-25"-1280,-25 0 319,25 0-160,0 0 1,0 0-449,0 0-321,25 0-352,-25 0 225,54 0-97,-1 28 193,-1-28-97,1 26-160,26-26 33,2 0-129,-2 0-32,-26 0-32,26 0-32,-26 0-63,-27 0-1,0-26-64,1 26 64,0 0-128,-27 0-193,0 0-255,0 0-513,-27 0-1025,0 0-1153,1 0-1538</inkml:trace>
  <inkml:trace contextRef="#ctx0" brushRef="#br1" timeOffset="66932.82">26819 8082 11146,'0'0'769,"-27"-28"-545,27 28 128,-26 28-31,-2-3 640,-23 2-225,23 25-383,-25 3-161,1-30 0,-2 28 192,1-26-31,1 26-161,25-53-192,27 26-224,-26-26-481,26 0-865,0-26-1504,26 0-3044</inkml:trace>
  <inkml:trace contextRef="#ctx0" brushRef="#br1" timeOffset="67199.84">26500 7710 9961,'0'-53'1217,"0"53"-192,0-27 865,0 27-545,0 0-736,0 0-129,27 53-128,0-26 65,-2 26-97,2 26 353,-1 1-161,29 25 65,-28-25-321,25-1-128,1 1-32,-26 0-32,25-27-32,1-1-192,-26-25-288,-2 0-257,2-1-480,-1-26-929,-26 0-2178</inkml:trace>
  <inkml:trace contextRef="#ctx0" brushRef="#br1" timeOffset="67617.86">25971 8743 12107,'-27'0'1986,"27"0"-1570,0 0 897,0 0-63,0 0-418,27 0-255,0 0-97,-1-26-287,53 26-1,-24 0 160,50 0-32,0 0 33,1 0-65,26 0 0,0 0 1,1 0-193,-1-26-64,0 26-64,-24 0-96,-29 0-417,-26-28-224,-1 28 225,-25 0 63,-1 0-351,-26 0-450,-26 0-31,26 0-865,-27 28-1057,-25-28-3043</inkml:trace>
  <inkml:trace contextRef="#ctx0" brushRef="#br1" timeOffset="69088.95">26554 9114 11082,'0'53'64,"0"1"288,-27-29 1090,27 3-609,0 24-129,-27-25-127,27-27-257,0 26 0,0-26 609,0-26-96,0-1-673,27 0-96,-27-26 96,27 0-64,-2 27-63,-25-27-66,27 26-63,-1 27 0,1 0 64,1 0 0,-1 0 32,-3 27 0,4 0 0,-28-1-32,26 0 32,-26 2 32,0-3-64,27-25 96,-27 28-64,0-28 192,27-28-63,-27 28-33,25-25-32,-25-3-128,27 2 64,-1 0 32,1 26 96,0 0 160,-27 0 289,25 0 255,2 26 129,-1 0-480,1 2-225,0 25 0,-2-28-160,2 2-64,-27 0-96,26-1-640,-26 1-610,27-2-543,-27 2-2083</inkml:trace>
  <inkml:trace contextRef="#ctx0" brushRef="#br1" timeOffset="69925.98">28300 8214 7559,'0'-53'3011,"0"53"-2051,0-27 578,0 0 31,0 27-319,0-25-129,0-3-513,-26 28-352,-1 0-448,0 0 448,2 28-320,-2-3 96,1 29 0,-1 26 1,0-2 127,2 28-128,25-26 32,25 0-32,2 26 0,26-54 32,-1 2-32,28-1 32,-1-28 128,2-25-32,25 0 129,-28 0-161,-24-25 96,-2-28 128,1-1 1,0 2-65,-53-1-32,0-26-192,-26-29-256,-28 30-288,-51-29-257,0 27 128,-1 28 513,-2 0 224,-24 52 64,54 0-127,-1 25 255,-1 29-128,53-1-32,27-1 0,27 1 0,26 1-31,-1-2-1,28 1 0,26 0 32,-1-25-32,0-2 32,-23-26-160,-4 25-512,2-25-481,-28 0-1089,2 0-3908</inkml:trace>
  <inkml:trace contextRef="#ctx0" brushRef="#br1" timeOffset="70330.02">29174 8717 6726,'53'0'2979,"-53"26"-1538,27 1 1186,-1 26-321,-26-1-769,26 2-384,0 26-416,-26-28-385,27 1-127,-27 26 31,0-51 288,0 25-63,-27-28 223,1 2 33,0-27 0,0 0-449,-1 0-320,-26 0-384,1-27-513,-2 2-801,2-28-768,-1-1-3588</inkml:trace>
  <inkml:trace contextRef="#ctx0" brushRef="#br1" timeOffset="70445.02">28963 8559 17104,'53'0'-705,"-29"0"-192,4 0-1441,-28 0-2979</inkml:trace>
  <inkml:trace contextRef="#ctx0" brushRef="#br1" timeOffset="72003.11">29359 7074 9096,'0'-27'961,"0"27"288,0 0 673,0 0-224,0 0-353,0-26-224,0 26-384,0 0-321,0 0 65,27 0-65,-1 26-96,26-26-160,3 0 1,-4 0-97,30 0 0,-29 0 0,28 0-32,-28-26 0,1 26 0,-26 0-64,0 0-32,1 0 64,-4 0-64,-24 0 0,0 26 0,26-26 64,-26 27 0,0 0 0,0-1-33,27 1 66,-27 0-33,0-2 0,0 28 0,0 2 32,28-3-64,-28 28 96,0-28-64,0 28 32,0-28-321,0 28 578,0-1-289,0 1 0,0-27 0,0 27 64,0 0-32,0-28-32,0 0 64,0 28 64,-28-27 128,28 1 96,-27-2-95,27 1 63,0 0-160,0 26 225,0-26-97,0 27-160,0-26-32,27 24 0,-27-24-128,0 26 128,28-28-64,-28 28 0,0 0 64,27-27-128,-27 26 96,24-26-96,-24-1 32,28 1 32,-28 1 0,26-29-256,-26 2 480,27 26-192,0-53-160,-27 27 160,0-27-96,0 26 32,0-26 0,0 0 32,0 0-64,0 0 32,0 26 32,0-26-32,0 0 0,0 0 0,0 26 0,0-26-64,0 28 96,0-28-96,0 26 64,25-26-96,-25 28 96,0-28 0,0 0 64,0 0-64,0 25 0,0-25 32,-25 0-32,25 0 0,0 25 0,25-25 0,-25 0 0,0 0-32,0 28 32,0-28 0,0 0-32,0 0 64,0 27-32,0-27 0,0 0 64,0 0-32,0 0-96,0 0 160,0 27-128,0-27 64,0 0-32,0 0 97,0 0-65,0 26 0,0-26 128,0 0-192,0 0 32,0 0 96,27 0-96,-27 0 64,0 0-64,0 27 0,26-27-32,-26 0 64,0 0-128,0 25 192,0-25-128,0 27 0,0-27 64,0 27-64,27-27 32,-27 26 0,0-26-96,0 0 32,0 0-64,0 0 160,0 27-32,0-27-32,0 27-33,0-27 130,0 0-65,0 25-33,0-25 66,0 0 63,0 0-160,0 0 32,0 0 64,0 0 32,0 0-64,0 0 96,0 0 0,0 0-96,-27 0 32,27 0 0,-26 0 32,-1 0 64,-25-25 192,-1 25 97,-26 0-1,-2-27-192,2 27-160,-26 0-288,25 27-1634,1-27-1825,-2 25-4357</inkml:trace>
  <inkml:trace contextRef="#ctx0" brushRef="#br1" timeOffset="89732.13">10938 9857 3042,'0'25'1121,"0"-25"353,0 25-481,0 3-257,0-1 97,0-27 192,-28 27 96,28-1 128,0 1-159,-27-2-258,27 2-255,0 0-193,0-1-192,0 1-96,0 0-31,0-2-1,27 2 32,-27-27 128,0 26 96,28 1-32,-2-27-63,-2 27-1,3-27-96,1 26 32,-1-26-128,-1 0 64,26 26-64,-25-26 32,26 0-96,-1 28 64,2-28 0,0 0-32,-30 0 64,30 26-64,0-26 33,-2 0 31,2 0-32,24 0 0,-24 0 0,24 26 32,-24-26 0,24 0 64,28 0 0,-25 0-64,-2 0-64,1 0 64,-2 26-32,2-26 64,-1 0-96,0 0 0,2 0 0,-2 0 0,1 0 0,25-26 32,-26 26 32,2 0-128,-4 0 224,2 0-224,2 0 64,-29 0 0,28 0 64,-26-26-128,24 26 64,-23 0 0,24 0 0,-26 0 0,-1 0 64,28 0-160,-28 0 128,1-26-32,-1 26 0,2 0 0,24 0-96,-24 0 96,0 0 0,-3 0 0,-23-28 0,25 28 0,-1 0 64,2-26-128,-1 26 64,-28 0 0,29-26 0,-28 26 0,2-27-32,23 27 64,-24-27-64,1 27-32,-2-26 128,-2 26 32,4-27-160,-1 27 160,-27-25-128,27 25 64,-1-27-32,-26 27-32,26-27 96,0 27-96,1-26 32,0-1 0,-1 27 0,-26-27 0,26 2 64,0 25-32,1-27 1,0 27-33,-1-26-33,-26 26 33,26-27-64,27 27 32,-26-27 32,1 27-128,22 0 128,-22-28 32,26 28-64,-2-25 0,-26 25 32,28 0 0,-2 0 32,1 0-64,26 0-192,-26-25 480,2 25-288,23 0 32,-24 0 32,-2 0-32,28 0 96,-28 0-192,28 0 64,-28 0 64,29 0-32,-4-28 0,2 28 0,2 0 0,-2 0 0,28 0 0,-29 0 0,28 0 0,-25-26 0,24 26 0,1 0 128,-1 0-160,0 0 64,27 0 0,-24 0-64,24-28 32,0 28 32,2 0-96,-2-26 96,0 26-32,0 0 0,1-26 96,-28 26-96,27 0 0,0-26 0,0 26 0,0 0-32,2-27 64,-2 27-64,-27 0 64,27-27-32,-24 27 33,-3 0-98,1 0 130,-26 0-98,25 0 33,2 0 33,-30 0-66,31 0-31,-3 0 96,-26 0-96,26 0 64,3 0 129,-29 0-226,26 27 161,-25-27 33,26 0-33,-28 0 96,30 0-96,-29 0 128,26 0-288,1 0 128,0 0-160,1 0 128,25 0 64,-27 0-128,1 0 32,0 0 32,1 0 0,-30 0 96,30 0-64,0 27 32,-2-27-96,0 0 128,-26 26-192,29-26 64,-3 26 96,1-26-192,-1 0 256,27 26-192,-24-26 96,-3 28 32,1-2-160,-1-26 224,0 28-128,3-28 0,-2 0 32,-28 25-32,29-25 64,-2 25-128,-26-25 64,26 0-32,-23 0 0,-4 28 64,2-28 0,-1 27 64,0-27-160,2 0 128,-28 27-64,26-1 0,-26-26 96,26 27-128,-26-2 32,-1-25 64,28 27-96,-28 0 32,30-1-64,-4 1 128,-24 0 128,24-2-95,-24 2 63,24-1 64,-24 1-32,24 0-64,-23-1 0,24 0-96,-26 2 32,26-2-32,-26-26-32,26 26 32,-26 0-64,-1 1 97,28-27-1,-1 27-32,-25-27 0,25 26 0,1-26 0,-1 27 32,-1-27-32,30 27 0,-30-27-64,3 0 160,-2 25-256,-1-25 224,2 0-32,-1 0 0,2 28 64,25-28-64,-28 0 0,28 0-32,-26 0-64,25 0 128,-24 0-96,25 0 0,-1 0 0,-26-28-32,27 28 64,-27 0 64,0 0-192,2 0 192,-30 0 1,30-25-1,-29 25 0,1 0 32,1 0-96,-2-27 0,1 27-64,2 0 64,22 0-64,-22-27 64,23 27-64,1 0 96,-26 0-128,1 0 96,-2 0 0,1 0-160,-1 27 256,1-27-192,-26 0 64,25 27 0,-25-27 0,1 0 96,-2 0 128,-26 0 32,27 0 65,-27 0-33,0 0-128,0 0-32,24 0 64,-24 0-160,28 0 33,-28 0 63,0-27-64,0 27 0,0 0 128,27-27 32,-27 27 32,0-26-160,0-1 97,0 27 63,0-27-64,26 1-160,-26 0 160,0 0-256,0-2 192,27 2 0,-27 0 193,0-1-193,25-26 160,-25 26 0,0 2-223,0 25-98,0-27 66,0 0-98,0 27 1,0-26-384,0 26-129,0 0-416,0 0-800,0 0-1282,0 0-2466</inkml:trace>
  <inkml:trace contextRef="#ctx0" brushRef="#br2" timeOffset="110867.34">11307 4213 6053,'-27'0'1313,"27"0"513,0-27-192,0 27-33,0 0-320,0 0-512,0 27-256,0-27-97,0 26-192,0 1 33,0-2 95,0 2-96,27 26-64,-27 1 0,0 26 97,27-28-97,-27 54-96,0-27 0,-27 28-128,27-29 128,0 29-96,-27-28 96,27 27-64,0-27 257,0 1-289,0 27 96,0-29-128,0 2 64,0-1 32,0 1-32,0-1 32,0 1 128,0 0-256,0 0 512,27 0-352,-27-28-96,0 28 97,27-28-33,-27 28-128,0-27 32,26-1-33,-26 1 130,0-26-33,0 26 0,0-26-32,0 25-32,0-24 64,0-1-32,0-2 0,0 27-32,0-24-65,0-28 97,0 27 97,0-1-258,0 0 193,0-26-64,0 0 64,0 0-64,0 26 0,0-26 96,0 0-96,0 0 64,0 0-64,0 0-32,0 0 160,0 0-128,0 0-32,0 0 96,0 0-32,28 0 161,-28 0-226,24 0 65,3-26 65,0 26-226,1 0 161,-28 0-128,26 0 64,-2 0 64,4 0 0,26 0-32,-28 0 64,26 0-32,2 26 32,-2-26 32,28 0 32,-28 0-192,28 27 128,-2-27 32,4 0-64,-4 27-32,2-27 64,-1 0-64,0 26 64,29-26 0,-30 0 0,28 0 0,-1 0 65,-25 0-97,25 0 0,27 0 96,-25 0-96,25 0 96,-25 0-96,-2 0-64,28 0 64,-27 27-32,26-27 128,-27 0-160,27 0 32,-27 27 32,29-27 0,-1 0 0,0 0 32,-1 0-160,0 0 160,0 0-32,26 0-32,-26 0 64,0 25 32,28-25-64,-2 0 96,2 0-160,-1 0 32,-27 0 32,28-25 32,-28 25 32,27 0-160,-27 0 96,1 0 0,23 0 0,-23 0-64,26 0 192,-27 0-160,0 0 64,28 0-32,-1 0 32,-27 0-32,28 0 0,-2-27 0,-26 27 32,26 0-32,2-27 32,-2 1-64,-26 26 96,28-27-160,-1 27 96,-27-27 64,0 27-128,1-26 64,-27 26 0,-1 0-64,2-26 128,-29 26-64,28 0-64,-25 0 128,-2 0-64,-1 0 0,2 0 0,-28 0-96,28 0 160,-28 0-128,2 0 128,-26 0-64,25 0 0,-53 0 64,24 0-128,4 0 192,-28 0-96,0 0 32,0 0-96,0 0 96,0 0-64,0 0-32,0 0 0,27 0 0,-27 0 96,0 0-160,0 0 128,0 0-64,0 0 96,0 0-64,0 0-32,26 0 32,-26 0 0,27 0 32,-27 0 0,0 0-160,25 0 128,-25 0-160,0 0-65,0 0 65,0 0 64,0 0 96,0 0 32,0 0-160,0 0-64,0 0 96,0 0-32,0 0 0,0 0-65,0 0-127,0 0-224,0 0 95,27 0 129,-27 0-161,0 0-800,0-26-1121,0 26-865,0 0-609,-27 0-1023</inkml:trace>
  <inkml:trace contextRef="#ctx0" brushRef="#br2" timeOffset="111884.39">21260 6995 7142,'0'0'2467,"0"0"-2115,0 0 737,27 0 128,-27 0-480,25 0-129,29 0-127,-28 0-193,1 0-128,25 0 353,1 0-161,-1 0-224,2 0-96,0 0 0,-2 0-64,2 0 0,24 0 32,-24 0 0,-2 0 0,1 0 128,-26-26 289,25 26 255,-26 0 33,1 0-128,1 0-225,-1 0-64,-1-27-224,-26 27-32,24 0 64,-24 0-160,28-28 192,-28 28-96,0 0 97,27-25 31,-27 25-64,27-27 192,-27 2-192,0 25-32,26-27-64,-26-1-32,26-24 64,-26 25 64,26 2-192,1-30 96,-27-23 96,0 24 0,27-52-96,-27 0 0,0 1-352,0-28 608,-27 1-256,27-2 32,-27-24-32,1 26 0,0-2 0,26 2-32,-26-1-32,-1 1 96,0 0-64,27 25 0,-28 1 32,28 2-160,-24-3 64,24 0-64,0 29 128,0-2 32,-26 28-32,26-2 32,-27 28-96,27-28 0,-28 28 0,-25 0-129,27-2 97,-27 28 32,0-26 0,1 26 96,-28 0-64,-26 0 96,0 0-96,0 26 128,-26-26 0,-26 0-96,-29 28 32,-24-2 32,-2 0 0,2-26-96,-26 26 128,-27 2-96,-1-2 0,1-26 32,-2 27-96,0 0-64,2-27 64,-2 25-64,-23-25 95,22 0 97,3 0-64,-25 0 64,24 0 1,-2 0-1,3 0-64,-25 0-33,23 0 130,-24 0-98,24 0 66,2 0-66,-28 0 33,28 0 97,-1 0-129,26-25 64,-26 25 160,1 0 128,25 25-384,-25-25 673,54 27-545,-4-1-64,30-26 0,-1 27-449,25 0 33,1-1-33,27 1 161,27-2 160,26-25-256,-2 27-1442,30 0-3395</inkml:trace>
  <inkml:trace contextRef="#ctx0" brushRef="#br2" timeOffset="112726.43">20202 3947 7046,'0'26'385,"0"-26"255,0 0 1442,0 0 192,0 0 32,0 0-576,0 0-641,0-26-512,0 0-289,25 0 0,-25-28 161,53 2-353,1-2 96,24-26-224,1 28 64,53-28 0,1-25-64,53 25 192,27 27 192,-2-27 353,-1 28-577,56 25 257,-28 0-289,28 1-128,-2 26 64,-54 0-160,29 0-225,-54 26-95,-51 1-225,-2 0 97,-27-1-129,-52-26-320,1 0 32,-54 26 64,0-26-1185,-27 0-2690</inkml:trace>
  <inkml:trace contextRef="#ctx0" brushRef="#br2" timeOffset="113543.49">24622 2941 1985,'-27'-79'10699,"27"51"-10059,27 3 1,-1-1-225,26-2-160,28 28 417,-1 28 480,2-2-737,25-1-159,-1 28-257,0 27-257,-51-1-511,-28 28-225,0-1-96,-26-27 192,-26-26 577,0 1 320,-1-54 320,-26 0 0,1 0-224,-2-27-32,2-28 32,-2 3 129,27 26 255,0 0-31,27-2 95,27 2-544,28 26 64,-5 0 160,32 0-96,-4 26-31,28 2-33,0 24-64,-27-25-545,2-2-2274,-29 3-3939</inkml:trace>
  <inkml:trace contextRef="#ctx0" brushRef="#br2" timeOffset="113781.5">24276 3762 16111,'-25'27'672,"50"-27"-896,55 0 705,26 0-193,27 0 0,52 0 161,-1 0-97,30 0-160,-4-27-192,4 27 224,-4 0-128,-24-27-128,-53 27-288,-56-26-1281,-22 26-545,-55 0-2499</inkml:trace>
  <inkml:trace contextRef="#ctx0" brushRef="#br2" timeOffset="114178.53">24622 4133 13741,'0'53'224,"26"-53"-224,1 53 0,-2-26 128,29 25-64,-1-25-64,-28 26-32,2-1 0,0-25 0,-27 26 0,0-26 96,-54-1 224,29 0 289,-28-26 191,-1 28 193,2-28-288,-1-28-225,26 28-191,2-26-1,25 0 0,0-1-256,25 27-128,29-25 96,-1 50-64,-1-25 160,28 27 32,-28-1-160,29 0 64,-30 2-448,4-2-545,-29-26-833,-26 26-2402,0-26-6342</inkml:trace>
  <inkml:trace contextRef="#ctx0" brushRef="#br2" timeOffset="114618.55">25494 4318 17264,'-26'-27'-288,"0"27"-449,-1 0 481,0 27 192,-25 0 192,26 26 96,-1-1-64,27 28-192,0-27-64,27 1 64,-1-2-128,0-26 352,27 1 64,26-27 257,-26 0 31,2 0-224,-5-27-127,5 1-33,-2-26-64,-1 24 32,-25-24-32,0 0 0,-27-3-256,-27 3-224,0-1 31,-25-1 417,-1 54 97,-26-25-1,26 25-96,-28 0-32,55 0 160,-27 25-32,53 2-64,0 0-32,0-1 161,27 1-97,-1 0 96,26 25-352,3-24 32,-2-3-161,-1-25-127,-25 27-513,26-27-1313,-27 0-3459</inkml:trace>
  <inkml:trace contextRef="#ctx0" brushRef="#br2" timeOffset="114928.57">26236 4689 15726,'0'26'-128,"-28"-26"-128,28 0 224,0 0 32,0 27 192,0 0 96,28-1-95,-28-26-193,27 27 128,0-27 256,-2 27 97,28-27-193,-26 0-128,0 0 96,-27-27 353,0 0-97,0 1-63,0-1-129,-54 0-128,28 1-288,-53 0 64,24 26-224,5 0-897,23-26-1922,-28 26-11275</inkml:trace>
  <inkml:trace contextRef="#ctx0" brushRef="#br2" timeOffset="115621.61">27056 3259 12748,'-53'-28'1793,"53"2"-95,0 26-577,0 0-801,27-26-288,26 26 0,26 0 32,2 0-64,-2-26 128,26 26-128,0-27-96,-25 27 0,-28 0-384,2 0-289,-54 0 0,0 0 1,-27 0-353,0 0-449,-25 27 737,26-1 609,-28 0 160,54 28 160,-25-2 256,25 28 161,0-26-1,25 24 161,2-24-224,0-1 31,-1-1 64,26-25 33,-25-1 64,-27 1-65,27 0-95,-27-27 191,-27 0 513,-25 25-448,-1-25-224,-26 0 63,-1 0-512,28 0-128,-1 0-512,-2 0-481,31 27-961,24-1-1442,0-26-3426</inkml:trace>
  <inkml:trace contextRef="#ctx0" brushRef="#br2" timeOffset="115902.62">28434 3285 17072,'0'-26'-385,"-28"26"161,28 26 448,-27 0 257,0 26 320,3 3-33,-4 22-223,2 5-417,26-4 64,-27-24-96,27 26-160,27-2-160,-27-24-545,26-2-256,26-24-416,-25-2-1026,28 1-2946</inkml:trace>
  <inkml:trace contextRef="#ctx0" brushRef="#br2" timeOffset="116312.65">28856 3445 17616,'-26'0'-160,"-1"25"-32,0 28 256,1 1 160,26 24 32,-26 2-160,26-1 65,26 2-290,0-3-351,28-24 224,0-27 224,25 0 64,-26-2 32,26-25 32,0-25 128,-26-2 128,-26-26 33,-1 25-1,0-50-31,-26 24-225,0-25-224,-26-1-161,-27 28 257,-26-1-96,26 26 128,-26 0 64,-2 27-64,2 27-64,53 26 64,-1-26 32,27 25 65,0 1-65,53 1 32,26-2 0,26 2-256,-23-28 32,-4 0-161,2 0-127,-28-26-993,-25 0-2147,0-26-6822</inkml:trace>
  <inkml:trace contextRef="#ctx0" brushRef="#br2" timeOffset="116580.66">29254 3205 16239,'0'0'-705,"52"0"385,-26 0 961,28 26 95,-2 2 417,29 24-224,-30 28-160,30-1-225,-29 1 65,-25 25 128,26 29-193,-26-28-191,25 0-225,-52-1 64,0-25-192,-27 0 96,2-28-160,-29 28-481,1-28-191,1 3-674,-29-30-832,30 28-3619</inkml:trace>
  <inkml:trace contextRef="#ctx0" brushRef="#br3" timeOffset="130611.47">1726 8691 14285,'-106'0'1249,"53"0"-96,26 0-128,-25 0 449,52-28-129,0 28-736,0 0-642,0 0 226,26 0 255,27 28-192,0-28-31,26 26-161,26-26 128,1 0 32,54 0-128,52 0 64,26 0 96,0-26-127,-1 26-1,-50 0-32,-29-28-64,-52 28-32,-1 0 64,-24 0-64,-2 0 64,-52 0 32,-1 0 64,-26 0-32,0 0 225,0 0-33,0 0-256,-26 0-256,26-25-160,-27 25-97,27 0-736,-28-28-929,28 3-384,-24-1-2851</inkml:trace>
  <inkml:trace contextRef="#ctx0" brushRef="#br3" timeOffset="131202.5">3103 8478 14733,'-27'-27'673,"-1"27"224,28 0 544,0 0-31,0 0-738,28 0-415,-28 27 223,27 0 0,25-1 65,1 2-65,26-2-127,1-1-385,-1-25 448,2 28-384,-30-28 0,3 25-64,-3-25 160,4 0-32,-29 28-192,-26-28 96,27 0 64,-27 0-96,0 0 0,0 0 0,0 26 0,0-26 96,25 0-32,-25 26 0,0-26-64,0 0 96,0 27-64,0-27 64,0 0 32,0 0 33,0 0 95,0 0 160,0 0-31,0 0 127,0 0-224,0 0 97,-25 0-193,25 0 0,0 0-64,-27 0-32,27 0 64,0 0-32,-26 27-32,26-27 0,0 0 0,0 0 0,0 0 1,-27 0-290,-1 26 482,4 1-257,-3-2 160,-27 2-64,3 26 0,-4 26-96,-25-26-96,28 27-257,-28-1-575,28-26-1026,-1 27-1153,1-1-993,-3-26-10506</inkml:trace>
  <inkml:trace contextRef="#ctx0" brushRef="#br3" timeOffset="135910.77">4294 9803 128,'-27'0'12107,"27"0"-11530,0 0 223,0 0 1090,0 0-609,0 0-704,0 0-321,27 0 257,-27 26 31,26-26 161,26 0-97,-25 0 65,26 0-192,-1 0-65,2 0-64,-2 0-31,28 0-193,-26 0 32,-3-26-96,4 26-32,-29 0-128,-26 0 96,26 0-449,-26 0-608,0 0-512,0 0-769,0 26-2659</inkml:trace>
  <inkml:trace contextRef="#ctx0" brushRef="#br3" timeOffset="137144.84">7204 9775 4932,'-25'0'1730,"25"0"-609,0 0 1089,-27 0 96,27 0-320,0 0-641,0 0-480,0 0-192,0 0-225,0 0 161,0 0 31,27 28-127,-2-28-1,2 0 1,26 0-33,-1 26-95,2-26-161,-1 0 0,26 0 0,-25 0-32,-3 0 1,-23-26-65,25 26-64,-27 0 32,-26 0-96,26 0 64,-26 0-32,0 0 0,0 0 0,0 0-32,0 0 96,0 0-160,0 0 64,0 0-32,0 0 64,0 0-192,0 0-64,0 0-129,0 0-191,27 0-129,-27 0 1,0 0-193,0 0-96,0 0-513,0-28-960,0 28-3075</inkml:trace>
  <inkml:trace contextRef="#ctx0" brushRef="#br3" timeOffset="138910.94">9560 9590 6758,'-53'0'2915,"28"0"-865,-2 0 96,0 27-385,27-27-159,-26 0-545,26 0-224,0 0-321,26 0-63,-26 0 319,27 0-127,0 0-129,25 0-191,1 26-129,26-26 96,2 0-288,-4 0 64,2 0-32,2 0 32,-2 0-64,-26 0 0,-26 0 0,0 0 32,-2 0-64,-25 0 128,0 0-64,0 0 64,0 0 97,0 0-97,0 0-160,-25 0-32,25-26-129,-27 26-31,0 0-256,1 0-65,-1 0-192,0 26 65,2-26 127,25 0-256,-27 0 449,27 0-128,-26 0-129,-1 0-897,27 0-1729,-28 0-4900</inkml:trace>
  <inkml:trace contextRef="#ctx0" brushRef="#br3" timeOffset="140763.04">25494 10598 2882,'-26'0'3812,"0"0"-2179,26 0 577,-27 0 257,27 0-385,-27 0-417,27 0-480,0 0-288,0 0-192,0 0-32,0 0-97,27 0-191,-27 0 31,27 0-32,25 0-127,1 0-65,2 0 0,23 0-96,2 0-32,26 0-32,-28 0-64,28 0 64,2 0 0,24 0-32,0 0 64,0 0-32,28 0-32,24 0 32,1 0 64,-1 27-192,3-27-64,-29 25 192,-26-25-96,2 28 64,24-28-64,-26 25 64,0-25-32,2 27 64,24-27-32,-26 0 64,0 27 32,2-27 0,-2 0-32,-27 26-32,0-26-32,-25 0 32,-1 0-32,0 0-32,2 27 32,-29-27 0,1 27 0,1-27 128,-2 0-63,1 25-33,-26-25 64,1 0-32,-4 0-128,2 0 128,-26 0-96,0 0-128,0 0 192,0 0-161,0 0-127,0 0-128,0-25-865,0 25-1058,-26-27-3618</inkml:trace>
  <inkml:trace contextRef="#ctx0" brushRef="#br3" timeOffset="166788.53">1330 8770 5124,'0'0'705,"0"0"-192,0 0 1120,-28 0 705,28 0-1185,0 0-192,0 27-288,0-27-257,0 26-159,0 26 31,0-25-64,0 0 32,0 26 97,0-1-97,0 1-64,0 1-160,0 26 0,0-2 32,0 2-32,0-1-32,0 1 32,28 25-32,-28-25 32,0 0 0,0 24 96,0-22-64,0 23 1,0 2-33,0-2 0,0 2 96,0 25 0,0-27 96,-28 28-128,28-27 64,0 26 0,0-26 1,0 28-65,0-29 0,0 27 128,0-25-64,-27-2-96,27 2 32,0-2 64,-27 2-160,27-2 32,-26-25 0,26 27 33,-26-3-97,26 4 96,0-30-64,-26 29 32,26-2 0,0-25 96,-27-1-224,27 1 160,0 0 32,-27 0-64,1-28-64,26 28 32,-26-28 32,0-25-32,26 26-32,0 0 32,0-27 0,0 2 0,0-3 96,0 2-160,0-27 128,0 26 32,0-26-32,0 0 128,-27 27-64,27-27-128,0 27-32,0-2-32,0-25 32,0 28-32,0-3 96,0-25 0,27 0 96,-27 27-192,0-27 192,26 0 1,0 0-97,0 0-32,28 0 96,-28 0-128,26 0 128,2 0-64,0 0-128,-3 28 64,4-28 64,-3 0-385,1 0 33,0 0-160,-1 0-193,-25 0-640,-27 0-2018,27 0-9097</inkml:trace>
  <inkml:trace contextRef="#ctx0" brushRef="#br3" timeOffset="167120.54">1567 13645 10057,'0'26'3459,"0"-26"-3651,0 0 128,0 0 1313,0 0 225,27 27-513,25-27-481,1 27-192,26-27-256,1 25 64,-28 3-32,2-28-128,24 25 128,-50 2-64,25-27 32,-26 28 65,-27-28 95,0 0 96,0 25-32,0-25 161,-27 27-193,-26 0 64,25-2 64,-23 30 161,-4-3-193,5 1-63,-5 0-193,2-1-193,1-25-1056,25 26-1153,-26-26-7880</inkml:trace>
  <inkml:trace contextRef="#ctx0" brushRef="#br3" timeOffset="171331.79">7416 10015 672,'27'0'1377,"-27"-26"-416,0 26-96,0 0 288,0 0 96,0 0 33,0 0 223,0 0 417,0 0-128,0 0-449,0 0-448,0 0-513,0 0-288,0 0-32,0 0 64,0 0 97,0 0 63,0 0-32,0 0 64,0 0-31,0 0-65,0 0 0,0 0-96,0 0 96,0 0-160,0 0 33,0 0-1,0 0 0,0 0 0,0 0-32,0 0-32,0 0-64,0 0 32,0 0-32,0 0-32,0 0 96,0 0-64,0 0 64,0 0-352,0 0 640,0 0-416,0 0 96,0 0 0,0 0 0,0 0 0,0 0-32,0 0-128,0 0 160,0 0-64,-27 26 31,27-26 33,0 27-96,-26-2 128,26 29 32,-27-28-96,0 28-160,27-2-96,-25 1-353,-2 0-31,1 1 191,26-2 1,-27 1 63,0 0 225,2 1 160,-2-1 0,1-28 64,-1 29 0,-25-1 0,25-1 96,1 3-64,-2-3 1,-23 0-33,-4 28 128,29-54 160,-28 28-64,2-2-96,26 1-96,-28 0-31,29 1-1,-2-1 0,1-26-32,-1 25 0,-1 1 64,4 0 0,-31 1-128,29-2 128,-1 28-128,3 0 128,-31-2-32,29-24-32,-1 24 32,-25 2-32,25-26-32,1 26 96,-26-28-32,25 28 0,0-27 0,27 27 32,-26-1-64,26-26 0,0-1-64,0 1-192,0-26-97,0 0-63,0-1 128,-28 0 63,28-26 97,0 28 32,-24-28 128,24 25-96,-27-25-993,27 0-3395</inkml:trace>
  <inkml:trace contextRef="#ctx0" brushRef="#br3" timeOffset="171562.81">5803 12745 11915,'0'25'1185,"0"2"-1185,0-1 96,0 1 929,27 0 128,-27 25-576,24-24-417,2-3-64,2 2 0,-1-27 160,0 0 257,25 0-129,-26-27-288,28 2-576,-29-29-609,28 28-545,-26-1-3779</inkml:trace>
  <inkml:trace contextRef="#ctx0" brushRef="#br3" timeOffset="172651.87">6834 11473 1057,'0'-54'3907,"0"54"-1729,0-26-544,0 26 127,0 0-159,0 0-897,0 26-193,0 1-95,0 0-1,0-2-96,26 28 33,-26 1-33,0 26 32,27-2 33,-27 28-161,0 0-64,0 1-32,0 25-96,0-53 0,0 1 64,0 0-64,-27 0 32,27-27 0,0-1-64,0 1 0,-26 1 32,26-29-32,0 2-64,0-27-256,0 26-353,0-26-480,0 0-512,0 0-1923,0 0-3586</inkml:trace>
  <inkml:trace contextRef="#ctx0" brushRef="#br3" timeOffset="172968.89">6702 12586 4452,'0'0'2786,"0"0"-2658,0 0-128,0 0 193,0 25 607,0 2 866,0 26-705,26-26 96,1 25-160,-27 1-385,25-26-191,2 26-33,0-53 96,-27 26 193,26-26 95,1 28-63,1-28-161,-28 0 65,24-28-193,3 28-96,-27-26-96,28 0-128,-2-1-128,-26 0-64,0 27-224,0-26-577,27 26-1313,-27 0-2243,0 0-3106</inkml:trace>
  <inkml:trace contextRef="#ctx0" brushRef="#br3" timeOffset="174964">26208 9962 3363,'0'0'2754,"-26"0"-1024,26 0 480,0 0-256,0 0-449,0 0-736,0 0-192,26 0-65,-26 0-160,28 0 33,-1 0-1,0 0-128,25-27 33,-26 27-33,28 0 0,-2 0-64,1 0 65,26 0-65,2-28 96,-2 28-64,26 0 0,2 0-95,25 0-97,25 0 64,30 0-32,-2 0-32,26 0 0,2 28 0,-29-28 32,3 0-64,23 0 0,-24 27 64,0-27 0,-2 0-64,2 0 0,-53 0 32,-1 0 0,-53 27-64,-26-27 0,-26 0-256,-2 0 96,-25 0-161,0 0 33,0 0-449,-25 0 32,-2 0-63,27 0-866,-27 0-3907</inkml:trace>
  <inkml:trace contextRef="#ctx0" brushRef="#br3" timeOffset="176601.1">26315 10042 2562,'0'0'1794,"0"0"-1346,0 0 513,0-27 384,0 27 641,-25 0-352,25 0-641,0 0-161,-27 0 129,27 0-32,-27 0-160,-1 0-161,28 0-447,0 0 191,0 0 64,28 0-63,-1 0-65,25 0-160,28 0-128,-1 0 0,26 0 32,3-26-32,24 26 64,0 0-64,27-27 32,-26 27 32,-28 0-64,1 0 0,-28 0-64,-24-27-32,-1 27 64,-28 0 32,2 0 64,-27 0 0,0 0 224,0 0-255,0 0-162,-27 0 418,2-28-193,-2 28 64,27 0-32,-26 0 32,26 0-128,0 0-224,0 0-288,0 0-321,0 28-1089,0-28-3171</inkml:trace>
  <inkml:trace contextRef="#ctx0" brushRef="#br3" timeOffset="177972.17">9374 9723 11370,'28'0'833,"-2"0"-801,28 0 417,-2-26-33,1 26 96,26 0-223,2 0-65,-4 0-160,30 0-32,-27 0 32,25 0-64,-26 0 64,1 0-32,-28-27 0,3 27 32,-29 0-32,1 0 128,-27-27 321,0 27 352,0 0-321,0 0-416,0 0-96,0-26 0,0 26 0,0-27 0,24 2 0,-24-2 32,28-26 0,-28-1 0,27 2-32,-27-28 0,26 2 0,1-29 32,-27 2-64,25-29 32,2 2-32,-27-1-64,0-26-64,0 27 64,-27 27 192,27-2-96,-25 27 64,25 27 0,-27 1 0,27-1 32,-26 26-96,26 0 0,-27 1-160,27 26-128,-28 0-129,28 0-63,-24-26 32,-3 26 127,1 0 225,-29 0 64,3 26 0,-28-26 32,1 0 0,-26 0 64,-3 0 128,-24 0 129,27 0-1,26 0-288,-26 26-64,25-26-32,28 0 32,-2 0 32,26 0 32,28 0-192,-26 27 0,52-27 96,-26 27 96,28 26 32,-28-1 32,0 1 64,27 27 256,-27 27 33,0 52-161,0-1-192,0 2-32,-27 24 0,27 2-64,-28-26-32,28-2-96,0-52 96,0-1 0,0-52 0,0 1-96,28-2-160,-1-26-1154,0 2-4195</inkml:trace>
  <inkml:trace contextRef="#ctx0" brushRef="#br3" timeOffset="178910.23">9482 11419 3267,'0'0'5765,"0"0"-5220,0 0-385,25 0 865,-25 0 736,0 0-95,0 0-705,0 0-577,0 0-320,0 0-96,27 0 32,-27 27 128,0 0 129,0 25 191,0 28-96,0 0-31,-27 25-1,27 2-160,0-2-160,0-25 32,0-1 0,-25 1-96,25-55 128,0 30-64,0-30 0,0 2-64,0 25-192,0-52-385,0 28-512,0-2-897,0 1-2434</inkml:trace>
  <inkml:trace contextRef="#ctx0" brushRef="#br3" timeOffset="179227.25">9163 12134 11723,'-27'0'736,"27"0"-832,27 27 449,-27 26 415,28-1 289,-1 3-192,-3-3-513,2 0-223,2 29-33,26-29 32,-30 1 192,30-26 289,0-27 63,-29 27 97,55-54-128,-28 0-321,1 2-128,26-28-96,-26-1-64,2 0-224,-3 28-417,-25 0-864,-1 26-2114,-26 0-9994</inkml:trace>
  <inkml:trace contextRef="#ctx0" brushRef="#br3" timeOffset="185230.59">6570 14943 992,'-27'26'2563,"27"-26"-193,0 0-96,0 0-480,-28 0-513,28 0-128,0 0 32,-24 0-256,24 0-128,0 0-321,0 0-223,0 0-33,0 0 64,24 0 97,-24 0-1,28 0-128,25 0-160,-26 0 128,25 0-224,28 0 225,-28 0-257,28 0 32,-1 28 0,26-28-32,-24 0 32,25 0 0,-1 0 0,0 0-64,27 0 96,-24 25 0,24-25 0,0 0-32,28 0 0,-2 0 0,0 0-64,-26 0 224,55 0-192,-28 0 0,-27 0 96,28 0 0,-4 0-96,-23 0 128,26-25 32,-27 25 192,28 0 161,25-28-129,-25 28 193,-28-26 31,25 26-224,-50-26-159,-55 26-193,1-27-160,-26 27-481,-2 0-608,-25 0-417,-25 0-960,-28 0-7880</inkml:trace>
  <inkml:trace contextRef="#ctx0" brushRef="#br3" timeOffset="201083.5">12314 16479 2081</inkml:trace>
  <inkml:trace contextRef="#ctx0" brushRef="#br3" timeOffset="213318.2">6623 16586 2818,'0'0'1249</inkml:trace>
  <inkml:trace contextRef="#ctx0" brushRef="#br3" timeOffset="213613.21">6675 16347 1249,'0'-80'2210,"0"54"-192,0 0 224,0-2 224,0-24 289,0 52-673,0 0-1249,0 26-129,0 0 97,0 2-321,0-2-127,0 27 31,0 27 129,0 0-1,27 25 33,-27 1-129,0-1-96,-27 28-128,27-26-127,0 25 31,0-27-160,0-25-33,0-1-223,0 1-288,0-27-321,27-27-929,-27-26-1729,0 0-5702</inkml:trace>
  <inkml:trace contextRef="#ctx0" brushRef="#br3" timeOffset="213873.23">7071 17010 15214,'0'27'1057,"0"-27"-929,0 0 417,0 0 896,28-27-416,-1 27-609,-1 0-512,1 0 352,25-27-480,1 27-384,-1 0-706,2-26-1280,-1 26-3876</inkml:trace>
  <inkml:trace contextRef="#ctx0" brushRef="#br3" timeOffset="214507.26">8686 16479 7847,'0'0'1890,"0"0"-1474,0 0 1122,0 27-33,0 0-736,-24 26-481,-4 26-224,1 1 0,0 0-32,1-2 0,0 2 64,0-26 96,-28-2-63,28-26 31,-26-26-128,25 0-256,-26 0 63,27-26 129,0-1-64,26 2-96,0-29 0,26 28 224,26-28 448,-25 28 513,26 26 32,-1 0-352,2 0-385,-2 26-96,-26 0-128,28 28-64,-26-27-352,-4 25-609,30-25-1441,-27-1-3492</inkml:trace>
  <inkml:trace contextRef="#ctx0" brushRef="#br3" timeOffset="-214613.44">9639 16135 5252,'27'-26'7047,"-1"-1"-6438,-26 27 1024,-26 27 65,-1-1-801,2 26-577,-2-24-320,0-2-32,1 27-128,-1 0-96,-25 1-97,25-1-95,1-28-225,-2 2-512,28 0-545,0-27-416,0 0-3971</inkml:trace>
  <inkml:trace contextRef="#ctx0" brushRef="#br3" timeOffset="-214383.43">9374 15791 12780,'0'-26'1537,"28"26"-1089,-28 26 1122,26 1 96,1 25-513,25 1-545,-25 1-287,26-2-161,-26 28 0,-2-28-32,2 28-96,-1-54-128,1 26-224,1 3-289,-4-28-128,29 26-352,-25-1-704,-1-25-1827,-27-27-8423</inkml:trace>
  <inkml:trace contextRef="#ctx0" brushRef="#br3" timeOffset="-214166.42">9350 16611 16623,'-132'54'481,"105"-28"-706,27-26 674,0 0 704,27 0-512,51 0-481,0 0 0,30 0-32,24 0 96,1-26-128,-1 26-128,0-27-416,-27 27-481,-26 0-673,1 0-1376,-52-27-8041</inkml:trace>
  <inkml:trace contextRef="#ctx0" brushRef="#br3" timeOffset="-213676.39">9614 16983 16879,'-27'106'-64,"0"-26"-352,27-2 608,-26-24 481,26-1-225,-27-1-224,27-25-31,0 1 351,0-28 97,27 0-385,-27 0-192,26-28-64,-26-24 128,27 25-192,0-26-160,-2 26 480,2 0-160,-27 2-32,26-2 32,-26 27 1,0 0-65,0 27 32,0-2-160,0 2 96,0 26-129,0-26 1,0 0 96,27-27 0,-27 25 0,0-25-160,0-25 64,28 25 128,-4-27-192,-24 0 128,27 1 128,-1-1 64,29 0 544,-31 27-287,4 0 95,-1 0-31,-1 0-289,-26 27-288,27 0 416,-27 26-256,25-26-128,-25-2-737,0 2-768,0 26-770,0-26-1825</inkml:trace>
  <inkml:trace contextRef="#ctx0" brushRef="#br3" timeOffset="-212825.34">11572 16374 8712,'27'-27'2690,"0"27"-1120,-27 0 640,26-28-641,-26 28-608,0 0-384,0 0-321,0 0-224,0 0-96,-26 28 96,26-28-96,-27 27 64,-28 0-64,31 26 32,-30-28 0,0 29 32,2-28 64,-1 1-64,1-2 64,25 2-64,-26 0 192,26-1-128,27 1 32,0 0 129,0-27 159,54 25-288,-1 2 224,26 1-192,-1-2 65,30 0-97,-29 0-96,0 0-449,1 2-287,-2-2-546,-24 1-1056,-28 0-4068</inkml:trace>
  <inkml:trace contextRef="#ctx0" brushRef="#br3" timeOffset="-212327.31">12895 16055 13484,'0'0'897,"-25"27"-32,25 26 1089,0-27-577,0 28 64,0-2-448,25 0-384,-25 30 64,0-4-193,0 29-320,27-2-128,-27 1 32,0-26-384,0 26-353,26-27-288,-26-26-640,27 1-1666,-27-1-12780</inkml:trace>
  <inkml:trace contextRef="#ctx0" brushRef="#br3" timeOffset="-207101.01">8290 17937 6053,'0'0'1666,"-26"0"288,26 0 96,0 0-257,-26 0-319,26 0-545,0 0-161,0 0-255,0 0-129,0 0 33,0 0-289,0 0 32,0 0 128,0 0-64,26 0 129,-26 0-1,0 0-192,26 0-32,27 0-96,-26 0 0,25 0-32,1 0 0,0 0 0,-1 0 96,30 0-160,-4 0 0,28 0 0,-26 0 32,25 0-128,0 0 64,27 0 128,-26 0-32,27-27-32,-1 27 64,-24 0-96,24-27 32,-27 27 96,1-25-192,-26-2-257,-28 27-95,1 0-65,-1-26-159,-25 26-257,-27 26-320,0-26-929,0 27-4709</inkml:trace>
  <inkml:trace contextRef="#ctx0" brushRef="#br3" timeOffset="-198912.55">10354 15050 1249,'0'0'1793,"-27"0"-607,27-28-65,0 28-96,0 0-161,0 0 97,0 0 32,0 0 64,0 0 64,0 0-224,0 0-128,0 0-129,0 28-63,0-28 0,0 0-161,0 0-32,0 25-192,27 3-95,-27-28-65,28 26 0,-2 0 64,1 1-32,-3-27 0,31 27 96,-2-27-64,-1 26 0,28-26-64,-28 27-32,28-27 32,-1 0-32,-1 25 0,4-25 64,23 27-64,0-27 0,-25 27 0,26-27-32,0 26 64,26 1-32,-26-27-96,52 27 0,-26-2 64,2 2 64,24-1-32,1-26 0,-26 27 32,26 0 0,0-27 32,-2 26 0,3 0 0,-28 27 0,27-28 65,-27 3-97,1-1 32,-1 0-128,27-1 96,-27 1 0,1-27 0,26 25 0,-27-25 0,28 27 0,-28-27 0,-27 0 0,27 27-32,-27-27 32,1 26-32,-25-26-32,24 27 32,-25 0 32,26-27-64,-28 25 32,4 2 0,-4-1 0,1 1 32,-26 0-32,26-1 192,-26 0-96,1 0 32,-2 2-96,1-2 96,26 0-64,-25 26-32,-27-52-64,25 28 129,-25-1-65,26-27-32,-1 27 64,1-2 0,1 3 64,-2-28-128,-26 25-160,1-25 320,1 27-609,-4-27-1280,-24 0-4773</inkml:trace>
  <inkml:trace contextRef="#ctx0" brushRef="#br3" timeOffset="-195881.37">17951 16586 8936,'0'-27'1505,"0"27"-223,0-26 543,0 26-255,-27 0-513,27 0-417,-25-27-223,-2 27-257,1 0-96,-1 0 0,-28 0 0,31 27-96,-2 26 64,-29-1-96,28 28 0,3-1-160,-4 1-32,28 0 31,0-27-31,28 26-128,23-26 31,4-26 257,-5-1 160,5-26 161,25 0 31,-28-26-64,1-1 160,-1-26 1,-25 1 95,0-2 289,-1 0-193,-26 2-31,-26-28-65,-1 28 33,-25 25-257,-1-26-160,-1 26-224,2 0-449,-1 27-288,25 0-544,1 0-1730,27 0-5349</inkml:trace>
  <inkml:trace contextRef="#ctx0" brushRef="#br3" timeOffset="-195577.36">18480 16929 14349,'0'0'1506,"0"0"-1250,0 0 609,0 0 384,-26 0-1025,26 0-320,0 0-32,0 0-481,0 0-1217,0 28-3555</inkml:trace>
  <inkml:trace contextRef="#ctx0" brushRef="#br3" timeOffset="-195066.33">18931 16797 11979,'53'-27'1313,"-53"2"128,0-2 641,0 0-864,0 1-482,0-1-63,-26 27-321,-1-27-352,0 27-32,-1 0 0,-22 0-160,23 0-64,-1 27 32,-25 26-353,53-26 545,-26 25-352,26 3-33,0-29 1,26 26 128,0-26 127,29 2 193,-28-28 65,23 0 95,-22 0 0,26-28 128,-28 28 193,0-52-161,-26 26-64,26 0-31,-26-29-161,0 30 96,0-2-32,0-26 96,0 26 64,-26 0-95,26 27-257,0 0 128,0 0 320,0 27 33,0 0-65,0 26 32,26-1-416,-26 3 289,27 23-289,-27-24-257,27 26-479,-27-28-385,26 1 0,-26-26-673,26-1-1025,0 1-4099</inkml:trace>
  <inkml:trace contextRef="#ctx0" brushRef="#br3" timeOffset="-194589.3">19514 16718 13869,'25'-53'384,"-25"-1"257,-25 54 704,25-25-705,-27 25-223,0-27-545,-1 27 384,-22 0-320,23 27 64,-1-2-64,1 2 32,27 26 32,0 1-32,0-29 0,27 30-32,1-29 32,-1 0 96,-3 0-32,30-26 96,-27 0 64,25 0 96,-25-26 33,-27 0 191,26 0-95,-26-2-1,0-24-128,0 25-128,0 0 1,0-26 31,0 26 192,0 2 32,0 25-191,0 0-1,0 0 320,0 0 1,0 52-1,27-25 193,-27 53-32,27-28-225,-2 2-256,2 24 1,-1-24-225,1 0 64,0-2-224,-2-26-385,2 28-832,-1-28-1058,1-26-1280,-27 27-9898</inkml:trace>
  <inkml:trace contextRef="#ctx0" brushRef="#br3" timeOffset="-186931.86">2492 14997 9064,'0'0'96,"0"0"64,28 25 769,-28-25 352,27 0-31,0 0-418,25 0-479,-26 0 31,28 0 32,-29 0-31,28 0-97,1 0-192,-2 0-32,1 0-32,-25 0 0,-4 0-160,3 0-705,-27 0-1793,0 0-2595</inkml:trace>
  <inkml:trace contextRef="#ctx0" brushRef="#br3" timeOffset="-185048.75">5274 14997 4067,'0'0'1602,"0"0"-1122,0 0 577,0 0 417,0 0 319,0 0-543,0 0-738,0 0 161,0 0 95,0 0 1,0 0 32,0 0-160,0 0-193,0 0-192,0 0-128,0 0-64,0 0 161,24 0 31,2 0 0,2 0-160,26-28 32,-2 28-32,1 0 33,26 0-129,-26-26 128,26 26-160,-26 0 0,2 0 96,-5-26-225,-22 26-319,-1 0-769,0 0-1698,-27 0-6150</inkml:trace>
  <inkml:trace contextRef="#ctx0" brushRef="#br3" timeOffset="-183759.68">17764 17751 5220,'0'27'5029,"0"-27"-4068,0 0 96,27 0 545,-27 0-65,0 0-480,28 0-448,-1 0-321,-1 0-128,1 0-32,52 0-32,-26 0 193,52 0-97,1 0 32,27-27 0,26 27-32,-1-26 1,26-1-97,30 2 128,-30 25-160,29-28-32,-29 2-32,-25 26-256,-27-26-641,-51 26-320,-29 0-1346,-25 0-5348</inkml:trace>
  <inkml:trace contextRef="#ctx0" brushRef="#br3" timeOffset="-181916.57">22794 16347 8039,'54'-53'897,"-27"26"256,0 1 481,-27 0-161,0-2-128,0 28-416,-27 0-352,27 0-449,-27 0-192,-1 0-64,-22 28-161,23-2-31,-1 27 160,1 0 160,1 1-32,26-29 0,0 3 32,0 24-32,26 1 64,1-26-32,1 25 64,23-25 256,30-27 1,-29 0-33,1 0-96,26-27-64,-26 0 0,1 2 32,-29-28 225,2-1 95,-27 1 129,-52-26-225,25 26-128,-53 0-288,28 27 160,-1-2-288,1 28-320,-2 0-577,54 28-1057,0-2-1826,0 27-6213</inkml:trace>
  <inkml:trace contextRef="#ctx0" brushRef="#br3" timeOffset="-181634.56">23536 16426 9480,'27'80'961,"-27"-27"545,0 26 255,27-26-511,-27 26-386,0 2-287,25-3-32,-25 3-33,0-29 65,0 1 95,0-26 161,0 0 0,0-27-225,-25 0-415,25 0-97,-27 0-160,0 0-385,1-27-223,-26 0 31,25 1-480,0-26-609,1-2-1697,26-26-6374</inkml:trace>
  <inkml:trace contextRef="#ctx0" brushRef="#br3" timeOffset="-181504.55">23458 16294 13452,'25'-27'897,"2"27"-865,-27 0 96,26 0 32,-26 0 129,0 0-193,27 0-192,-27 0-769,27 0-1473,-27 0-3588</inkml:trace>
  <inkml:trace contextRef="#ctx0" brushRef="#br3" timeOffset="-181186.53">22770 16454 13773,'-27'0'1377,"27"0"-705,0 0 289,27 25-480,-27-25-385,50 0-128,-22 0-609,26 0-640,-2 0-2563</inkml:trace>
  <inkml:trace contextRef="#ctx0" brushRef="#br3" timeOffset="-180696.5">23906 16347 13036,'0'27'705,"0"-27"95,28 0 866,-28 27-865,26-2-545,1 3-160,25-3-192,-25 2-192,26 0-289,-1-1-608,-25-26-1313,-1 0-2852</inkml:trace>
  <inkml:trace contextRef="#ctx0" brushRef="#br3" timeOffset="-180544.5">24224 16294 11242,'-26'0'705,"-1"25"384,0 3 320,2-1-640,25 0-641,-27 26-224,1-28-352,-1 29-1442,-1-1-3075</inkml:trace>
  <inkml:trace contextRef="#ctx0" brushRef="#br3" timeOffset="-180177.47">24807 16215 13516,'-53'26'769,"-1"0"-769,29 1 577,-2-2 255,1 3-607,26 26-161,0-29-225,0 28-191,0 1-64,26-1-97,1-28 321,25 2 192,1-27 32,-1 0 128,2 0 545,0-27 256,-30 2 160,3-28-320,-27 26-161,0-25-63,-27-28-129,-25 25 1,-1-23-97,1 52-480,25 26-128,1 0-417,-1 26-672,27 0-929,0 1-1890,27-2-7431</inkml:trace>
  <inkml:trace contextRef="#ctx0" brushRef="#br3" timeOffset="-180010.47">25362 16374 11883,'26'0'0,"1"0"32,-27 0 1409,0 0-1121,0 0-352,0 0-416,0 0-1057,0 27-1346,0-27-2210</inkml:trace>
  <inkml:trace contextRef="#ctx0" brushRef="#br3" timeOffset="-179622.44">25628 16187 5957,'-26'-52'2242,"26"52"64,-27-26-288,-28 26-576,29 0-545,0 0-225,0 26-319,-28 0-257,28 0-32,26 28-64,0-1-321,0 0-383,0-26-129,26-27 128,1 27 193,0-2 320,25-25 192,-26 0 32,29 0 544,-28 0 321,23-25 320,-22-2-224,-28-28-128,0 3-192,0 0-161,0 24-384,0 2-32,0 0 96,0 26-256,0 26 32,0 0 128,0 28-96,0-28 65,27 26-33,-27-24 0,0 26-161,0-29-319,27 28-577,-27 1-865,0-1-1345,0-28-2690</inkml:trace>
  <inkml:trace contextRef="#ctx0" brushRef="#br3" timeOffset="-179232.42">26263 16055 14093,'-27'-26'128,"-1"26"-32,-22 26 929,-5-26-96,2 54-417,1-2-223,25 2-193,0-2 0,27 0-96,0-24 0,0-1-160,27 0 64,0-27 64,-1 25 0,26-25 64,3 0 32,-4-25 64,3-29 64,-27 1-32,0 0-160,-2-1 64,-25 2-96,0-1-128,0 0 32,0 26 224,-25 27 0,25 0-192,0 27 448,0 53 225,0-28-161,25 28-63,-25-2-97,0-23-192,27-3-96,-27-24-449,0 24-832,26-25-513,-26 26-2754</inkml:trace>
  <inkml:trace contextRef="#ctx0" brushRef="#br3" timeOffset="-178705.39">25204 16559 10634,'-26'27'256,"26"-27"64,-27 0 2499,27 0-1410,0 25-864,0-25 223,0 0-127,0 0-385,0 0 97,0 0-225,0 27-32,0-27-288,0 0 448,0 0-320,0 0-96,27 0 31,-27-27 33,0 27 128,26 0 32,-26 0 257,0-25-97,0 25-160,0 0-96,0 0 0,0 0-32,0 0 0,0 0-224,0 0-1186,0 0-3170</inkml:trace>
  <inkml:trace contextRef="#ctx0" brushRef="#br3" timeOffset="-172504.04">29756 15367 11691,'0'-80'832,"-26"55"-223,26 25 128,0-27-417,-27 27-256,2 0 0,-2 0 0,-28 27 64,29 25 32,-53 28-128,26-28 0,27 28-96,-27-1 64,53-26 32,0 27 97,0 0 95,53-28-32,-1 1-96,30 1 0,-4-29 32,1 2 32,1-27 193,-1 0-193,1-27-96,-2 2-32,4-29 32,-30 1-32,1 1 64,-26-1 64,-27-1-32,0-24-64,-54 24 257,0-26-193,-25 2-192,2 24-128,-5 28 128,-23-1 224,25 27 64,1 0-96,25 27-128,3-1 64,23 28-32,28-2-32,28 1 64,-1 0-32,23-27-32,32 2 32,-30-3 193,28 0-354,-28-25 450,1 0-449,-26 0-65,25 0-319,-26 28-1090,1-28-2978</inkml:trace>
  <inkml:trace contextRef="#ctx0" brushRef="#br3" timeOffset="-172178.02">30550 16055 4804,'0'106'7239,"0"-80"-6278,0 28 288,0-28 320,-27 1-127,27-2-385,-25 3-481,25-1-255,-27 0 95,27-2 33,0 3-97,-27-28-256,27 25-32,0-25 64,-26 0-288,-1 0-64,2 0-225,-2 0-191,0-25-257,1-3-448,-1 3-2435,2-29-8391</inkml:trace>
  <inkml:trace contextRef="#ctx0" brushRef="#br3" timeOffset="-172042.01">30418 15843 1697,'26'-25'12620,"1"-2"-12075,-27 27-225,0-26 224,0 26-448,0 0-288,0 0-961,27-27-1922,-2 27-8071</inkml:trace>
  <inkml:trace contextRef="#ctx0" brushRef="#br3" timeOffset="-171702.99">30655 14997 13292,'0'-28'993,"0"28"-577,27-26 705,1 26 225,25 0-417,-29 0-417,-24 0-288,28 0-192,-1 0-32,-1 26-32,-26-26-32,0 28 32,0-28-224,-53 25 64,25 28 224,-23-25-128,25 24 0,-2-25 96,28 0-64,28-1 128,-2 1-128,1-27 32,25 0-353,-52 25-736,27-25-2146,-1 0-8328</inkml:trace>
  <inkml:trace contextRef="#ctx0" brushRef="#br3" timeOffset="-170802.94">30682 15050 7623,'0'0'1185,"0"-28"-513,-27 28 1154,27 0-288,-24-25-577,-4 25-289,1-28-255,1 28 127,-1 0-256,27-26-288,-25 26-640,25 26-1474,-27-26-4581</inkml:trace>
  <inkml:trace contextRef="#ctx0" brushRef="#br3" timeOffset="-169600.87">30471 14997 1569,'0'0'2178,"-27"0"-737,27 0 161,0 0-33,0 0-159,0 0-449,0 0-161,0 0 65,-26 0-224,26 0-65,0 0 193,0 0 160,0 0-192,0 0-353,0 0-128,0 0-31,0 0-33,0 0 32,0-28-64,0 28-96,26 0 64,-26 0 0,27-26-96,0 26 0,-2 0-32,2 0 32,-1 0-64,1 0 0,25 0 0,-25 26-32,1-26 32,-2 28-64,-26-3 32,27-25 0,-27 28-64,0-28-32,0 25 128,0-25 0,0 28 0,0-2 0,0 0-96,0 28-65,0-54 33,-27 26 64,27-26 96,0 0 0,-26 0 0,-2 0-32,1 27 0,3-27 0,-4 0 0,28 0-32,-27 0 0,27 0 32,0 0 0,27 25 0,1-25 0,-4 0 32,3 27 0,27-27 0,-3 0-64,-23 0-32,-1 0 64,-1 0-225,1 0-1536,-2 0-3717</inkml:trace>
  <inkml:trace contextRef="#ctx0" brushRef="#br3" timeOffset="-164617.59">12206 13222 3235,'-24'-55'960,"24"55"514,0-25-513,0 25 192,0-27 128,0 27 128,0 0-576,0 0-609,0 27 353,0-2 64,0 30-385,24-30-160,-24 29-64,0-1 32,0-1-32,0 1 32,0 27 160,0-1-32,28 1-31,-28 0 95,0 0-192,0 24 0,0-24-32,26 0-32,-26 25 32,27-25 32,0-26-32,-27 24 0,26 2 32,-26-26 289,26 26-65,0-28-128,-26 1-32,0-1 32,27 1-32,-27 1-32,0-2 1,0-24 63,0 25-32,0 0-64,0-1-32,0 2-32,0-28 0,0 26 0,0-25 0,0 0 32,27-1 32,-1-26-32,-26 27 96,26 0-32,-26-27 64,26 0 65,-26 25-97,27-25-64,-27 0 0,0 0-96,28 0 64,-28 0-32,27 0 32,-27 0 0,24 0 32,2 27-32,29-27 0,-28 0-32,25 0 32,-26 0 64,28 0 32,-2 0-64,1 0 0,-1 26 65,28-26-97,-28 0 64,56 27-96,-29-27 96,-1 0-160,2 0 32,26 27 96,-25-27-32,-2 0-32,-2 0 32,31 26 96,-29-26-96,26 0 32,-25 0 32,27 0-128,-2 0 0,0 0 64,2 26-288,-2-26 544,1 0-320,0 0 96,0 0 32,0 0-96,0 28-64,-1-28 96,0 0 64,-23 0-160,23 25 64,0-25 64,27 0-160,-26 0 192,2 0-352,-3 0 544,0 0-320,1 0 128,26 0-64,-27 25-256,3-25 480,24 0-224,-27 0-32,29 0-32,-2 0 64,0 0-32,-27 0-64,27 0 128,0-25 1,-24 25-130,24 0 130,1-25-1,-1 25-32,26 0 96,-26 0-256,26-28 160,2 28-32,-28-26-32,27 26 32,-27 0 0,28-26 32,-1 26-32,-2 0 96,2 0-192,1 0 96,-2-27 32,-26 27-257,28 0 450,-1 0-161,-2 0-32,2 0-32,1 0 32,-1 0 0,-1 0-64,-24-27 64,24 27-32,-26 0 96,26-26-96,0 26 0,-24 0-32,24-27 224,-26 27-160,28 0 128,-28-25-128,0 25 0,0 0 96,2-27-224,-2 27 96,0 0-32,0-27 0,0 27 128,-27 0-96,-24 0 96,-2 0-128,26 0-32,-25 0 32,-1 0-128,29 0-32,-29 0 32,-1 0 128,2 0 64,-1 0 0,2 0-32,-3 0 32,-24 0 128,25 0-160,-52 0 64,25 0 0,-26 0-96,1 0 32,-27 0 0,27-26 96,-27 26-96,0 0 32,26-27 64,-26 27-64,0-27-96,0 2 64,0-2 64,0 1-64,0-1 0,26 0 32,-26-25 97,0-1 63,0 0-32,0-27-160,0 0 64,0 1-32,26-26-32,-26 25-384,0-54 223,0 29-63,27-28 192,0 1 0,-27 0 128,26 25-224,0-25 160,0 27 64,1 25-128,1-27 128,-28 2-160,0 26 64,0-1-32,0-27 160,0 54-224,0-26 32,-28-1 64,28 27-64,-27 1 64,27-1-64,-26-1 64,26 29-32,-26-3 0,26 3 0,-26-2-64,-1 27 64,27 0 0,-27-27-32,1 27 0,0 0 96,0 0 32,-1 0-128,-26 0-64,1 27-129,-30-27 33,32 0 32,-32 27 64,-23-27 160,26 0-128,-26 0 160,-2 25-192,-26-25-128,1 0 480,-27 28-320,26-28-97,-23 0-159,-31 25 64,29-25 96,-29 27-1,30-27 97,-29 0 96,0 0-32,2 0 96,-2 27 33,-24-27-65,23 0 0,2 0 32,-27 26-64,26-26 32,2 0 0,-29 0-32,2 27 0,26-27-32,-27 0 96,27 0-64,-26 0 0,-2 0 0,29 0 32,-30 0-32,30 0 0,-1 0 32,-2 0 0,-23 0 64,24 0 0,2 0 0,-2 0-64,27 0-64,-1 0 32,1-27 0,2 27 0,25 0 32,-27-26-32,26 26 64,-26-27 0,27 27-32,0-27 64,-28 27-160,28-25 192,0 25-288,0 0 160,-1-28 32,-26 28 32,27-25-160,27 25 128,-28 0-64,1-27 64,0 27-64,0 0 64,0 0 64,-2 0-224,2 0 96,-26 0 64,26 0-32,-2 27 0,2-27 0,0 0 0,0 25-32,-1 3 96,28-28-96,-29 25 0,29-25-32,-28 27 64,27 0-224,28-27 448,-2 26-224,1-26 32,-1 27 0,1-27-32,25 0 0,3 0 0,23 0 32,-25 0-32,53 0-32,-26 0 64,0 0-32,-1 0-256,0 0 448,27 0-224,-26 0 0,0 0 0,26 0 0,-26 0-128,-1 27 0,0-27 128,1 0 32,26 0 0,-28 0 0,28 0 0,0 25 128,0-25 32,0 0-96,0 0-32,0 0 0,0 0-32,0 0 32,0 0-32,0 0 32,0 0-64,0 0 0,0 0 64,0 27 64,-24 26 96,-3 0-160,27 1-32,-27 24 33,27 2-546,-28 27-1601,28-3-8552</inkml:trace>
  <inkml:trace contextRef="#ctx0" brushRef="#br1" timeOffset="-144018.41">5166 13009 6277,'0'-27'2691,"0"27"-1890,0 0 576,0 0-352,0 0-416,0 0 159,0 27 1,0-27 96,0 53-225,-26-26-191,26 26-65,0-1-63,0 28-65,0 0-160,-26 25 0,-1 1-32,0 0-32,1 26 32,0-25-32,0 25 96,26-25 161,0-2-1,0 2-160,0-2-64,0 2-32,0-27 64,0-2-160,0-24 224,0-2-160,0 1 96,0-26-96,0-1 225,0 0-129,0-26 96,0 0-96,26 0 192,-26 0-128,0 0 225,26 0-129,0 0-224,-26-26 0,27 26-64,0 0 32,-1 0 96,0 0-32,27 0-32,-26 0 0,1 0 128,22 0-128,5 0 129,-4 0 31,30 0-32,-29 0-64,28-26 0,-28 26-96,28 0 32,-25 0 0,-5 0-32,5 0-32,-4 0 96,3 0-128,0 0 160,-2 0-64,1 26-64,-1-26 160,1 0-96,2 0 0,22 0 0,-22 0 0,24 0 32,-1 0 33,2 0 127,-1 0-160,1 0 96,-1 0-32,2 0-32,-2 0-32,-1 0-64,2 26 128,-1-26-128,26 0 32,-23 0-64,23 0 128,-26 0-64,27 0-32,-27 0 33,26 0-33,3 0 32,-29 0 0,26 0-32,1 28 0,-26-28-64,25 0 160,0 0-128,1 0 64,2 0 64,-3 0-192,0 25 96,1-25 0,26 0 0,-24 0 0,-3 0 32,27 0-32,-27 0 32,2 0-96,-27 0 64,25 0 32,-26 0-64,-26 0 32,26 0 96,-24 0-224,-29 0 64,25 0-33,-23-25-95,-1 25 64,26 0-128,-28 0 192,2 0 32,0 0-32,-1 0 64,1 0-128,25 0 224,-25 0-128,-27 0 0,26 25 32,1-25 0,-2 0 0,2 0 0,28 0 0,-29 28-32,-2-28 32,3 0 128,1 0-224,-1 0 64,-27 0 96,0 0 32,0-28 64,0 28-96,0 0 32,0 0-96,0-25 32,0 25-32,-27-28 64,27 2-64,0 0-64,0-28 64,0 28 0,0-26 96,0-2-64,0-24 0,0 24-32,0-26 64,0 0-128,0-25 96,27 25-64,-27-25 32,26-27-32,0 25 160,0 0 65,-26 2-129,0 0 32,0 25-64,0 0 224,0 28-64,0-28-64,0 26 64,0 1-288,0 1 160,0-1 0,0-1 1,0 28-33,27-1 0,-27-26-32,0 53 64,0-26-96,0 26 96,0 0-32,0 0 0,0 0-96,0 0-32,0 0 32,0 0 31,-27 0 66,27 0 95,-26 26-224,0-26 160,0 0-64,-1 0 0,-28 0 64,5 0-64,-32 0-96,-23 0 128,0 28 0,-1-28-193,-26 0 97,-1 0-256,1 0 480,0 0-192,-27 0 32,-1 25-32,-25-25 32,1 0 32,-3 0-32,-23 0-32,24 27-32,-26-27 224,-26 26-224,26-26 96,0 27-64,1-27 32,-1 0 0,27 27-64,-26-27 64,24 0 64,2 0-64,1 0 0,-3 0 0,29 0 32,-2 26-32,4-26 64,21 0-64,3 0 0,27 0 32,-1 0-32,28 0-64,23 0-704,2 0-161,27 0 128,0 0-96,26 0-1025,-27 27-1121,27-2-9352</inkml:trace>
  <inkml:trace contextRef="#ctx0" brushRef="#br1" timeOffset="-139787.16">30815 14599 11947,'-28'0'416,"4"0"-320,-3 0 385,1-26 544,-2 26-96,28-27-321,-27 27-352,3-27-224,-4 27-64,-25 0 0,-26 0 0,-26 0-160,-27 0-128,0 0 128,0 0 160,24 0 128,-24 0 64,26 0 96,-27-25-96,1 25 32,27 0-95,-27 25 191,50-25-64,5 27-192,49 26-128,-23-26-320,51 25 31,0 1 65,0-26 224,24 25 96,3-25-64,1 26 64,-1 0 0,-27 1 64,26 24 96,-26 2-32,0 27 32,0-2 0,0 27-31,0 2-129,0 24 32,0 1-64,24 0 32,-24-53 96,28-2 192,-1-49 385,0 25-97,-1-28-192,0 1-191,0 26-65,1-26-64,0 1-32,-27-29 32,26 2-64,-26 1-96,0-28 96,0 0-32,0 26 96,0-26-64,0 0-64,0 0 64,26 0 32,0-26-32,28 26 32,-2 0-64,29 0 0,-4-28 32,30 28 32,0 0-32,25 0 64,28-27-96,-3 27 64,2 0-32,-1 0-64,-24 0 0,-29 0 64,-25 0 32,-1 27 0,1-27-32,-28 0 192,2 0 160,-27 0 97,-27-27-1,0 27 193,0-25-1,-27-2-63,27 0-97,0 1-127,0-1-193,0-25-128,27 25-64,-3-26 64,31 1-64,-29-28 32,26 0 0,-25-27-96,0-25 96,-1 0-160,-26 0-129,0-26 385,-26 24-288,-1-24-64,0 26-128,-25-2 127,26 28 193,26 27 64,-28-1 32,1 28 32,3 25-128,-3 27-64,-27 0-32,2 0-192,-28 27-129,-26 0-159,-26 25-481,-54 1-1474,-25-26-9672</inkml:trace>
  <inkml:trace contextRef="#ctx0" brushRef="#br1" timeOffset="-136911">11810 12533 7975,'26'-27'1698,"-26"27"-321,0 0-1057,0 27 65,0 26 63,27-1 353,-27 1 64,0 26-1,27 1 65,-1-1-128,0 1-288,0 26-97,-26 1-256,27-3-32,-27 29-64,0-27 32,27 27-64,-27-1 32,28 0 1,-4-25-1,-24 25 0,26-26 32,-26 1 128,28-2-96,-28-25 96,27 26 65,-27-26-33,27-28 160,-27 28-224,24-28-31,-24 29 95,0-28-96,0-1-32,0 2 64,0-1-288,0-1 96,0 1 96,0-26-64,0 0-64,0-2 32,0 2-32,0-1-128,0-26 480,0 27-576,0-27 480,0 0-160,0 27-96,0-27 96,0 26-64,0-26 0,0 26 0,0-26 0,28 0 0,-28 28 32,26-28 33,1 0 31,26 0-32,-1 0 32,2 0 0,-2 0-192,1 0 96,26 0 192,2 0-224,-2-28 64,26 28-32,-25 0 96,25-26-160,1 26 128,-1 0-128,3 0 64,24 0 96,-27 0-128,1 0-32,-1 0 32,3 0 128,24 0-128,-27 0 32,1 0 0,27 26 96,-1-26-160,-27 0 128,27 28-96,0-28 0,-24 0 64,24 0 64,-26 25-288,26-25 352,1 25-256,-28-25 224,27 0-192,0 28 0,0-28 96,2 27-64,-2-27 64,0 0-32,0 0 160,1 0-256,-26 0 96,25-27 0,1 27 0,-1 0 64,0 27 0,0-27 0,-27 0-128,29 0 32,-29-27-64,27 27 128,-27 0 0,3 0-32,24-28 32,-26 28 32,26 0-128,-27 0 64,27 0 0,-27 0 0,3 0 0,-2 0 0,-1 0 0,27 0 0,-27-25 64,29 25-96,-29 0-192,27 0 416,0 0-96,-24 0-96,-3 0 0,27 0 0,-26 0-224,-1 0 448,3 0-192,-3 0-64,27-25 64,0 25 0,2 0 0,24-28-32,-26 2 0,0 26-32,28-26 64,-28 26-32,0 0-32,0 0 64,28-27-32,-28 27 0,26 0-32,-26-27 32,26 27 32,-24 0-32,-2-26-32,26 26 64,-24 0 0,-2-27 0,0 27-96,26 0 128,-24 0-64,-29 0 0,27 0 65,-27 0-130,3 0 33,-2-25 32,-1 25 0,-25 0-32,-1 0 0,-1 0 64,2 0 32,-1-27-160,-24 27 160,-29 0-32,26 0-32,-25 0 0,-27 0 65,27-27-194,-1 27 482,-26 0-129,0-26-160,0 26 96,0-27-224,0 0 96,0 2-96,-26-2 96,26 1-32,0-28 64,-27 2-64,27-1 64,-27 0-96,-1-27 0,28 0 128,-24-26-64,24 1-64,0-2-64,-26-26-64,26 28 0,26-27 128,-26 0 32,24-2 32,-24 29-64,28-2 192,-28 1-96,27 0-96,-27 1-32,27-2 32,-27 2-64,26-2 0,-26 29-32,0-2-65,0 0 161,0 1 96,0 26-160,0-1 128,0 29 0,-26-3 65,26 3-97,-27 25 32,0-27-32,-1 27 0,28 0 64,-24 0-193,-2 0 129,-2 0-32,28 0-192,-27 0 448,0 0-224,3 0 0,-30 0 65,27 0-226,-25 27 418,-1-27-450,-1 0 418,-24 0-225,-1 0-64,-2 25 64,-25-25-64,1 0-97,-27 0 97,24 0 32,-48-25-32,-4 25 32,1 0-32,1 0 64,-29 0 32,30 0-64,-29 0-192,0 25 544,2-25-352,-30 0 0,4 0 0,-2 0 64,0 0-32,1 0 32,-29 0-96,3 0 64,26 0-32,-29 0 96,29 0 0,-26 0-160,-3 0 192,29 0-160,-26 0 32,-2 0 32,27 0-32,-26 0 96,26 0 0,-27 0-160,28 0 192,-2 0-128,30 0 64,-30 0-32,2 0 32,25 0 32,2 0-64,-2-25 32,0 25-32,27 0-32,-25 0 32,24 0 64,-25-27-64,1 27 32,24 0 32,-26 0-160,28 0 128,-26 0 32,-3-27-128,28 27 32,-25 0 96,-2 0-128,27 0 96,-25 0-32,-3 0-32,2 27 64,1-27-32,24 27 0,-25-27 0,26 25-32,2 3-64,-3-28-384,28 25 224,-27 2-481,26 0-96,1 26-961,0-1-3395</inkml:trace>
  <inkml:trace contextRef="#ctx0" brushRef="#br1" timeOffset="-128584.52">28220 12107 14862,'-25'0'896,"25"0"-415,52-25 256,1 25-97,26-27-127,26 1-65,29 26-64,-2-27-95,26 0 31,-26 1-320,2 26 32,-28-27-384,-27 27-577,-26 0-737,-1 0-1024,-52 0-1891,-26 0-768</inkml:trace>
  <inkml:trace contextRef="#ctx0" brushRef="#br1" timeOffset="-128332.51">29306 11949 960,'-184'26'3300,"102"-26"95,5 27-448,22-27-1122,3 27-864,52-1-480,0 1 31,0-2 1,52 29-193,3-1-192,22-26-32,-22 25-32,-2 28 0,-1-28 0,2 2-64,-54 25 32,26-26-32,-26 1 160,-26-28 513,-28 1 480,28-27-192,-53 0-256,0 0-225,-29 0-191,30-27-97,-2 27-160,54-26-160,-27-1-417,53 27-672,0 0-801,27-27-1986,25 27-5156</inkml:trace>
  <inkml:trace contextRef="#ctx0" brushRef="#br1" timeOffset="-128034.49">29730 11975 8968,'26'-26'4324,"-26"-1"-3395,0 27-288,0 27 640,0-1-64,0 28-544,0-1-321,0 26-224,0 1-64,0 0-64,0-2 128,27 2-32,-27-1 64,27 1-95,-2-27-1,2 1-96,-1-29 96,28 28-449,-26-53-416,-4 27-672,2-27-2819</inkml:trace>
  <inkml:trace contextRef="#ctx0" brushRef="#br1" timeOffset="-127582.47">30603 12241 14862,'-27'0'96,"27"-27"256,-26 27 833,26 27-416,-27-2-417,2 2-256,-2 53-96,0-28 0,27 29-160,0-1-64,0-1 64,54-26 160,-2-1 32,1-25 96,-1-1 96,3-26 257,-2 0-1,-1 0 161,-25-26-129,26 26-160,-1-27-95,1-25-97,-26 25-64,0-26-128,-27 1-96,0-1-481,-54-1 385,28 0-256,-53 2 95,26 0 289,-26 24 0,-2 1 32,30 54 128,-4 1-64,55-3 192,0 28 0,27 1 129,25-28-225,3 28 96,-2-29-128,-1 3 0,1-28-128,-26 0-320,25 0-737,1 0-1314,26 0-3811</inkml:trace>
  <inkml:trace contextRef="#ctx0" brushRef="#br1" timeOffset="-127315.45">31132 11897 16527,'28'0'256,"23"25"1346,4-25 512,23 27-481,29 26-704,-28-26-448,26 51-353,-24-24-192,-30 26 160,-24 25-64,-27 2-32,0-2-192,-27 2-64,0-2-129,-25-25-31,26-1-97,-53 1-63,26-27-257,-26 0-480,-1-1-1954,1-25-11948</inkml:trace>
  <inkml:trace contextRef="#ctx0" brushRef="#br1" timeOffset="-124453.29">27003 12903 9929,'-52'0'128,"52"0"0,27 0-160,-2-26 545,2 26 383,26 0-191,-1-27-481,28 27-192,-28 0 0,29 0 32,-30-27 33,30 27-97,-2 0 0,-26-26-161,-1 26-351,-25-27-385,26 27-1601,-25-25-3108</inkml:trace>
  <inkml:trace contextRef="#ctx0" brushRef="#br1" timeOffset="-124223.27">27559 12533 8840,'-27'0'1826,"27"0"-1122,27 0 33,26 0 128,-1 25-96,28-25-65,-1 0-384,2 28 1,-2-28 223,1 25 1,-1 2-417,-53 0-128,1-1-32,-54 1 96,1 25 0,-28-25 0,2 26-64,-28 0-128,2-27-320,-1 27-1058,-2 0-3683</inkml:trace>
</inkml:ink>
</file>

<file path=ppt/ink/ink62.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23:08.802"/>
    </inkml:context>
    <inkml:brush xml:id="br0">
      <inkml:brushProperty name="width" value="0.05292" units="cm"/>
      <inkml:brushProperty name="height" value="0.05292" units="cm"/>
      <inkml:brushProperty name="color" value="#FF00FF"/>
    </inkml:brush>
    <inkml:brush xml:id="br1">
      <inkml:brushProperty name="width" value="0.05292" units="cm"/>
      <inkml:brushProperty name="height" value="0.05292" units="cm"/>
    </inkml:brush>
    <inkml:brush xml:id="br2">
      <inkml:brushProperty name="width" value="0.05292" units="cm"/>
      <inkml:brushProperty name="height" value="0.05292" units="cm"/>
      <inkml:brushProperty name="color" value="#0000FF"/>
    </inkml:brush>
  </inkml:definitions>
  <inkml:trace contextRef="#ctx0" brushRef="#br0">2506 5438 960,'0'0'1794,"0"0"-801,0 0 32,0 0 288,0 0 225,0 0-193,0 0-256,0 0 0,0 0-32,0 0-64,0 0 96,0 0-160,-24 0-160,24 0-129,0 0-255,0 0-129,-27 0-32,27 26-32,0-26-64,0 0 0,0 0 161,27 0-97,-3 0-96,30 0-96,24 0 64,3 0 32,24 0-192,-26 28-96,29-28-192,-3 0-705,-26 0-673,1 0-1089,-28 0-2594</inkml:trace>
  <inkml:trace contextRef="#ctx0" brushRef="#br0" timeOffset="2814.16">9892 3080 544,'0'0'2338,"0"0"-928,-28 0 736,28 0-385,0 0 193,-26 0-128,26 0-449,0 0-320,0 0-224,0 0-192,0 0-161,0-27-64,26 27 97,2 0-193,23 0-224,-23 0 32,25 0-32,-1 0-128,28 0 64,-26 0-96,-2 0-96,1 0 0,-1 0-32,-25 0 32,1 0-161,-2 0-191,1 0-33,-27-27-383,24 27-578,-48 0-1312,24-26-2820</inkml:trace>
  <inkml:trace contextRef="#ctx0" brushRef="#br0" timeOffset="3275.18">10156 2841 128,'27'0'9224,"-27"0"-8903,0 0 159,-27 0-320,27 0 161,-26 0 319,-28 0-320,29 27-287,-28-1-290,-2 1 129,4 0 64,23-2 96,-25 2-96,29-27 64,24 26 128,0 1 225,0 0 159,0-1 161,51 0-193,-25 0-160,29 1-159,24-27-1,-26 28 0,-1-28-160,1 0-481,-26 0-576,0 25-1569,-27-25-6343</inkml:trace>
  <inkml:trace contextRef="#ctx0" brushRef="#br0" timeOffset="4055.23">10051 6100 4772,'0'0'2979,"0"0"-1666,0 0 929,0 0-480,0 0-929,25 0 256,2 0-96,0 0-385,26 0-255,26 0-161,-26 0-160,26 0 0,2 0-64,-2 0-192,-1 0-129,-24-26-63,-1 26-321,-1-26-352,-25 26-320,-1 0-705,-26 0-993</inkml:trace>
  <inkml:trace contextRef="#ctx0" brushRef="#br0" timeOffset="4429.25">10343 5862 1153,'0'0'9609,"0"0"-9289,-28 0-160,1 26 225,-26 2-289,1-3-64,-28 2-193,28 1 33,-1-3 64,-2 2 96,31 25 225,-3-24 255,27-2 193,27 0-225,-3 26 65,31-24-65,-2-2-352,-1 1-96,28-2-128,-28 2-256,1 0-1057,-26-1-2691</inkml:trace>
  <inkml:trace contextRef="#ctx0" brushRef="#br0" timeOffset="7009.4">17699 5570 8007,'0'0'1089,"0"0"865,0 0-288,0 0-866,0 0-447,0 27 223,0-27 289,0 27-192,0-1-33,0 26-95,0 2-353,0-28 128,0 28 33,0 26-257,0-28 32,0-24-192,0 24-96,0-26-321,0 0-352,0-26-992,27 28-1763,-27-56-4964</inkml:trace>
  <inkml:trace contextRef="#ctx0" brushRef="#br0" timeOffset="7321.41">17515 5756 14253,'-53'0'320,"53"-27"129,0 27 159,0 0 65,0 0 96,0-27-545,0 27-224,26 0 0,1-25 0,-2-2-160,2 27 544,26-26-704,-25-1 672,-4 0-352,3 27 0,-27-26 0,27 0-32,1 26 32,-28 0 32,26 0-128,-2 26 96,3-26 0,-27 53 32,28-26-32,-1-1-544,26 1-1506,-28-2-5221</inkml:trace>
  <inkml:trace contextRef="#ctx0" brushRef="#br0" timeOffset="10522.6">24608 4245 9096,'27'-25'1506,"-27"25"-802,0 0 481,0 0-224,0 0 128,0 0-224,0 0-416,0 25 255,27 28-63,-27 1 31,0 24-159,26 2-129,-26 26-224,27-26 1,-27 26-97,25-27-160,-25-26-385,27 1 33,0-2-385,-27-52-737,0 26-1152,26-26-2019</inkml:trace>
  <inkml:trace contextRef="#ctx0" brushRef="#br0" timeOffset="10775.61">24794 4220 15246,'0'0'833,"0"0"-1250,0 25 577,26 2 353,1 26-65,-2 0 33,-25 27-257,27-1-128,0 0-32,-27 1 0,26 26-64,-26-52-256,28 24-321,-28-51-127,0 0-257,24-1-448,-24-26-1442,0 0-2274</inkml:trace>
  <inkml:trace contextRef="#ctx0" brushRef="#br0" timeOffset="11107.63">24583 4352 16463,'-27'-54'320,"27"54"-127,27-26-193,-2-1-64,29 2 96,24 25 480,29 0 65,-2 0-193,1 0-320,-28 25-128,4 28 0,-30 1-96,-52-2-225,26 2 129,-52 25 160,0-26 96,0-27 64,-28 0 32,26 28 128,4-54 193,-2 26-289,26 1-160,0-27 224,26 25-160,26-25 32,-25 28-320,26-28-289,-1 26-127,2-26-289,-28 28-961,26-28-3011</inkml:trace>
  <inkml:trace contextRef="#ctx0" brushRef="#br0" timeOffset="11619.66">25482 3874 14093,'0'0'160,"0"27"-544,26-2 480,-26 30 32,0-3-96,0 1 32,-26 1-64,26-28-64,0 0 32,26-26 64,-26 0 480,0-26-159,0 0-257,0-1-32,0-26 0,26-1-64,-26 2 0,26 24-32,-26-24-32,27 52-32,1-26 32,-28 52 64,27-26 0,-27 27 96,0-2 0,26 30-64,-26-30 32,0 2-64,24-27 0,-24 27 64,28-27 224,-28 0 33,27-27-161,0 0-64,-1 2-64,-26-2 64,26-1 288,0 28-95,-26 0-321,27 0 64,0 28 224,-27-1 64,26-2-32,0 29-224,0-1-128,1 0-1089,0 1-3459</inkml:trace>
  <inkml:trace contextRef="#ctx0" brushRef="#br0" timeOffset="17097.97">6212 7452 12043,'0'52'705,"0"-24"-449,0 24 0,0 1 128,0 0-159,0-26-33,27 25 0,-27-52-64,0 0 160,0 0 289,27-27-257,-27-25-256,0-1-160,0 0 64,25 1-32,-25-2 64,0 28-64,27-1-96,-27 2 64,26 25-96,1 0 31,-27 25 65,28 2 96,-4-1 0,-24 0 0,27 2-32,-1-2 32,-26-26-64,0 0 224,0 0 97,0-26-161,0 26-128,0-28-224,28 2-97,-1 26 193,-27-26 64,24 26 96,4 0 256,-28 26 257,27 0-1,-1 2-160,1 24-127,-27-26-161,25 28-32,2-28-64,-27 1-545,27-27-736,-27 25-1538,0-25-4163</inkml:trace>
  <inkml:trace contextRef="#ctx0" brushRef="#br0" timeOffset="17306.98">6847 7425 7623,'27'27'7815,"-1"-27"-7687,1 26 641,1-26 352,-4 26-673,31 2-223,-29-2-129,25 0-96,4-26-513,-2 26-448,-28-26-640,2 0-1922,0 0-6279</inkml:trace>
  <inkml:trace contextRef="#ctx0" brushRef="#br0" timeOffset="17456.99">7219 7400 14061,'-53'52'288,"-2"-26"577,31 28 704,-29-2-736,25 1-320,1-26-417,3-1-705,24 26-1409,24-52-3107</inkml:trace>
  <inkml:trace contextRef="#ctx0" brushRef="#br0" timeOffset="17934.02">7800 7186 7142,'-26'-26'4068,"26"26"-3075,0 0 288,0 26-416,-26 28-64,26-2-32,0 1-225,0 27-352,0-27-64,26 1-160,0-2-128,1 1-512,0-26-706,25-1-576,-26 1-1120,1-27-3044</inkml:trace>
  <inkml:trace contextRef="#ctx0" brushRef="#br0" timeOffset="18237.04">8012 7452 1473,'28'80'10602,"-28"-54"-10538,0 0 320,0 27 705,0-26-928,0-27 31,24 26 192,-24-26 65,0-26 287,0 26-448,0-54-191,27 28-65,-27-26-64,0 24-161,0 2-63,27 0 160,-27-1 64,28 27 160,-2 0 224,-2 0 97,-24 27 63,28 25-191,-1-24-161,-27 24-96,27 1-128,-1-26-577,-26-1-800,26 1-2082,-26-27-7368</inkml:trace>
  <inkml:trace contextRef="#ctx0" brushRef="#br0" timeOffset="18411.05">8410 7504 11050,'26'28'4324,"0"-28"-4100,0 0 801,1 0-288,0 0-353,25 0-224,-26 0-192,1 0-961,0 0-1761,1 0-3716</inkml:trace>
  <inkml:trace contextRef="#ctx0" brushRef="#br0" timeOffset="18584.06">8542 7372 14573,'-27'53'673,"27"0"-449,0-27 1057,27 28-192,-27-2-576,26-25-481,0 0 64,0-1-288,1 1-481,-27-2-1024,27-25-3781</inkml:trace>
  <inkml:trace contextRef="#ctx0" brushRef="#br0" timeOffset="18793.07">8834 7372 9064,'0'28'8680,"0"-3"-8872,0-25 641,0 27 640,24 25-641,-24-24-160,28 24-192,-28-26-160,26 28-640,1-28-514,0 1-1184,-27-27-3940</inkml:trace>
  <inkml:trace contextRef="#ctx0" brushRef="#br0" timeOffset="19016.08">8939 7133 14573,'27'-27'2723,"-2"27"-2595,2 0 929,-1 27 0,28 0-64,-2 26 0,1 0-673,2 1-416,-31 26-224,2 24-1186,2-24-1152,-28 0-4645</inkml:trace>
  <inkml:trace contextRef="#ctx0" brushRef="#br1" timeOffset="32943.88">4279 12088 10249,'0'-26'1474,"0"0"-33,0 26 32,-27-27-384,3 27-320,-30-27-224,27 27-289,-25 27-192,-1 0 0,-1 25 64,2 1-128,-1 27 64,1 25-64,25 29 32,1-29 0,-1 28 0,54-27 0,-1 0 32,53-27 32,1 28-64,-1-55 33,26 1-33,0-26 0,3-27 128,-2-27 64,-28 2-32,28-30-32,-26-24-32,-2 26-96,-23-26 161,-2-1-129,-27 0 0,-26 2 64,0-2-128,-26-27 32,-27 28-96,-2-27-32,-23 27 64,-2 26 224,-26-1 64,1 28-128,26 0 32,-29 26 193,3 26-321,26 27-64,-1 0-128,55-1 64,-2 2-1,27-1 33,27 0-32,25 1 96,-25-2-32,26-24 96,26 24-160,-1-26 96,-23 0-128,24-26-64,1 28-641,-28-28-1281,28 0-2754</inkml:trace>
  <inkml:trace contextRef="#ctx0" brushRef="#br1" timeOffset="33154.89">5419 12433 18961,'79'0'-64,"-26"0"353,-1 0 351,1 0-223,1 0-289,-2 0-96,1 0-865,-25 0-1025,-28 27-1409,0-27-6950</inkml:trace>
  <inkml:trace contextRef="#ctx0" brushRef="#br1" timeOffset="33282.9">5551 12698 17136,'52'52'288,"1"-52"-160,1 0 160,24 0 385,-23 0-257,-4 0-736,3 0-1698,-27 0-4804</inkml:trace>
  <inkml:trace contextRef="#ctx0" brushRef="#br1" timeOffset="34517.97">7271 11478 12491,'-27'-26'321,"27"52"-385,-25 1-33,-2 26 418,-26 27 1216,25 52 1,-23 2-577,-3 24-385,27 26-127,3 3-33,-4-2-192,28-53-32,28 0-31,-4-52-129,3 0 0,27-26-32,-3-2-513,4-24-544,-29-3-1217,1 2-3395</inkml:trace>
  <inkml:trace contextRef="#ctx0" brushRef="#br1" timeOffset="35016">8040 12036 15246,'-28'0'576,"28"0"-479,28 26 1184,-4 0 32,30 27-96,24 27-224,-23-27-160,24 26-321,27 1-95,-27-1-225,0 1-128,29-28-160,-3-24-481,-26-2-512,1 0 96,-28-26-256,1 0-865,-26 0-2018,-27-26-4708</inkml:trace>
  <inkml:trace contextRef="#ctx0" brushRef="#br1" timeOffset="35196.01">8702 12088 15150,'-28'53'1537,"1"-26"-1345,27 51 321,-27 2 800,-25 0-32,26 26-384,-1 0-640,-26-52-161,53 24-353,-26-51-736,26 0-224,26-1-1313,0-26-4581</inkml:trace>
  <inkml:trace contextRef="#ctx0" brushRef="#br1" timeOffset="35557.03">9231 11664 14541,'-28'0'1506,"28"0"-1378,28 0 512,23 0 129,3 0-32,24-26-193,3 26-383,24-28-161,-51 28-225,24 0-896,-23 0-1537,-31 0-6439</inkml:trace>
  <inkml:trace contextRef="#ctx0" brushRef="#br1" timeOffset="35701.04">9627 11690 9961,'-27'80'5541,"1"-26"-5381,26-2 0,26 1 225,-26 0-129,0 1-160,0-2-224,27-26-1377,-27 28-2851</inkml:trace>
  <inkml:trace contextRef="#ctx0" brushRef="#br1" timeOffset="36154.06">10262 12036 6886,'0'-27'8648,"0"27"-8199,0 27-33,26-27 641,29 26 0,-4 26 160,3-25-192,-3 26-448,30 27-321,-2-28 481,1 2-353,-28-1-320,28-1-32,-1 3 128,-25-3-320,-3-26-32,4 0-417,-3 2-448,-52-28-384,26 0-545,-26 0-1441,0 0-7303</inkml:trace>
  <inkml:trace contextRef="#ctx0" brushRef="#br1" timeOffset="36437.08">11110 11929 14541,'0'0'1281,"-27"0"-1345,-1 53 353,1-26 800,-23 52 288,-5 1-384,3-2-128,-28 29 96,-25 0-289,51-2-223,-24-26-353,23 1-32,31-27-288,-3 0-257,27-26-191,-26-2-257,26 3 0,0-28-929,0 0-1729,0 0-7368</inkml:trace>
  <inkml:trace contextRef="#ctx0" brushRef="#br1" timeOffset="37806.15">22014 11108 8263,'-26'-54'2210,"26"28"65,-26 0-738,26-2-224,0 28-128,0 0-128,0 0-224,26 0-256,-26 0-33,26 28 129,27-2 0,0 54-161,-27-2-32,27 29-127,28 0-65,-29 25 0,2 0-192,-28 1 129,0 26-1,0-27 96,1 1-160,-27-28 65,0 29-225,-27-54 96,-25-2-32,26 2 0,-28-28-321,2 2-639,-1-1-578,-2-28-640,29 3-1089,0-2-8712</inkml:trace>
  <inkml:trace contextRef="#ctx0" brushRef="#br1" timeOffset="38139.18">22518 10974 17456,'-54'-25'1249,"28"-2"-608,26 27 288,0 0 288,0 0-128,26 0-577,1 0-95,52 0-129,-26 0-224,26 0-64,-26 0 32,26 0-128,-25 0-384,25 0-802,-26 0-383,1-26-385,-29-1-2370</inkml:trace>
  <inkml:trace contextRef="#ctx0" brushRef="#br1" timeOffset="38319.18">23339 10445 15534,'24'0'1794,"-24"27"-1538,0-1 1057,0 1 161,0 26-257,0 1-641,27 24-319,-27 2-225,28 26-417,-28-28-800,26 2-1057,-26 0-2530</inkml:trace>
  <inkml:trace contextRef="#ctx0" brushRef="#br1" timeOffset="38940.21">24211 11532 17232,'-27'0'833,"27"0"-705,27 0 640,0 26 514,26 26 31,52 28-160,-26-28-673,54 56-127,-1-29-1,0-26-128,0 27-31,0-28-97,2 2-64,-54-28-257,-2 1-287,-24-2-417,-28-25-672,0 28-257,-52-28-352,0-28-4260</inkml:trace>
  <inkml:trace contextRef="#ctx0" brushRef="#br1" timeOffset="39177.24">25270 11400 18737,'-52'25'353,"-2"2"-385,2 53 480,-2-28 609,-24 54 320,-3 1-608,-24 25-577,26 27-64,-1-53-224,28 0 0,25-26-577,1-54-736,26 28-288,26-54-674,1 0-1953</inkml:trace>
  <inkml:trace contextRef="#ctx0" brushRef="#br1" timeOffset="39452.25">25615 11108 9577,'-28'0'5573,"28"-27"-4612,0 27 288,28-27-128,-1 27-64,23 0-384,32-26-321,-4 0-96,2 26-160,-1-28-128,-26 28-160,-27-25-769,-26 25-640,0 0-2884</inkml:trace>
  <inkml:trace contextRef="#ctx0" brushRef="#br1" timeOffset="39617.25">25826 11028 14093,'0'80'2274,"0"-54"-416,0 26 224,26 28-481,-26-26-704,0 26-545,27-28-320,-27 28-256,27-2-1025,-1-24-1345,-26 24-2499</inkml:trace>
  <inkml:trace contextRef="#ctx0" brushRef="#br1" timeOffset="40310.3">26567 11929 15086,'0'-25'1793,"0"-3"-1664,27 28 31,-27 0 416,-27 0 161,27 0-449,-27 53 33,1 0-482,26 1 674,0 24-65,26 2 1,1-28-321,25 2-64,1-1 96,29-26 96,-30-27-63,28 0 31,-28-27 0,1 0 160,-1-25 33,-25-1-161,-1 0-32,1 26-32,-27-26-288,0 1 96,0 25-256,-27 27-32,27 27-161,0 25 417,-26 28 160,26-2-32,0 29 65,0 0 127,0-2-256,0 2 64,0-29-64,26 2-32,-26-28 64,-26 2 96,26-1 0,-52-26 289,-28-1-1,1 0-224,-2-26-63,-25 0-322,1 28-1120,0-28-1345,-2 0-1154,-26 0-9288</inkml:trace>
  <inkml:trace contextRef="#ctx0" brushRef="#br1" timeOffset="44779.56">1396 12672 9384,'-81'0'4709,"28"0"-4421,27 0 0,0 0 129,26 0 287,0 0 193,0 26 32,26-26-288,26 26-225,30-26-160,23 26-31,27-26-65,0 0-32,27 0-128,1-26-192,-28 26-609,-27 0-672,-53 0-1795,1 0-3714</inkml:trace>
  <inkml:trace contextRef="#ctx0" brushRef="#br1" timeOffset="45031.57">2110 12512 13164,'-52'0'641,"52"0"-161,0 0 481,52 0 288,1 0-64,26 0-288,53 28-513,-24-28-95,24 25-385,-27 2 128,-26-1-64,-26 0 32,-26 2-64,-27-2 64,0 0 256,-54 0-64,1 28-96,-26-1 64,-26 0-192,24-1-320,30 2-1442,-30-28-3875</inkml:trace>
  <inkml:trace contextRef="#ctx0" brushRef="#br1" timeOffset="48835.78">2455 9412 800,'-28'26'13453,"28"1"-13485,0-27 96,0 0 352,28 0 225,23 27 224,30-27-321,-2 0-223,1 0-225,-2 0-96,1 0 64,1 0-64,-28 0-288,1 0-1026,2 0-1216,-55 0-1442,24 0-1857</inkml:trace>
  <inkml:trace contextRef="#ctx0" brushRef="#br1" timeOffset="49100.8">2956 9360 7879,'-26'-27'4676,"26"27"-4419,26 0-257,1 0 961,25 0 288,1 0-449,26 0-415,2 0-289,-29 0-32,28 0 96,-28 27-32,-25-27-128,26 25-32,-53 2 0,27-1 32,-54 1 192,1 0 65,-28-1-33,2 0-96,-1 27 0,-26-26-128,26 26-160,-26-28-1249,25 30-2339,3-30-8007</inkml:trace>
  <inkml:trace contextRef="#ctx0" brushRef="#br2" timeOffset="61907.54">14603 7400 6694,'-27'-55'1121,"27"55"1634,0-25-609,27 25-929,-27 0-385,53 0 225,26 0-256,2 0-96,-3 25-193,0 2-448,4 26 65,-4 26-97,-24 1 0,-2 0 0,-26 25-128,-26-25-193,-26-27 161,0 1 192,0-1-96,-28-28 192,2-25-96,-1 0-32,-2 0-64,5-25 0,-5-3 96,28-25-256,27 27 224,0 1-96,27 25 0,28-28 64,-5 28 192,5 0 33,-2 28-1,26-3-96,0 1-160,-26-26-96,0 28-481,-1-3-832,-52 3-1826,0-28-5157</inkml:trace>
  <inkml:trace contextRef="#ctx0" brushRef="#br2" timeOffset="62410.56">14020 8458 14862,'-25'0'1569,"25"0"-1024,25 0 95,29 0-63,24 0 159,29-26-223,26 26-257,25-27-160,27 27-64,-26 0 64,53-27-96,-27 27-32,2-26-64,23 26-64,-51-26 192,1 0-32,-1 26 0,-54-27-256,-53 27-96,1 0 127,-53 0 1,0 0-160,-26 0-769,-26 0-1826,-2 0-3043</inkml:trace>
  <inkml:trace contextRef="#ctx0" brushRef="#br2" timeOffset="62837.59">14338 8802 14221,'0'0'128,"28"0"-288,-2 27 544,25 0 225,4 25 160,23-26-385,2 28-320,-28 24-96,2-23-128,-28 24 96,-26-26 32,0-26 64,0 26 64,-53-26 288,1-27 513,25 25-481,-26-25-223,0-25-129,1-2-32,25 0-64,27 1-32,-28-1-64,28 27 63,28-28-159,-1 28 224,-1 0 160,0 28 97,27-1-129,0-27-64,-1 26-256,2 1-737,0 0-1217,-3-27-2467</inkml:trace>
  <inkml:trace contextRef="#ctx0" brushRef="#br2" timeOffset="63247.61">15238 8934 15919,'-26'-26'448,"0"26"-416,-1 26 352,-26 1 193,27 0 96,0 26-33,26-1-416,0 1-63,26 26-161,0-51 0,27 25 32,0-26-193,26 0 1,-26-27 160,26 0 96,-24-27-160,-5 0 128,5 1-128,-28-29 128,-3 30-32,-24-29-160,-24 29-224,-30-30-64,-24 30-129,-4-28 161,-23 26 320,26 0 224,-27 27 288,27 0 33,24 27-193,5 26-64,50-26-64,0 25 32,26-24-31,53-3-65,0 3-128,1-2-225,25-26-159,0 0-257,-23 0-608,-32 0-2787</inkml:trace>
  <inkml:trace contextRef="#ctx0" brushRef="#br2" timeOffset="63478.63">15874 9253 15086,'78'107'512,"-23"-55"-127,-28 1 800,-27 26-288,0-26-289,0 0-320,0-1-448,-27-24 320,-1-1 353,-25-2-161,27-25-352,-27 0-736,26-25-802,-25-30-640,26 30-1954</inkml:trace>
  <inkml:trace contextRef="#ctx0" brushRef="#br2" timeOffset="63601.63">15768 9093 13388,'79'0'4260,"-26"0"-4292,-27-27 96,0 27-416,1 0-1346,-27 0-4355</inkml:trace>
  <inkml:trace contextRef="#ctx0" brushRef="#br2" timeOffset="64035.66">17038 7902 11210,'-27'-25'1858,"27"25"-513,0 0-160,27 0-384,-1-28 224,29 28-384,-4-27-225,30 27-224,-2-26-128,-26 26-96,-1-27-416,1 27-1282,-26 0-2754</inkml:trace>
  <inkml:trace contextRef="#ctx0" brushRef="#br2" timeOffset="64257.67">17303 7902 13388,'0'79'801,"27"-51"224,-1 51-128,1-26-417,25-1 33,-25 1-193,26 1-224,-28-28 0,-25 26 96,27-25 289,-27 26-1,-27-26-95,-25-27-129,-1 25 0,-26-25-288,-2 28-64,4-28-352,22 0-353,3-28-705,-1 28-1408,53-25-2756</inkml:trace>
  <inkml:trace contextRef="#ctx0" brushRef="#br2" timeOffset="64503.68">17859 7902 15630,'0'-25'1249,"0"-3"-1152,0 28 511,0 28-288,-28-3 321,28 1 160,0 27-193,-27 27-223,27 0-161,0-1-224,27 1 0,1-28-192,-1 28-449,-1-27-256,26 0-288,-25 1-384,0-29-2307</inkml:trace>
  <inkml:trace contextRef="#ctx0" brushRef="#br2" timeOffset="64913.71">18255 8141 16111,'-27'0'352,"27"27"-416,-24 25 384,24 1 65,0 0 159,0 26-191,0-26-225,24 27-288,30-26-289,-26-29 129,22 2-1,5-1 193,-2-26 64,-1-26 0,2-1 64,-2 2 64,1-29 0,-26 1 161,-27 26 63,0-26-96,-27 0-96,0 27 96,-51-27-32,-2 53-95,1 0-33,0 0 0,-2 0 64,30 27-128,-3-27-257,54 26 417,26 0-256,2 0 64,23 1 32,4-27-64,23 27 32,2-27-192,-1 0-257,0 0-223,-26-27-930,-26 27-928,-1-27-3973</inkml:trace>
  <inkml:trace contextRef="#ctx0" brushRef="#br2" timeOffset="65173.71">18706 7796 12908,'78'26'1922,"-51"1"-641,52 26 609,-25 26-385,26-26 257,-1 27-449,-26-26-576,-1 24-545,2 2-192,-54 26 96,0-28-224,0 4-385,-54-30-288,2 28-608,-1-28-256,-26 1-834,-1 0-4355</inkml:trace>
  <inkml:trace contextRef="#ctx0" brushRef="#br2" timeOffset="66522.8">20083 8193 15438,'-55'27'1666,"29"-27"-673,26 0-545,26 0-128,29 0 65,-3 0 191,28 0-287,25 0-450,-26 0 418,29 0-482,-29 0-191,-2 0-385,-22 0-736,-29-27-1410,1 27-2818</inkml:trace>
  <inkml:trace contextRef="#ctx0" brushRef="#br2" timeOffset="66666.81">20215 8378 12523,'-105'80'1089,"105"-53"-768,0-27 511,25 25-63,28 3-128,26-28-97,-26 0-384,26 0-608,1-28-833,-28 28-2082,3-25-5253</inkml:trace>
  <inkml:trace contextRef="#ctx0" brushRef="#br2" timeOffset="67099.83">20267 7690 6790,'-25'-53'961,"-2"0"-224,0 27-193,1 0 225,-1 26 0,2-28-97,-2 28 97,0 0-321,-1 28 193,2-28 128,26 26-97,-27 0-255,27-26-321,27 26 32,-1 1-96,2 0 96,-1-1-128,25 26-96,1-25 64,-26-27 64,-27 27-32,0-1 64,0-26 64,-27 27 192,1-27-127,-1 28-97,-25-28-32,25 0-192,-27 0-609,27 25-1697,27-25-3428</inkml:trace>
  <inkml:trace contextRef="#ctx0" brushRef="#br2" timeOffset="67402.85">20320 7822 6053,'27'0'6695,"-27"0"-6792,27 0 258,-2 0 223,-25 0 161,27-26 191,-1-1-351,1 0-289,1 27-64,-4-25 96,-24-2 96,0 27 160,-24-26-288,-4 26-160,1 0 32,1 0 0,-1 26 0,2 1 0,-2 25 32,27-25-64,0-1 32,27 29-64,-2-30-192,55-25-225,-28 26-31,29-26-97,-30-26-512,30 26-993,-54-53-1537</inkml:trace>
  <inkml:trace contextRef="#ctx0" brushRef="#br2" timeOffset="67589.86">20823 7400 11723,'-52'-28'1377,"25"28"-1217,27 28 288,0-3 289,0 28 384,0 1-352,0 24-513,27-24-192,-2 24-320,-25 2-96,27-25 127,0-4-191,-1-23-801,-26-3-1345,27-25-2115</inkml:trace>
  <inkml:trace contextRef="#ctx0" brushRef="#br2" timeOffset="67726.87">20691 7769 16079,'0'0'512,"27"0"-352,-1-27 193,26 27-257,2 0-64,24 0-64,-24 0-865,0 0-2466,-3 0-8681</inkml:trace>
  <inkml:trace contextRef="#ctx0" brushRef="#br2" timeOffset="68151.89">21643 8141 7334,'55'-53'6855,"-29"26"-6695,-26 0 192,0 2 33,-26-3-257,-2 28 224,-26 0-96,2 28-223,-1 24-33,1 1 192,25 1 0,1 24-128,26 2-128,26-1-256,26 1-97,2-27-223,51 1-385,-24-54 640,-2 25 321,26-50 384,-25-3 353,-28-26 192,2 2 416,-28-28 225,-26 28-481,0-28-289,-53 2-255,0 24-289,-26 1 0,0 1-128,-29 52-320,30 0-1314,0 0-1985</inkml:trace>
  <inkml:trace contextRef="#ctx0" brushRef="#br2" timeOffset="69565.97">23179 8273 11146,'0'-27'1666,"0"27"-737,27-26 416,-2-1-576,2 2-161,26-2 129,-1 0-225,3 1-95,-2-1-161,-26 0-64,-2 27 0,-25 0-192,0 27 32,0 26 0,0 1-64,0-2 0,0 1-160,0 0-32,27-27 128,-1 0 64,28-26 128,-2 0-64,28-26 0,-28 0-32,1 0 32,-1-28 0,-25 28 64,1-1-128,-2 2 32,-26-2-64,27 27-96,-27 0 0,0 27 160,0-2-96,0 2-33,0 26 226,24-26-129,4-1-97,-1 0 33,26 0 0,-28-26 96,29 0 32,-1 0-32,-28-26 128,2 26-128,0-26 0,-1 26-96,-26-26 96,0 26-64,0 0-224,28 0 384,-28 0-128,24 26 96,-24-26 0,27 26-64,28-26 32,-29 26 64,1-26 160,-2 0 1,2 0 31,0-26-224,-27 26 577,0 0-289,0 0-160,0 0-288,0 0-64,0 26 64,26-26-32,-26 27-64,27-27-65,-2 27 161,2-27-384,26 26 63,-26-26-63,-2 0-1858,2 0-6983</inkml:trace>
  <inkml:trace contextRef="#ctx0" brushRef="#br2" timeOffset="70554.03">25376 8246 10537,'0'-26'2563,"0"-1"-1218,0 27-288,0 0-448,26 0 31,27 0-63,0 27-193,-1-1 33,30 1-161,-32 26 32,5 26-96,24-26-192,-53 27 96,1-1-96,0 1 129,-27-1-65,-27 27 64,0-54 32,-51 28-160,-4-1 288,5-26-192,-30 1 193,1-1 31,-26 0-96,53 1-224,-26-2 0,23-26-128,30 1-256,-1 0-129,26-27-320,2 0-448,-2 26-577,1-26-512,-1 0-1377,0 26-4934</inkml:trace>
  <inkml:trace contextRef="#ctx0" brushRef="#br2" timeOffset="70901.05">24583 9280 12619,'25'-27'1218,"-25"27"-1122,27-28 32,-27 28-96,0 28 416,-27-1 257,27 26-193,-52-1-223,26 28 159,-29-27 129,28 26 287,3-26-31,-4-1-256,28-24-1,0 24 65,28-25-129,-4-27-191,58 27-225,-4-27-64,2 0 32,26 0-96,26 0 64,-27 0-64,0 0-128,-23 0-1474,-30 0-960,-52 0-4004</inkml:trace>
  <inkml:trace contextRef="#ctx0" brushRef="#br2" timeOffset="86239.93">12354 12221 12587,'-27'0'1218,"0"0"-322,27 0 546,0 0-1,0 0-384,0 0-544,27 0-225,0 0 224,-1 0-63,26 0 31,-25 0-127,52 0-97,-26 0-160,2 0 32,23-27-32,-51 27-352,25 0 480,-25-26-512,-1 26 32,1 0-513,-27 0 64,0 0-672,-27 0-353,1 0-1088,-1 0-1763,2 0-4291</inkml:trace>
  <inkml:trace contextRef="#ctx0" brushRef="#br2" timeOffset="86442.93">12564 11904 10794,'0'25'2306,"0"2"-2114,0-1 1185,0 1 289,27 26-449,-27-1-576,28 2-513,-1-1 128,-27 0-192,24-1-224,2 2-577,-26-1-480,28-26-3683</inkml:trace>
  <inkml:trace contextRef="#ctx0" brushRef="#br2" timeOffset="88029.03">13942 11956 9705,'0'0'1986,"0"0"-737,-27 0 544,27 0-800,-28 26-256,4 1-385,-3 26-127,-27-27-129,3 27 64,23 0 160,-25-1-32,26-24-127,-25-2-1,25 0-64,1 1-160,-1-27 32,27 0-353,0 27-672,0-27-512,0-27-449,27 27-2915</inkml:trace>
  <inkml:trace contextRef="#ctx0" brushRef="#br2" timeOffset="88360.05">13676 11558 10826,'0'-53'1377,"0"53"-96,0-27-352,27 27 0,-27 0 96,0 0-96,28 27-192,-4 0-1,3-1-31,27 54-193,-3-28-31,-23 28-193,25 0-160,-1-1 96,2 1-95,-1-1 31,-28-26-224,29 0 32,-28-1-128,1 2-289,-27-28-256,25 1-223,-25-27-514,0 27-1120,0-27-3332</inkml:trace>
  <inkml:trace contextRef="#ctx0" brushRef="#br2" timeOffset="89746.13">15159 10418 5669,'0'0'1185,"-27"0"1025,27 0-512,0 0-97,0 0-159,0 0-417,27 0 64,0 0-257,25 0-383,28 0-97,-28 0-96,1 0-192,2-25 0,-5 25-192,-22 0-320,-1 0-801,-27 0-1346,0 25-2209</inkml:trace>
  <inkml:trace contextRef="#ctx0" brushRef="#br2" timeOffset="90538.17">15054 10525 4836,'0'25'224,"0"-25"769,0 0 288,0 0-127,26 0 351,-26 0-96,26 0-320,-26 0-128,0 0-192,26 0-32,-26 28-193,0-2-127,0 2-33,0-3-32,0 2-128,0 26-31,0 0-1,0-1 0,27 2-32,-27 24-64,27 2 96,-27 0-63,26 0-33,-26-1 0,26 1 64,-26-1 64,26 1 96,-26-2-159,0 29 63,27-27-128,-27 27 96,0-29 0,0 28-32,0 0-128,0 0-32,0 0-224,0-27 480,0 1-95,-27-1-161,27 1 128,0 0-64,0-27 32,0 0-128,0 26 0,0-26 192,0 1-64,0 26-192,0-28 192,0 0-96,0 2 160,0-2-128,-26 2-128,26-1 128,0-1 0,0-25 0,0 26 64,0-26 0,0-1-128,26 0 64,-26 27 32,0-26-96,0 1 161,0-3-161,0-25 96,0 27 0,0-27 192,0 0 64,0 0-96,0 0 161,0 0-257,0 0-64,0 0-32,0 0 64,0 0-128,0 0 32,0 0 96,0 0 0,27 0 0,-27 0 129,0 0-33,27 0-160,-1 0 128,0 0-224,27 0 64,2 0-96,-31 0 160,30 0-320,0 0-1,-2 0 65,1 0-64,-26 0 64,-1 0-545,-26 0-384,0 0-577,0 0-3234</inkml:trace>
  <inkml:trace contextRef="#ctx0" brushRef="#br2" timeOffset="92125.26">16058 10816 1,'0'-26'9159,"0"26"-8102,-24 0 769,24-26-481,0 26-224,-27-27 0,27 27-96,-28 0-352,28 0-289,0-27-95,-27 27-257,1 27 64,26-27-160,-26 53 0,0-27 96,26 0 0,0 28 0,0-28 32,26 26 0,26 2 0,3-1-32,-4-26 32,3-1-32,25 1 64,-26-27-96,26 0 64,1-27 128,-28 1-96,1-1 129,2-26 159,-31 27 321,-24-27-1,0 26-95,-24-26-33,-31 0 1,2 1-129,1 25-95,-28-26-1,28 26-192,-28 27-128,28 0-128,-3 0-32,5 27-801,23-1-961,27 28-352,0-28-1505,27 26-8329</inkml:trace>
  <inkml:trace contextRef="#ctx0" brushRef="#br2" timeOffset="92752.3">17198 11346 5733,'0'0'7655,"0"-26"-7206,0 26 832,0 0-96,0 26-256,26-26 160,-26 27-128,0 0-96,0 25-353,0 1-64,0 0-319,27-27-33,-27 28-96,0-2 64,0-25-128,0-2-577,0 3-320,0-1-640,24-27-994,4 0-5989</inkml:trace>
  <inkml:trace contextRef="#ctx0" brushRef="#br2" timeOffset="93209.33">17964 11904 11114,'27'0'1505,"-27"0"417,0 0-288,0 0-513,0 25-128,0 28-32,0-26-321,0 26-127,0-1-65,0 2-159,0-1-97,0 0-192,0-27 0,0 27-32,0-26-385,0-1-480,27-26-704,-27 0-1442,0 0-7463</inkml:trace>
  <inkml:trace contextRef="#ctx0" brushRef="#br2" timeOffset="93648.35">18706 12406 13260,'0'0'2530,"0"0"-2498,0 27 929,0 0 513,0-2-385,-27 30-224,27-3-225,0-26-223,0 28-257,0-2-96,0-26-64,0 1-641,0 0-512,0-1-384,0-26-1410,0 0-7239</inkml:trace>
  <inkml:trace contextRef="#ctx0" brushRef="#br2" timeOffset="94022.37">19262 13016 17520,'0'0'96,"0"0"32,0 0 417,26 26-481,-26-26-384,0 0-962,0 26-1408,26-26-2948</inkml:trace>
  <inkml:trace contextRef="#ctx0" brushRef="#br2" timeOffset="94166.38">19527 13121 6566,'0'0'10185,"-27"0"-9800,27 0 512,0 0-897,0 0-1922,0 27-3844</inkml:trace>
  <inkml:trace contextRef="#ctx0" brushRef="#br2" timeOffset="94310.39">19711 13201 16495,'0'27'384,"0"-27"1,0 0 1152,0 0-1184,0 0-834,27 0-1024,-1 0-2051,1 0-6469</inkml:trace>
  <inkml:trace contextRef="#ctx0" brushRef="#br2" timeOffset="94448.4">19870 13254 13708,'0'26'2275,"0"-26"-1667,0 0 1442,0 0-1345,0 0-993,0 0-577,0 0-673,26 0-4003</inkml:trace>
  <inkml:trace contextRef="#ctx0" brushRef="#br2" timeOffset="95017.43">20479 13280 12267,'0'-26'2114,"0"26"-1473,0 0 1120,0 0-223,0 0-609,0 26-193,0-26 418,0 54-418,0-2-287,0 2 287,0 24-31,0-24-225,-27 26-287,27-28-1,0 1-128,0-26-64,0 26-32,27-53-385,-27 27-543,0-27-834,28 0-544,-28 0-1314,0-27-9640</inkml:trace>
  <inkml:trace contextRef="#ctx0" brushRef="#br2" timeOffset="96287.5">20586 10260 13260,'-28'0'1185,"1"0"96,27 0-704,0 0-193,27 0 1,1 0-97,25 0-96,-1 26-160,1-26-32,26 0 64,-26 0 96,-1 0-32,2 27 65,-28-27-33,2 0 128,-4 25 64,3-25-223,0 0 63,-27 28-96,0-1 96,28-2-64,-28 2 0,0 26-192,0-1 160,0 30-96,0-4 32,26 2-64,-26-1 64,0 26-32,-26 2 32,26-2 161,-28 2 159,28 25 32,-27-25-63,27-1-193,0-2-32,0-22 64,0 23-96,0 2 32,0-2 96,0-25-256,-27 25 160,27 2-32,0 0 32,0-3-32,0 2-32,0-26 33,0 0-65,0-1 32,0 28-32,0-27 0,0 24 32,0-24-96,-24 26-1,24-27-31,0-26 96,0 27 64,0-26-128,0-2-32,0 1 256,0-26-224,0 26 128,0-26-96,-28 25 32,28-26-64,0 1 289,-26 0-257,26-1 64,0 0 128,0 0 0,0 1-96,0 0-64,0-1 128,0 1-192,0-2 160,0 3-64,26-2 0,-26-26 0,0 0 96,0 0-128,0 0 32,0 0 64,0 0 65,0 0 127,0 0 128,0 0-192,0 0-63,0 0-65,0 0 32,0 0 0,-26 0-64,26 0 0,-27 0 0,0 0 32,2 0 96,-2-26-96,1 26-63,-28 0-66,2 0-63,-1 0-160,1 0-352,-1 0 31,-26 0-704,24 0-1378,2 0-1312,1 0-11915</inkml:trace>
  <inkml:trace contextRef="#ctx0" brushRef="#br2" timeOffset="97629.58">21803 14076 12459,'0'52'1378,"27"-26"-674,-1 28-127,26 24 192,28-24 159,-1-1-223,26 27-289,27-27-223,-24 1-33,24-2-352,-26-26-33,-28 28-95,4-28-705,-32-26-480,-22 26-833,-1-26-1538,-27-26-4772</inkml:trace>
  <inkml:trace contextRef="#ctx0" brushRef="#br2" timeOffset="98061.6">22067 14844 9064,'-27'53'1986,"27"-28"-1185,-26-25 608,26 28 385,-26-28-161,26 0-480,0 0-448,0-28-192,0 3-129,0-28-96,-26-1 0,26 2 257,-27-28-33,0 2-191,1-2-129,0 1 128,0-2-96,-28-25-95,26 26-129,4 2 96,-2 24 256,26 28-96,0 26-160,0 0-192,26 0 128,26 0-32,28 26 128,-1 1-320,0 0 256,27 25-32,-27-26-224,26-26-320,-23 27-481,-30 0-801,1-27-961,-26 0-4259</inkml:trace>
  <inkml:trace contextRef="#ctx0" brushRef="#br2" timeOffset="102504.86">18442 10632 10570,'-54'0'-97,"2"0"-511,26 25 416,-29 2-129,28-1 225,27 1 96,0 0 0,27-1 32,0-26 193,27 26 95,-30-26 96,31 0-128,-2 0 65,-1-26-33,2 0 193,-28-1 223,0 0-95,-26 1 0,-26-26-129,0 52-320,-1-28-160,-26 28-416,27 0-1346,0 28-2145</inkml:trace>
  <inkml:trace contextRef="#ctx0" brushRef="#br2" timeOffset="102786.87">19422 10922 8423,'50'52'161,"-22"2"-129,-1-28 0,25 1 0,-25-27 961,26 27 704,26-27-448,-26-27-256,-1 0-64,-25 1 96,-1 0-96,1-27-64,-27 26-385,-27 1-191,-26-1-353,1 0-65,-28 27-319,28 0-481,-28 27-1922,1 0-9961</inkml:trace>
  <inkml:trace contextRef="#ctx0" brushRef="#br2" timeOffset="103066.89">19050 11478 18609,'-106'27'545,"78"-27"-1763,28 27 194,0-1-98,-26-26 546,26 26 576,26 0-160,2 2-513,-1-28 161,0 0 608,-1 0 480,-26-28 97,0 28-449,0-26 128,-26 0 417,-28 0-256,0-1-353,3 27-64,-4-27-64,-23 27-288,-2 27-1026,28 0-2593</inkml:trace>
  <inkml:trace contextRef="#ctx0" brushRef="#br2" timeOffset="103370.9">19422 12009 10570,'24'53'384,"2"-27"-288,2 0 224,-1-26 577,25 27-96,-25-27-257,26 0-319,-1-27 159,1 1 385,-26 26 288,0-26-64,-27 0-513,-27-1-256,0 0 1,-26 1-129,1-1-64,-1 2-225,-26-3-351,52 28-673,-27-26-2371</inkml:trace>
  <inkml:trace contextRef="#ctx0" brushRef="#br2" timeOffset="103695.93">19156 10472 15182,'-26'-79'192,"-1"52"192,0 27-416,1 0 0,0 0 64,0 27-32,26-2-96,0 2 32,0 0-320,26-1 160,0 1 192,0-27 32,28 0 32,-28 0 64,0 0 96,0-27 192,-26 1-95,0 26-97,-26-27-256,0 0-641,-54 27-1441,28 0-4452</inkml:trace>
  <inkml:trace contextRef="#ctx0" brushRef="#br2" timeOffset="104028.95">17964 10816 10089,'-105'-26'481,"50"0"-97,5 26-416,-5 26 64,28 0 416,-25 0 289,52 28-353,0-28-191,0 26-97,28-24 224,23-28 224,4 26-31,-5-26-1,5 0-31,-2-26 63,-26-2-159,-2 28-129,-25-25-32,0-2-64,-25 1-128,-2 26-32,-26-27-160,25 27-544,1 27-1539,27-27-2657</inkml:trace>
  <inkml:trace contextRef="#ctx0" brushRef="#br2" timeOffset="104351.96">20215 11478 14189,'-27'27'-1217,"27"0"-289,27-1-31,-27 0 768,27 0 577,-2 2-128,2-28-289,-1 0 641,1-28 1442,-27 2 704,27 0-321,-27-27-383,-27 0-225,27 26-256,-53-25-449,26 52-351,-25-27-354,-1 27-1184,1 27-2434</inkml:trace>
  <inkml:trace contextRef="#ctx0" brushRef="#br2" timeOffset="104922">16007 12168 10570,'0'-27'320,"0"27"-160,-28-27 897,1 27 929,27 27-353,-26-27-832,26 27-545,-26-1-127,26 1-65,26-2-64,0 3 0,29-28-64,-4 0 96,3 0 0,0-28 160,-29 3 96,28-2 96,-26 1 97,-27-28 63,0 2-159,-27 26-225,1-1-128,-26 27-160,-2 0-897,-24 27-1217,23 25-4485</inkml:trace>
  <inkml:trace contextRef="#ctx0" brushRef="#br2" timeOffset="105189.01">15900 12777 15919,'-53'105'-1346,"53"-77"-1665,0-2 1122,0 27 1472,0-53 1090,27 27 544,-1-27-640,0 0-97,27-27 33,-25 27 287,-1-27-191,-27 1-193,24-28 97,-48 29 159,24-2 1,-55 1-257,2-1-255,1 27-258,-2 0-191,2 0-1313,26 27-3812</inkml:trace>
  <inkml:trace contextRef="#ctx0" brushRef="#br2" timeOffset="105484.03">16932 12512 15182,'0'-27'2050,"-26"2"-2403,-1 25 161,2 0 128,-29 25 192,28 2-64,26 1-128,0-3-96,0 2-320,26-1 63,1-26 257,25 0-256,1 0-385,-26 0 96,25-26 321,-25-1 384,-1 2 96,-26-3 288,0 1 449,-26 2-288,-1 25-513,2-27-481,-29 27-736,1 0-1153,28 0-7848</inkml:trace>
  <inkml:trace contextRef="#ctx0" brushRef="#br2" timeOffset="105859.05">16719 13386 15342,'0'27'-641,"0"-27"-1152,-24-27 1729,-3 1 736,27 26 481,-28-26-512,2 26-129,-1-26-255,-25 26-33,25 0-32,1 0 0,-1 26-160,2 0-32,-2-26-32,27 26 32,0 1 0,27 0 0,-2-1 32,28-26 32,2 0 32,-4-26 97,3 26 127,-27-27-32,-3 0 65,4 1-193,-28 0-64,-28 0 0,28-2-192,-24 2 0,-31 0-641,29 26-1569,26 0-4068</inkml:trace>
  <inkml:trace contextRef="#ctx0" brushRef="#br2" timeOffset="106141.07">18018 13440 6758,'26'0'448,"1"-27"-608,-2 0 0,29-25 320,-28 26 1057,2-28 481,-28 28-513,0-26 417,0 24-97,-54 1-1217,0 2-864,2 25-2147,-28 0-8231</inkml:trace>
  <inkml:trace contextRef="#ctx0" brushRef="#br2" timeOffset="106494.09">15952 13308 12716,'-105'0'960,"52"0"-863,1 0 383,25 26 897,0 0-256,1 0-704,26 1-353,0 0-192,26-1-64,1-26 224,0 0 128,25 0 0,-26 0-128,1 0 32,-27-26-128,27 26 32,-27-27-128,0 0-257,-27 27-1216,27-26-2051</inkml:trace>
  <inkml:trace contextRef="#ctx0" brushRef="#br2" timeOffset="106797.1">17356 13068 6245,'-26'-26'8296,"-29"26"-8456,4 0 192,-3 0 769,27 0 1025,3 0-930,-4 0-799,28 0-161,0 0-65,0 26 97,28-26-128,23 0 64,-23 0 0,25-26 32,-29 26 128,31-26-64,-55 26 32,26-27 32,-26 27-32,-26-27-32,-1 27-448,-1 0-1890,4 27-4709</inkml:trace>
  <inkml:trace contextRef="#ctx0" brushRef="#br2" timeOffset="107115.12">17567 13652 8456,'0'26'896,"0"0"-415,0-26 512,27 28 480,-27-28-256,26 0-832,2 25-321,-28-25-64,24 0-32,3 0 160,-27-25 448,27 25 225,-27-28 160,-27 2-224,0 0-65,3-1-31,-30 0-449,0 1-448,2-28-769,-28 54-1954,2-25-11242</inkml:trace>
  <inkml:trace contextRef="#ctx0" brushRef="#br2" timeOffset="107590.15">16007 11532 11915,'-81'0'704,"55"0"225,0 26-801,-1-26 97,0 26 415,27-26-31,0 26-321,0-26-192,0 0 64,27 0 97,0 0 95,-1 0-64,26 0-64,-25-26 161,1 0 223,-1 0 65,-27-1-128,-27 0-417,-1 1-160,1-1-32,-25 27-1250,26 0-1632,-28 53-8169</inkml:trace>
  <inkml:trace contextRef="#ctx0" brushRef="#br2" timeOffset="108983.23">4386 14870 14061,'26'-53'128,"-26"53"96,27 0-352,-27 27 576,0-1 449,0 26-416,0 2-321,0 26-192,-27 0 96,27-2-32,0 2 0,27-28 0,0 2 160,-1-28-96,0 1 96,27-2-31,0-25-33,-1 0-96,2 0-353,0 0-511,-3-25-994,4 25-1825,-29-27-6471</inkml:trace>
  <inkml:trace contextRef="#ctx0" brushRef="#br2" timeOffset="109112.24">4598 15268 13612,'26'-27'161,"0"0"-962,0 27-1057,28-26-512,-26-1 960,-2 2-5572</inkml:trace>
  <inkml:trace contextRef="#ctx0" brushRef="#br2" timeOffset="109235.24">4650 15001 11691,'-26'0'2754,"26"-25"-2562,0 25-352,26-26 352,0 26-160,1-28-1153,0 28-5221</inkml:trace>
  <inkml:trace contextRef="#ctx0" brushRef="#br2" timeOffset="109424.25">5498 15373 17840,'-28'0'96,"28"0"-832,-24 0 800,24 0-192,0 0-1346,0 0-5060</inkml:trace>
  <inkml:trace contextRef="#ctx0" brushRef="#br2" timeOffset="109819.28">5788 15214 14830,'-53'0'704,"1"0"-319,-1 0-33,26 27-160,-25 0-64,25-1-128,27 26-224,27 2-385,0-28-63,-2 1 95,28-27 1,-26 0 255,25 0 161,28 0 192,-25-53 289,-5 26 543,-22 0 33,-1 1-64,-27 0-353,-27 26-383,27 0-97,0 0-161,0 52 225,0 2 33,27-28-65,0 26 0,-27 3 0,24-30 0,-24 2-64,28 25 96,-28 3 320,0-3 321,0-24-161,-28-3-191,4 2-129,-3-1-224,-28-26-769,29 0-736,-25 0-2467</inkml:trace>
  <inkml:trace contextRef="#ctx0" brushRef="#br2" timeOffset="109942.28">6266 15453 16303,'25'0'32,"-25"0"-1217,0 0-2435</inkml:trace>
  <inkml:trace contextRef="#ctx0" brushRef="#br2" timeOffset="110541.32">7722 14976 10762,'0'0'1313,"0"25"-1185,0 3 865,26 25-256,-26 1-129,26 24-191,-26-24-257,0-2 32,0 1 288,0-26 33,26-27-33,-26 0 33,0 0-1,27-27-287,-27-26-129,0 27-96,0-27 96,0 0-128,0 26 0,27-25-96,-1 25-33,-26 27 33,26 0 0,0 0 128,-26 27 64,27 0 160,-27 25 1,0 1-97,0 0-96,0-1 0,0 2-224,0-28-225,0 1-319,0-2-1026,0-25-2018,27 0-6469</inkml:trace>
  <inkml:trace contextRef="#ctx0" brushRef="#br2" timeOffset="110692.33">8224 15109 13196,'0'-27'1858,"0"27"-1570,27 0 289,0 0 319,25 0-95,-26 0-609,28 0-384,-28 0-673,26 0-1377,-25 0-3331</inkml:trace>
  <inkml:trace contextRef="#ctx0" brushRef="#br2" timeOffset="110815.33">8383 15214 4163,'-27'54'9610,"27"-54"-9578,27 0 384,0 0 353,25 0 31,1-27-671,0 27-994,-27-27-3011</inkml:trace>
  <inkml:trace contextRef="#ctx0" brushRef="#br2" timeOffset="111102.35">8752 14790 15310,'55'0'609,"-4"-26"-161,3 26 513,0 0-160,-2 26-545,1 1-320,0 0 32,-27 26-32,-26 0-128,0 26 128,-26-26 31,0 26 130,-1-26 191,27-26 449,-27 0-97,27-1-255,27 0-1,0 0 32,25-26-256,1 0-31,26 0-354,-25-26-736,0 26-736,-2 0-3268</inkml:trace>
  <inkml:trace contextRef="#ctx0" brushRef="#br2" timeOffset="114640.55">14762 13996 10954,'-27'0'801,"0"0"-417,27 0-224,-25 0 353,-2 26 63,1 28-320,26-28-224,0 26 33,26-25-33,1 26 128,25-26 224,1 26 64,26-27-63,2 2-225,-2-3-64,53-25-96,-27 28-32,27-28-128,0 25 128,28 2 0,-1-27-96,1 0 0,24 0-97,1 27-31,-26-27 32,25 26-224,-24-26 63,-1 27 353,-27 0 192,1-2-32,-1 28-96,-27-26 32,-25 0-96,-1-1 0,-24 0 32,-5 27-64,5-26 0,-28 26-64,-1-28 32,-26 29 64,27-29 0,-27-25 64,0 28 0,0-28 481,0 0 351,0-28-671,0 3-33,0-1-32,25-27-96,2 26-32,0 1-32,-1-1 32,26 0 96,28 27-96,-1-26 0,26 26-96,29 0 96,-2-26 0,0 26 32,0 0 0,2 0 96,-2 0 64,0 0 32,26 0-160,2 26-31,-2-26-1,29 26-32,-28-26 32,25 27 0,-26 0 0,-24-27 480,24 26 193,-26-26-1,-26 0-415,26 0-33,-27-26-64,-24 26-128,-29-27 0,-25 27-352,0-27-801,-27 27-1794,-27-26-4964</inkml:trace>
  <inkml:trace contextRef="#ctx0" brushRef="#br2" timeOffset="119869.85">17275 15136 4420,'0'0'3459,"0"0"-2146,0 0 609,0 0-1025,0 0 32,0 52 160,0 1-353,28 0-287,-28-1-33,0 2-224,0-1-31,0-1 223,0-24-128,0-28 0,0 25 65,0-25 95,0 0-128,0-25-95,0-3-97,0-24-96,0 25-96,27-26 96,-1 26-193,1-25 33,-2 26 32,2 26 96,0 0 0,-1 0 96,1 26 128,-2 0-31,-25 27-33,0 0-128,0-1 32,0 3-96,27-30-193,-27 29-223,0-29-257,0 3-320,27-1-736,-27-27-2083,0 0-5573</inkml:trace>
  <inkml:trace contextRef="#ctx0" brushRef="#br2" timeOffset="120056.86">17699 15505 7334,'0'0'6919,"27"0"-6439,-27 0 577,28 0-352,22 0-224,-23 0-129,28 0-224,-2 0-96,-1 0-96,-25 0-448,-1 0-578,-26 0-831,0 0-1410,0 0-2275</inkml:trace>
  <inkml:trace contextRef="#ctx0" brushRef="#br2" timeOffset="120207.87">17939 15373 3010,'0'0'6727,"0"27"-6599,0-1 641,0 1 608,0 25-480,0-24-609,-27 24-224,27 0-416,0-24-929,0-1-1378,27-1-1089</inkml:trace>
  <inkml:trace contextRef="#ctx0" brushRef="#br2" timeOffset="120402.88">18176 15320 13773,'28'0'352,"-28"26"32,0 28 1154,0-28-321,0 26-480,0 3-193,-28-3-352,28 0-224,28-24-192,-28-1-641,24-1-704,-24 0-3044</inkml:trace>
  <inkml:trace contextRef="#ctx0" brushRef="#br2" timeOffset="120828.9">18916 15453 13837,'0'0'1217,"0"0"-1089,0 0 801,0 25 128,28 30-224,-1-30-385,0 2-224,25 25-96,-26-24-256,1-28-192,0 27-449,-1-1-576,0-26-1378,0 0-2626</inkml:trace>
  <inkml:trace contextRef="#ctx0" brushRef="#br2" timeOffset="120986.92">19208 15505 8456,'-52'28'3299,"26"-3"-2659,-1 2 513,-26 25 0,27-24-640,26 25-481,-26-27-320,26-26-897,0 28-1826,0-3-6182</inkml:trace>
  <inkml:trace contextRef="#ctx0" brushRef="#br2" timeOffset="121476.93">19527 15585 9577,'0'-27'993,"27"27"64,-27 0 512,0 0-384,25 27-448,-25 25-161,0-24-159,0-1-33,0 25-224,0-52-32,0 28-128,0-3 161,0 2 95,0-27 96,0 0-352,-25 0-32,25-52 32,25 24 32,-25-24-64,27-3-96,-1 3-160,28 25 160,-29 2 64,2 25-33,-1 25 161,1-25-31,-27 27 63,27 25-32,-27-24-64,0-1 0,0-1-160,0 0-353,0 27-448,0-26-608,0-1-2115</inkml:trace>
  <inkml:trace contextRef="#ctx0" brushRef="#br2" timeOffset="121657.95">19951 15637 14125,'24'0'544,"-24"0"-672,27 0 833,-1 0-96,29 0-257,-28 28-288,25-28-128,-26 0-96,1-28-481,0 28-1057,-2 0-2401</inkml:trace>
  <inkml:trace contextRef="#ctx0" brushRef="#br2" timeOffset="121837.96">20188 15478 13773,'-26'55'320,"26"-3"64,0 0 1666,-27-24-705,27 25-640,0-27-673,0 27-160,0-26-417,0 26-512,27-1-864,-27-25-1891</inkml:trace>
  <inkml:trace contextRef="#ctx0" brushRef="#br2" timeOffset="122120.98">20718 15505 14445,'0'53'609,"-27"-26"-417,27 0 1313,0-2-287,0 30-514,0-29-512,0 0 321,0 27-545,0-26-353,0 26-992,0-1-1057,0 1-3652</inkml:trace>
  <inkml:trace contextRef="#ctx0" brushRef="#br2" timeOffset="122768.02">17143 15109 12940,'-52'-27'512,"25"27"129,1 27-769,-1 0 320,2 25 449,-2 1 608,0 26-545,27 27-191,0 1-321,27-28-160,0 1-192,-2-28-833,28 1-769,2 0-928,24 1-994,26-2-4259</inkml:trace>
  <inkml:trace contextRef="#ctx0" brushRef="#br2" timeOffset="123130.04">18574 15320 11242,'-54'-26'929,"28"0"-673,26 26 257,26 26 191,-26 0 385,54 27-448,-28 0-32,26-1-1,-25 3-159,26 24-225,-27-26-32,-26 0-160,26 1 0,-26-2-96,0 1-256,-26-1-225,0 1-448,0 1-897,-1-2-3170</inkml:trace>
  <inkml:trace contextRef="#ctx0" brushRef="#br2" timeOffset="123671.07">19500 15268 12235,'-28'0'1954,"28"0"-1378,0 26-159,-26 0-129,2 27 64,-3 0 1,27 26 159,0-26-31,0 26-257,0-24-192,0-3-160,0 1-417,27 27-512,-27-28-672,24 1-385,30 1-993,0-2-5093</inkml:trace>
  <inkml:trace contextRef="#ctx0" brushRef="#br2" timeOffset="123975.09">20850 15346 11466,'0'0'737,"0"0"-833,26 27 1954,26 0-193,-25-1-608,26 26-256,-25 3-160,-4 24-1,30-26 1,-54 0-225,28 1-352,-28-29-160,0 28-608,0 26-1635,0-26-4387</inkml:trace>
  <inkml:trace contextRef="#ctx0" brushRef="#br2" timeOffset="126431.23">13887 13572 9384,'-105'53'1314,"54"0"-385,-30 1 384,29-2-160,-28 1-352,26-26-353,2 26-256,-1-26-64,25-1 65,4 0-65,-3 0-64,-1-26-256,28 27-705,0-27-353,0 0-1024,0 0-1826</inkml:trace>
  <inkml:trace contextRef="#ctx0" brushRef="#br2" timeOffset="126718.24">13544 13413 13901,'27'0'192,"25"0"-128,-25 0 64,54 0 0,-2 0 417,-2 0 127,4 0-319,25-27-1,-28 27 192,2 0-95,-28 27-257,-25 0-192,0-1 0,-27 26 64,-27 2 64,27-1 96,-27 0-224,2 1 0,-2-2-224,1 1-1281,-1 0-4709</inkml:trace>
  <inkml:trace contextRef="#ctx0" brushRef="#br2" timeOffset="127267.27">10712 14976 9352,'0'0'4036,"27"0"-3139,-2 25 160,29-25-352,-1 28-321,-1-28 257,3 0-193,22 0-32,-22-28-255,-3 28-129,1-25-192,-26 25-129,-1 0-479,1 0-706,-27 0-1248,-27 0-1795</inkml:trace>
  <inkml:trace contextRef="#ctx0" brushRef="#br2" timeOffset="127612.29">10712 15082 13004,'0'27'64,"0"0"-32,27-2 160,-2 2-32,-25 26-32,27 26 0,0 1 33,-27 25 479,26-25 257,-26 0-32,0 27-257,0-29-255,0 54-65,-26 0 32,26 0-63,-27 2-129,27-1-64,-27-28-64,27 1 256,0-26-128,0-2 160,27-50-95,-27 24 127,27-24 0,-1-2-192,1 0 33,-2 1-161,29 0-97,0-27-255,-3 26-64,30-26-385,-29 0-320,2 0-1410,-1 0-3554</inkml:trace>
  <inkml:trace contextRef="#ctx0" brushRef="#br2" timeOffset="128218.33">11639 15188 10794,'-55'0'897,"31"-27"-193,-2 27-287,-2 0 383,1 0 129,-24 0-160,23 0-353,2 27 193,-28 26-65,29-26-287,25 25-161,0 1-64,0 0-64,25-26 0,29 25 0,0-52 32,-30 28 32,30-28 64,0 0 32,25 0-96,0-28 128,1 1-96,-28-25 160,-26 26-159,-26-28 95,-26 28-32,0-26 0,-27 25 96,0 0-128,-26 1-64,24 26-96,5 0-448,22 0-1122,1 26-3170</inkml:trace>
  <inkml:trace contextRef="#ctx0" brushRef="#br2" timeOffset="128853.37">12486 15877 8263,'0'0'3364,"0"0"-2980,0 0 609,0 0 288,0 0-64,0 0 64,0 27-128,0-2-224,0 2-128,26 26-288,-26 0-161,0-1-128,0 3-64,0-3-64,0-27-64,0 3-32,0-1-384,0 0-481,0-27-480,0 26-865,0-26-2595</inkml:trace>
  <inkml:trace contextRef="#ctx0" brushRef="#br2" timeOffset="129344.39">13331 16618 13708,'0'0'833,"0"0"-384,0 27 608,0 0-32,0-1-385,0 26-31,0 2-257,0-1-256,0 27-64,0-27-32,-24 26-224,24-52-897,0 26-1441,0-26-3748</inkml:trace>
  <inkml:trace contextRef="#ctx0" brushRef="#br2" timeOffset="130209.43">13755 15109 7431,'-24'27'3651,"-4"-27"-3010,1 0 287,27 0 610,0 0 128,0 0-962,0 0-512,27 0 225,1 0-33,-4 25-64,31-25 1,-29 0-33,25 27-256,-23-27 96,25 26 0,-26-26 193,-2 27-321,2-27 64,0 27 64,-27-27-96,0 26 96,0 0-128,0 0 32,0 28-256,0-28 416,0 26-128,0 3-128,0-3 64,0 0-96,0 3 96,0-3-32,0 28 64,-27 25 0,27-25-64,0 25 96,-27-25 64,27 27-224,-25-28 160,25 1-128,0 25 64,-27-25-64,27 25-32,0 2-32,0-27 0,0-1 63,0 1 65,0-27 0,27-1 97,-27-25-129,25 26 32,-25-26 64,27-1 0,-27 0 32,0 0 96,0-26-128,0 28-32,0-28 32,0 26-32,-27-26 0,27 0 64,0 0 128,0 0-31,-25 0 63,25 0 0,-27 0 289,27 0-161,0 0-96,-26 0-64,-1 0 97,-1-26-193,4 26-160,-3-28 0,-27 28-513,27 0-1056,-25-26-1122,25 26-5669</inkml:trace>
  <inkml:trace contextRef="#ctx0" brushRef="#br2" timeOffset="130864.48">12538 15109 9480,'-26'-27'1826,"0"27"-513,26 0-127,-27 0-610,0 27-288,1 0-224,0-2-96,26 28 32,0 1-32,0-28 32,26 26-128,0-25-32,28 0 64,-2-1 160,1-26 32,2 0 449,-31-26 95,30-1 129,-27 27 0,0-53-65,-27 27 1,-27 0-32,0-1-97,-1 0-31,2 1-353,-25-1-224,23 27-609,1 0-480,1 27-1153,52-27-2915</inkml:trace>
  <inkml:trace contextRef="#ctx0" brushRef="#br2" timeOffset="131210.5">13280 15294 1,'-28'0'9864,"2"0"-9672,26-26 224,0 26 1538,-27 0-480,27 0-930,0 26-288,0 0 417,0 0 0,0 1-513,0 0-64,27 26-96,27-28-32,-27 2 0,25 1 64,1-28 64,-1-28 64,2 1 289,-1 2 191,-53-28 33,27 26 96,-27-26-193,-27 27 65,0 0-65,-26-1-287,1 0-450,-1 1-511,-2 26-962,4 26-1409,23 1-8456</inkml:trace>
  <inkml:trace contextRef="#ctx0" brushRef="#br2" timeOffset="131737.53">11666 15929 4836,'-54'0'5894,"2"0"-6471,26 27-31,-29-1 832,28 1 1153,-25 0-96,26-1-576,26 26-385,0-24-160,26 24 289,2-52 288,23 27 95,4-2 161,-5-25-64,32-25-256,-56-2-225,26 27-31,-25-25 31,-27-2-160,0-1-224,0 2-224,-27 0-480,1 26-514,-26 0-960,25 0-3267</inkml:trace>
  <inkml:trace contextRef="#ctx0" brushRef="#br2" timeOffset="132148.54">11479 16857 15470,'-51'0'513,"51"0"-770,-28 0-319,2-27 159,-1 27 225,0 27 128,27-27-64,0 25 128,0 3 0,0-1 32,27-2-64,26 3 64,-25-2 96,23 0 128,4-26 193,-5 0 159,-22-26 65,-1 26 224,0-26-64,-1-2 0,-26-24-257,0 24-160,-26-24-480,-1 26-224,0-28-352,-1 28-289,-22 26-993,22 0-3011</inkml:trace>
  <inkml:trace contextRef="#ctx0" brushRef="#br2" timeOffset="132595.57">12380 16937 11242,'0'0'1377,"0"0"-1184,-26 0 896,26 0-321,0 0-575,-27 0-290,27 25-383,0 3 128,0-2-1,-27 27-287,27-26 63,27 26-63,0-26-33,-1 25 225,0-52 480,0 0 576,1 0 289,26 0 320,-27-27 481,0 2-257,1-29-320,-27 28-352,0-28-257,0 2-448,-27 24-416,1 3-577,-26-2-256,25-1-1121,0 28-4132</inkml:trace>
  <inkml:trace contextRef="#ctx0" brushRef="#br2" timeOffset="133100.61">13199 16062 4868,'0'0'3107,"0"0"-1281,0 0 576,-24 0-672,24 0-641,-28 0-545,28 0-223,-27 26-129,1 0-160,-1 2-32,2 24 0,25-25 0,0 26 0,0-26 32,52 0 32,-26-1 0,29-26-32,22 0 64,-22 0 0,-3 0 0,1-26 449,-26-1 159,-2 0 257,-25-1 0,-25 3-352,-2-2-289,-54 2-512,2-2 288,2 27-1345,-4 0-1794,2 27-13259</inkml:trace>
  <inkml:trace contextRef="#ctx0" brushRef="#br2" timeOffset="136291.79">14232 10101 11498,'-26'0'1121,"26"0"65,0 0-129,-27 0-225,27 0 65,0 0-352,27 0-417,-27 0 64,26 0-32,26 0-96,2 27 64,0-54 65,25 27-161,26-27 64,2 1-32,26 26 64,-1-27-96,0-26-64,0 27 32,26 26-32,0-26 32,2-1 0,-1 27 32,28-27-64,-3 27 32,28 0 32,-28 0-32,2-26 32,25 26-32,-24 0-224,23-27 416,2 27-160,-1-27-32,29 27 32,25 0 64,-27-25-64,27 25 128,26-27 128,-26 27 65,26-28-97,-26 28-96,26 0-32,-26-25-96,24 25 64,2 0-96,-26-27 97,26 1-97,-26 26 32,26-27 96,-26 27-192,-27-27 160,-52 1-64,-27 26-64,-27 0-64,-53-26-385,-53 26-576,-26 0-1633,-26 0-4325</inkml:trace>
  <inkml:trace contextRef="#ctx0" brushRef="#br2" timeOffset="143513.2">6742 10286 11146,'-27'27'577,"27"-27"-1,0 0-127,27 0 415,51 25 386,2-25-290,54 28-575,-2-28-193,26 27-96,1-27 64,25 25 97,29-25-33,-2 0-160,-24 0 32,23 0-32,-51 0 32,-26 0-96,-55 0-352,-24 0-1698,-27 0-4196</inkml:trace>
  <inkml:trace contextRef="#ctx0" brushRef="#br2" timeOffset="148180.47">1078 12777 1409,'0'0'544,"0"0"-63,0 0 1216,0 0 706,-27 0 287,27 0-544,-27 0-608,1 0-129,0-27 0,26 27-159,-26 0-161,-1 0-481,-1 0-159,28 0-353,0 0 128,0 27 64,0-27 129,55 0-33,-29 27-160,53-27-32,0 26 1,27-26 255,0 0-160,-1 0-32,28 0 33,26 0-97,0 0 0,25 0-32,2-26-64,1 26 193,-28-27-289,-27 27 0,-27 0 160,-53 0-160,-25 0-64,-1 0 32,-26-27-32,0 27-129,-26 0-671,-1 0-33,2 0 288,-29-26-352,28 26-608,-1-26-1154,-25 0-3459</inkml:trace>
  <inkml:trace contextRef="#ctx0" brushRef="#br2" timeOffset="148534.49">2295 12406 12427,'-80'0'769,"55"0"-609,-2 0 1153,27 0 385,0 0-801,0 0 224,27 0-320,25 0 31,28 0-95,53 27-288,-1 0-225,52-2 224,-25-25-192,-1 27-63,-51-27-33,-27 28-256,-28-28 32,-25 25-32,-27 2 96,0-27 160,-27 52 160,-25-24-128,-28 24-96,1 28 96,-26-27-224,24 26 0,2-26 64,-1 26-96,28 1 96,25-27-128,-27 0-160,30 1-449,24 24-896,-27-24-1122,27-1-5220</inkml:trace>
</inkml:ink>
</file>

<file path=ppt/ink/ink63.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30:29.178"/>
    </inkml:context>
    <inkml:brush xml:id="br0">
      <inkml:brushProperty name="width" value="0.05292" units="cm"/>
      <inkml:brushProperty name="height" value="0.05292" units="cm"/>
      <inkml:brushProperty name="color" value="#0000FF"/>
    </inkml:brush>
  </inkml:definitions>
  <inkml:trace contextRef="#ctx0" brushRef="#br0">10235 2875 8968,'-27'0'1249,"27"0"-512,0 0 256,0 0 64,0 0 224,0 0-128,0-27-608,0 27-385,27 0-32,-27 0 64,27 0 32,-1 0-32,26 0-95,2 0-1,-1 0-32,-1 0-32,29 0 0,-2 0 0,0 0-32,27 0-32,-54 0 32,28 0-64,-1 0-64,-24 0-97,-5 0-159,-22-28 64,-1 28-1,0 0 97,-27-25-96,0 25-321,0-27-1569,-27 27-3299</inkml:trace>
  <inkml:trace contextRef="#ctx0" brushRef="#br0" timeOffset="469.02">10659 2477 5861,'0'-26'801,"0"26"-833,-28 26 64,1 0 0,-23 0 224,22 1 128,-51 0-255,26-1-226,-26 26-319,26-25 352,-26 1 128,26-3 128,26 2 289,-25 0 255,52-2-63,0 3 64,0 25 64,52-27-193,1-1-159,-1 3-225,28-1-609,-1-1-928,1 1-897,-28 0-1602</inkml:trace>
  <inkml:trace contextRef="#ctx0" brushRef="#br0" timeOffset="27650.58">5894 6371 3331,'-27'0'1793,"27"0"-319,0 0-417,0 0 352,0 0 257,0 0-257,0 0-608,0 0-289,0 0-95,27 0 127,-1 0 1,1 0-129,-27 0-64,52 0-95,-25 0 31,27 0 32,-3-26-128,30 26 33,-2 0-65,26-26-96,2 26-32,0 0-32,-2 0 0,0-26 0,27 26 32,0-26-64,0 26 32,28 0-32,-1-28 32,-27 28 32,1 0-64,26 0 0,-54 0 64,27 0 0,-26 0-32,26 0-32,1 0 32,0 0 32,1-26-32,-29 26 32,0-26 0,1 26-32,-53 0-32,-1 0 0,-25 0 0,-27 0-128,0 0-289,0 0-255,0 0-834,-27 26-1729</inkml:trace>
  <inkml:trace contextRef="#ctx0" brushRef="#br0" timeOffset="29792.7">7535 6399 10826,'0'-28'640,"-27"28"289,27 0-769,0 28 1,0-2 223,0 1 224,0 25 1,0 1-128,0 27 63,0-28 161,54 30-257,-28-5-192,26 4-31,30-29-33,-4 2 0,2-28 0,26 0-96,-28 0-32,2-26 96,-1 0-192,0 0-256,-53 0-513,29-26-800,-55 0-3908</inkml:trace>
  <inkml:trace contextRef="#ctx0" brushRef="#br0" timeOffset="30361.73">8807 7007 6534,'0'-52'2946,"0"52"-2721,0 0 415,27 0 225,-3 26 544,2 28 65,2-2-609,26 1-481,-30 27-32,4-28-63,25 1-65,-26 1 0,-27-28 32,25 0 33,-25-26 191,0 0 449,0-26-609,0 0-288,0-28 64,0 1-64,0 1-32,0-1-224,0 26 32,0 0 32,27 27-32,-27 0 64,26 0 31,1 27 194,0 26-97,-27-26 64,25 25-64,2-25 0,-1 26-193,-26-26-639,27 25-706,1-24-1281,-4-28-2722</inkml:trace>
  <inkml:trace contextRef="#ctx0" brushRef="#br0" timeOffset="30607.75">9519 7167 13196,'0'0'577,"0"0"-642,28 26 226,-28 1-65,27 25 32,-1-25-64,26-1-256,2-26-161,-1 27 257,-26-27 192,25-27 545,-26 1 64,1-1 288,-27 0 32,0-25-289,-27 26-223,-26-1-353,28 0 0,-29 1-352,1 26-225,26 0-768,2 26-1313,-2-26-2178</inkml:trace>
  <inkml:trace contextRef="#ctx0" brushRef="#br0" timeOffset="30931.76">10024 7113 10537,'27'54'289,"-3"-28"-161,-24 1 32,0-2 353,0-25 127,0 27 97,28 0-257,-28-27 1,0 0 480,0 0 256,0 0-577,0-27-383,0 0-129,0 2 64,27-2-160,-27-26-64,26 26 32,1 27 96,-27-26 160,25 26 65,2 0-65,-27 26 96,27-26-32,-27 54-95,0-28-129,0 26-96,0 2-32,26-28-353,-26 1-383,0 0-642,27-1-1761,-27-26-7174</inkml:trace>
  <inkml:trace contextRef="#ctx0" brushRef="#br0" timeOffset="31365.79">10554 7140 12427,'26'0'128,"-2"0"769,-24 0-256,27 0 128,1 0 95,-28 0-671,27 0-322,-27 0-319,0 0-64,0 0 159,0 0-223,0 0-129,0 0 545,-27 0 384,27 0 289,0 0-193,-28 0 96,28 0 289,0 0 128,0 0-225,0 0-159,0 0-129,0 0-64,0 0 33,0 0-33,0 0-64,28 0-32,-28 0-64,0 0 64,27 0-224,-27 27 160,26-27-160,0 0-384,0 0-609,1 0-897,0 0-1890,-1 0-5573</inkml:trace>
  <inkml:trace contextRef="#ctx0" brushRef="#br0" timeOffset="31617.8">11160 7113 12972,'0'27'32,"0"0"1281,0 26 257,0-28-802,0 2-544,0 0-159,0-1-226,0 1-223,0-27-289,0 27-800,0-54-2050,28 27-6823</inkml:trace>
  <inkml:trace contextRef="#ctx0" brushRef="#br0" timeOffset="31741.81">11188 6903 11594,'0'-55'705,"0"55"-417,0 0 449,0-25-769,0 25-1826,0 25-2946</inkml:trace>
  <inkml:trace contextRef="#ctx0" brushRef="#br0" timeOffset="32006.83">11320 7220 13516,'0'25'321,"0"-25"351,0 0 1058,0 0-769,27 0-545,-27-25-224,0-2-288,27 1 96,-27 26-224,0-27 32,26 0 64,-26 27 0,0 0-33,26 0 161,-26 0 97,26 27-97,-26 0 0,27-1 0,-27 26-385,0-25-640,0 0-416,0-1-961,0 1-353,0-27-2882</inkml:trace>
  <inkml:trace contextRef="#ctx0" brushRef="#br0" timeOffset="32568.86">11666 7113 13676,'24'27'865,"-24"0"-96,0-1-160,0 1-321,26-2-192,-26 2-32,28 0-32,-28-27-96,0 26 0,27-26 96,-27 0 0,27-26-160,-27-1 32,24 0 128,-24 2 64,0-2 32,0 1 128,0-1 385,0 27 128,28 0-353,-28 0-384,0 0-96,26 0-64,-26 0 160,54 0-96,-28 0-64,0 0-161,0 0 97,1 0 64,0 0 128,-1 0-64,-26-27 64,0 27-32,-26-26-96,26 26 0,-27-26-64,0 26-1,1 26 97,0 0-64,26 1 0,0 0 160,0-1 0,26 26 32,0-25-32,1-27 32,26 27 32,-27-27 192,27 0 161,-25 0 31,-1 0 65,-27-27 31,24 27-159,-24-27-193,0 2-96,0-2-32,0 27-96,0-26 0,26 26-513,-26-27-352,0 27-768,28 0-2147,-28 0-7655</inkml:trace>
  <inkml:trace contextRef="#ctx0" brushRef="#br0" timeOffset="32713.87">12406 7061 12203,'0'-26'160,"26"26"1922,-26 0-640,27 0-674,0 0-351,-2 0-353,2 0-96,-1-28-385,1 28-672,0 0-1121,-27-26-2915</inkml:trace>
  <inkml:trace contextRef="#ctx0" brushRef="#br0" timeOffset="32872.88">12486 6771 10057,'0'52'1922,"0"0"416,0 2 96,0-2-1056,0 2-770,25-2-480,-25 1-416,0 0-865,27-26-641,-27 25-1537,26-52-5253</inkml:trace>
  <inkml:trace contextRef="#ctx0" brushRef="#br0" timeOffset="33009.88">12696 7193 13452,'27'27'513,"1"-27"384,-28 25-577,24-25-256,3 27-673,-1-27-1761,2 0-3331</inkml:trace>
  <inkml:trace contextRef="#ctx0" brushRef="#br0" timeOffset="33116.89">12751 7087 6502,'-28'-52'1889,"28"24"-1312,0 2 128,0 0-1410,0 26-1697</inkml:trace>
  <inkml:trace contextRef="#ctx0" brushRef="#br0" timeOffset="33499.91">12883 6504 9929,'0'27'2018,"24"-1"-257,4 28 353,-1-2-864,26 1-706,-28 27-127,2-28-193,0 3-192,-27-3-128,26 0-64,-26-24-1,0-2 225,0-26 1,0 0 223,0 0-128,27 0-288,-27-26 0,27 26-225,-2-28-95,28 28 320,-26 0 128,1 28 192,-4-2 64,-24 0 33,0 0-33,0 1 128,0 0-192,-24-1 65,-4-26 31,1 27-128,-26-27-448,28 0-801,-2-27-1089,27 27-4292</inkml:trace>
  <inkml:trace contextRef="#ctx0" brushRef="#br0" timeOffset="33882.93">13358 6584 8488,'-27'27'7911,"27"-1"-8199,27 0 544,-27 27 128,0 2-159,0-3 95,28 28-160,-28-28-256,26 28-224,1-28-129,-3-26 225,4 1 128,-1 0 96,-1-27 192,1-27 160,-2 27-95,2-27-97,0 1-32,-27 0-32,0 0-96,0-2-352,-27 2-321,0 26 225,2 0 287,-2 0 65,27 26 160,0 2 65,0-2 255,52 26 289,-25-25-193,26 0 0,-1-1-31,-25-26-161,26 27 0,-26-27-191,-2 0-65,2 0-417,0-27-800,-27 27-3363</inkml:trace>
  <inkml:trace contextRef="#ctx0" brushRef="#br0" timeOffset="34335.96">14788 6239 6245,'-53'-79'97,"26"79"2273,27 0 448,-26 0-1184,26 0-609,0 53 416,-26 1-320,0 50-480,-1 2-32,-28 28 95,5-2-448,-5-27-159,28 2-65,3-1-385,-4-27-672,28-26-865,0-1-1985,0 2-5606</inkml:trace>
  <inkml:trace contextRef="#ctx0" brushRef="#br0" timeOffset="34632.98">15026 6903 11691,'0'-28'2594,"-27"1"-2530,-26 27 256,1 0 1,-2 27-97,2 1 128,26-2-320,-1 0-96,27 0-32,0 0 96,27 2 64,-1-2 64,0 0-32,27 27 0,-26-53-96,-1 27 97,0-27-33,0 26-64,-26-26 0,-26 0 320,0-26-288,0 26 32,-28 0-96,2 0-128,26 0-897,-1 26-1570,27-26-2786</inkml:trace>
  <inkml:trace contextRef="#ctx0" brushRef="#br0" timeOffset="34762.98">15132 7087 4996,'27'0'545,"-27"26"-481,0 1 288,0 0-224,0-1-256,27 1-1185,-27-2-3330</inkml:trace>
  <inkml:trace contextRef="#ctx0" brushRef="#br0" timeOffset="34885.99">15210 6771 9705,'-24'-55'2690,"-3"55"-3330,27 0-2756</inkml:trace>
  <inkml:trace contextRef="#ctx0" brushRef="#br0" timeOffset="35100">15396 7113 5445,'0'27'897,"0"-27"2818,0-27-2178,0 1-1088,27 26-449,-27-26-32,0 0-545,0-2-416,27 28 353,-27 0 480,0 0 192,0 28 160,0-2-96,26 0-320,-26 0-2275</inkml:trace>
  <inkml:trace contextRef="#ctx0" brushRef="#br0" timeOffset="35484.01">15820 7061 1505,'27'-54'9385,"-27"28"-9481,-27 26 672,1 0-640,-1 0 160,-25 26 737,25 2-128,-1-2-577,28 0-96,0 27-32,0-26 96,28-1 160,-1-26 353,0 0 95,25 0-31,-26 0-64,1-26-97,0-1-95,-27 0-129,0 1-288,0 0-160,0 26-545,0 0-480,0 26 256,-27 27 160,54 27 289,-27-1 448,0 1 64,25 0 128,-25-28 192,0 28 641,27-28 96,-27-24 193,-27-2 95,27-26 128,-25 0-288,-29 0-416,28-26-545,-26-2-352,-2 2-736,26-27-674,2 0-608,2 1-2915</inkml:trace>
  <inkml:trace contextRef="#ctx0" brushRef="#br0" timeOffset="35794.04">16006 6929 15790,'52'52'609,"-26"-26"-449,1 2 449,-27 24-225,28-26 385,-28 28-289,0-28-416,0 1-64,0-27-256,24 25 64,-24-25 160,27-25-224,-27-2 96,26 1-1,-26-28 257,0 28-160,0 0 193,0 0 383,0 26-96,0 0-448,0 26 225,0-26-1,0 26-64,28 27-192,-1-26 0,-3-1-96,4 1-289,-1-2-159,-27-25-257,26 0-673,-26 0-1120,27 0-2019</inkml:trace>
  <inkml:trace contextRef="#ctx0" brushRef="#br0" timeOffset="36003.05">16376 6452 15214,'27'52'160,"0"1"673,-27 27 512,25-28-256,-25 30-224,0-5-577,27 4-192,-27-3-192,26-24-352,-26-2-161,0 2-512,27-28-1025,-27 1-2082,27-2-5669</inkml:trace>
  <inkml:trace contextRef="#ctx0" brushRef="#br0" timeOffset="36472.08">16719 7007 15598,'0'0'321,"0"0"-418,0 0 418,0 0-321,-24 0-96,24 28 96,-28-2-160,28 26-481,0-25 257,0 0 191,0-1-287,28-26-353,-4 27 64,3-27 481,1-27 288,-2 27 0,1-26 64,-27-1 96,0 0-32,0 1-95,0 0-66,0 26 33,0 0-96,0 0 0,0 26 0,24 0-96,-24-26-64,28 27-129,-1 0-63,-1-1 192,1-26 96,-2 0 288,2 0 608,0 0 161,-1-26 256,-26-1 32,0 27-384,0-27-512,0 1-193,-26 26 96,26 0 64,0-26-32,26 26-224,1 0 32,-2 0 0,29 0-32,0 0 32,-3 0-128,4 0-224,-29-26-193,-2 26-415,3 0-1090,-27 0-2787</inkml:trace>
  <inkml:trace contextRef="#ctx0" brushRef="#br0" timeOffset="48157.75">20504 5736 11370,'27'-27'1025,"-27"27"-192,0 0-577,27 27-192,-1 0 161,2 26 95,23 26-32,-24 27-288,1-27 32,-28 28 0,26-1 32,-26 0-64,0-28-64,0-24 128,0-28-32,-26 1 289,26-27 928,0 0-481,-28-53-575,1-1-97,0 2-64,27-28 0,-24-26 0,-4 2-417,28 24-736,0-27-128,0 27 641,28 28 351,-4-1-191,3 26 640,28 27-352,-2 0 32,-1 27 224,1-1 192,-26 1-64,-2 25 33,-25-25-1,0-1 385,0 1 255,-25 0-255,-2-27-353,-26 26-192,1 0-224,25 2-640,-27-28-1090,54 0-1826,0 0-6629</inkml:trace>
  <inkml:trace contextRef="#ctx0" brushRef="#br0" timeOffset="48323.75">21114 5816 15246,'26'0'192,"-26"25"-224,0-25 64,0 27 64,0 0-32,0-1-32,0 1-96,28 0-640,-28-1-1154,0-26-801,24 0-1216</inkml:trace>
  <inkml:trace contextRef="#ctx0" brushRef="#br0" timeOffset="48444.77">21168 5524 13548,'-28'0'128,"28"-27"-256,0 27-1185,0 27-1313,28-27-1442</inkml:trace>
  <inkml:trace contextRef="#ctx0" brushRef="#br0" timeOffset="48705.78">21432 5841 10057,'0'80'32,"0"-53"128,0-27 128,0 27 289,0-27 1601,0 0-32,26 0-1505,-26-27-513,0 0-32,26-26-96,1 26-32,-27 2-64,27-28-160,-1 26 704,-26 27-352,26 0 0,-26 0-160,0 0-96,0 27 32,0-1-224,0 26-770,0-25-992,0 0-1153,0-1-961</inkml:trace>
  <inkml:trace contextRef="#ctx0" brushRef="#br0" timeOffset="48943.78">21775 5763 7366,'0'0'4869,"0"0"-4837,28 26 417,-28 1 223,0-2-384,27 2-288,-1 26 97,-2-26 31,4-27 32,-1 27 64,0-27 705,-1 0 256,0 0-320,-26-27-225,26 0-223,-26-26-193,0 26-256,0-25-609,0 26-704,0-1-1890,0 0-9897</inkml:trace>
  <inkml:trace contextRef="#ctx0" brushRef="#br0" timeOffset="58017.31">20612 7007 3171,'24'0'960,"-24"0"-127,0 0-288,0 0 448,0 0-161,0 0-255,27 0-417,-27 0-192,0 0-192,0 0-449,0 0-544,0 0-256,0 0 608,0 28 1025,0-28-32,-27 0 289,27 0 127,-24 0 385,24 0 32,0 0-32,0 0-193,0 0 33,0 0-160,0 0 95,0 0-95,24 0-64,3 0-193,0 0-160,27 0-128,-3 0 0,30 0-64,25 0 0,-1 0 0,27-28 0,28 28 0,-1-26 64,-1 0 0,2 26 193,24-26-33,-52 0-32,0 26-192,-50 0-737,-32 0-2946</inkml:trace>
  <inkml:trace contextRef="#ctx0" brushRef="#br0" timeOffset="99625.69">24846 5841 5925,'0'-25'2563,"0"25"-802,0 0 545,0-27-576,0 27-193,26 27-896,-26-27 448,27 52-608,0-25-129,-1 53-128,0-28-160,-26 28 32,0-27-64,26 0-160,-26 1-160,0-28-193,0 0-159,0-26-705,27 0-769,-27-26-4805</inkml:trace>
  <inkml:trace contextRef="#ctx0" brushRef="#br0" timeOffset="99783.7">24767 5631 14894,'0'-28'128,"27"28"-288,-27 0 128,0-26 32,26 26-32,0 0-641,0 0-2979</inkml:trace>
  <inkml:trace contextRef="#ctx0" brushRef="#br0" timeOffset="100107.72">25031 6055 7559,'53'80'224,"-53"-55"32,26 2 737,0-27 416,-26 0 866,27 0-578,-27 0-1152,28-27-321,-28 2-160,0-3 0,27-24-32,-27-2-32,0 28-128,0-28 160,0 28 96,26 26 320,-26 0-223,24 0-65,-24 0 128,28 26 0,-1 1-192,0 26-63,-1 1 31,0-29-257,-26 30-127,26-30-353,1 2-352,-27-1-576,0 0-1090,0-26-2241</inkml:trace>
  <inkml:trace contextRef="#ctx0" brushRef="#br0" timeOffset="100404.74">25560 5921 14349,'27'27'96,"0"26"-128,-27-27 64,26 2-32,0 24 32,0-24 0,1-3-32,1 2-32,-28-1 64,27 0 32,-27-26 128,24 0 161,-24-26 127,26 0-31,-26-1-1,0-26-224,0 1-64,0-2-160,0 1 0,0 26 0,0 1-128,0 26-544,0 0-2948,0 0-5252</inkml:trace>
  <inkml:trace contextRef="#ctx0" brushRef="#br0" timeOffset="101369.79">25136 6080 4644,'0'0'705,"0"0"-225,0-25 545,0 25 320,0 0-31,0-28-193,0 28-385,0-26-127,0 26 320,0 0 128,0-26-128,0 26-193,0 0-63,0 0-161,0 0-127,0 0-193,0 0 32,0 0-256,0 0 64,0 26 32,0 0 96,0 2-31,0 24 63,0-24-192,27 24 128,-27-26-96,0 28-32,28-28 160,-28-26-128,0 26-64,0-26 32,0 0-96,0 0-224,0 0-321,0 0-1249,0 0-4708</inkml:trace>
  <inkml:trace contextRef="#ctx0" brushRef="#br0" timeOffset="102300.85">24899 6637 3171,'0'0'1697,"-27"0"289,27 0 128,-26 0-256,26 0-385,0 0-288,-26 0-384,26 0-64,26 0-129,-26 0 33,26 0-129,28 0-223,24 0-1,2 0 64,27 0-31,25 0-129,27 0 32,-1 0-96,0 0-32,2 0 0,-28 0 0,-27-26-256,-25 26-576,-25 0-65,-31 0-961,4 0-3555</inkml:trace>
  <inkml:trace contextRef="#ctx0" brushRef="#br0" timeOffset="110368.31">10367 2952 4131,'-27'-25'1794,"2"25"-385,25 0-800,-27-26 320,1 26 32,-1 0-128,0-26 256,27 26-128,-25 0 96,-2 0-193,1 0-319,-1 0-97,27 0 1,0 0-33,0 0-224,0 0-96,0 0 97,27 0 287,26 26-96,26-26-384,-1 0 417,29 0-353,26 0-64,-27 0-32,26 0 64,0 0 32,-27 0-64,28 0 0,-27 0-64,0 0-32,-54 0-64,2-26 64,-28 26-161,-26 0 1,0 0-385,-53 0-832,26 0-673,-25 0-448,-1 26-3556</inkml:trace>
  <inkml:trace contextRef="#ctx0" brushRef="#br0" timeOffset="110823.33">10791 2451 9513,'27'-27'544,"-27"27"577,0 0-192,0 0-577,0 0 33,-27 27-161,0-1-128,-25 0-64,-1 0 64,-26 28 64,-2-28 32,2 26 257,-26-25 159,25 26 1,1-26-97,26 0-223,1-2-1,25 3-32,27-1-128,0-1 161,0 0 95,51-1 96,4 3-127,-2-1-65,26 26-192,-1-26 0,2-2-32,26 28-32,-52-26 0,25 0 32,-26 25 65,-1-26-161,2 1 64,-28-27 0,-26 28-96,27-28-353,-27 25-320,-27-25-1345,1 27-4804</inkml:trace>
  <inkml:trace contextRef="#ctx0" brushRef="#br0" timeOffset="118972.8">25614 7007 64,'-27'0'2402,"27"0"-416,0 0 128,0 0-289,0 0-159,0 0 0,0 0-225,0 0-224,0 0-160,-27 0-96,27 0-160,0 0-193,0 0-255,0 0-161,0 0-128,27 0-32,-27 28 96,27-28-32,-1 26 0,0 0-64,0 27 128,29-26 1,-28-1 31,23 26-128,5-25-96,-3 0 32,-25-1 96,26-26-128,-26 27 64,-2-27-32,-25 0-96,0 0-96,0 0-321,0-27-896,0 27-2082,-25-26-7304</inkml:trace>
  <inkml:trace contextRef="#ctx0" brushRef="#br0" timeOffset="119370.82">25534 7299 7847,'-26'26'416,"26"-26"801,0 0 897,0 0-64,0 0-608,0 0-545,0 0-513,0-26-128,26-1 0,-26 27-63,0-27 31,0-25-128,0 26-32,0-1 0,0-26-32,0 27 32,0 0 353,0-2-321,26 28-96,-26-26-64,0 26 32,27 0 0,0 0-33,-1 0 65,0 0 0,27 26-96,2-26-768,-5 28-930,5-28-3139</inkml:trace>
  <inkml:trace contextRef="#ctx0" brushRef="#br0" timeOffset="156217.93">2242 9816 2370,'-28'25'384,"4"-25"289,24 0 992,0 0 353,-27 28-288,27-28-641,0 0-352,0 0-97,27 0 97,-27 0-161,0 0-159,24 0-129,-24 0 32,28 0-63,-2 0 31,1 0-32,0 0 161,-2 0-129,28-28-32,1 28-128,-2 0-64,29 0-32,-4 0 0,2 0 0,2-25-32,-2 25 32,26 0-32,-25 0 0,-1 0 0,29 0 0,-3 0 0,27 0 32,0 0-32,2 0 64,-2 0-64,0 0 33,0 0-33,-27 0 0,0 0 32,3 25-64,-2-25-1,-1 0 33,-26 0-64,1 0-64,-28 0-32,29 0 0,-54 0-128,25 0-769,-52 0-1538,0 0-8615</inkml:trace>
  <inkml:trace contextRef="#ctx0" brushRef="#br0" timeOffset="161588.24">7508 14373 3395,'0'0'1153,"0"0"64,0 0 352,0 0 706,0 0-193,0 0-577,0 0-384,0 0-128,0 0-224,0 0-161,0 0-31,0 0-161,0 0 257,0 0-161,0 0-191,0 0-65,0 0-32,0 0-288,0 0 64,0 0-64,0 0 64,0 0-96,0 27 128,27-27 32,-27 25-128,0-25 96,0 28-96,27-2 128,-27-26-96,0 28 192,0-3-256,26 3 96,-26-28-32,28 25 64,-28 2-32,24-27 0,3 27-32,0-1 32,27-26 32,-2 27-32,-25-27 0,26 27 96,-1-27-160,2 0 0,-2 25 96,1-25-32,26 0 0,-26 27-32,2-27-64,23 0-32,-24 26 192,24-26-96,1 0-32,28 0 160,-2 27-64,0-27-64,29 0 32,-29 0 96,27 0-128,0 0 96,0 0-192,28 0 64,-28-27 96,27 27-96,1-26 64,-2 26 0,1-27 0,-2 27 0,3-25 0,-28-2 32,27 27-160,1-27 224,-28 27-288,0 0 288,0 0-192,-27 0 160,1 0-64,2 0-64,-30 0 96,2 0-64,-1 0 0,-24 0-65,23 27 65,-24-27 64,-29 27-128,28-27 96,-26 0-32,0 25-32,-2 2 96,2-27-64,-27 26 32,26 1-32,-26 0 0,0-1 32,0 0 0,0 0 0,0 28-32,0-28 32,-26 1 0,26-2-64,0-25 96,0 28 0,-27-28-32,27 0 0,0 0 128,0 0-128,0 0 0,0-28-32,0 3 32,0-2 0,0 1 32,27-28 64,-27 28-128,26 0 0,-26 0 128,27 26-224,-27-27 128,27 27-32,-2 0-32,-25-27 64,27 27 0,-1 0-32,1 0 32,1 0-32,-4 27 0,29-27 32,-25 0-32,23 27 64,-23-27 0,25 26 0,-1-26-32,2 0 32,-1 26-64,-1-26 32,28 26 96,-28-26-160,29 0 192,-30 27-160,30-27 128,-2 27-32,-26-27 65,26 26-129,1-26 96,-1 27-64,-1-27 64,30 25-128,-29-25 0,1 28 64,25-28 0,-26 26 32,2-26 32,25 25-32,-28-25 64,2 28-96,26-28 32,-28 27-32,28-27-32,-25 0 64,24 26-128,1-26 385,0 27-514,-27 0 289,26-27-32,2 25-31,0-25-1,-2 0 32,-26 0-64,26 27 0,-24-27 32,25 0 128,-1 26-320,-25-26 256,25 0-96,1 0 32,-25 0 0,24 0-32,1 0 0,-1 0 64,0 0-96,-23 0 32,23 0 64,-25-26-96,-1 26 128,-1 0-128,2 0 0,-1 0 96,2-27-64,-29 27-64,28 0 160,-1 0-128,0 0 32,1 0-64,-28 0 160,29 0-128,-30 0 64,30 0-64,-28 0 32,-1 0 32,2 0-32,-2 0 128,1 0-128,-26-25-32,-1 25 160,26 0-32,-52 0 225,27-27-161,1 27 320,-28-27-384,27 27 481,-3-26-609,-24 26 480,26-27-352,2-1 32,-1 28 65,-27-25-225,27 25 64,-2-26 0,2 26 64,-1-28-32,1 28 64,-27-25 96,27-2 32,-27 1 65,25-1-65,-25 0-128,0 1-96,0-26-64,0 25 64,-25 0-480,-2 1-385,27-1-705,-53 2-1376,26 25-3044</inkml:trace>
  <inkml:trace contextRef="#ctx0" brushRef="#br0" timeOffset="164950.43">12988 14453 1057,'0'0'7014,"0"0"-6341,-26 0 192,26 0-513,0 0 160,0 0 449,-27 0-192,27 26-449,27-26 97,-27 0 159,0 0-223,0 28-193,26-28 0,-26 25-128,0 3 32,27-28 0,-27 25-32,25-25 32,2 27-64,0 0 64,-1-27-32,28 26 96,-2-26-96,1 0-32,-1 27 0,29-27-32,-2 27-64,1-27 64,-1 25 32,26-25 0,0 27 32,-23-27-32,23 0 64,-26 0-64,27 26-96,-27-26-128,26 0-160,-23 0 320,-4 0 128,28 27-128,0-27 64,-27 27 64,26-27-32,1 26 64,26-26 64,-24 26-32,-3 0 96,27 1 65,1 0-129,-1-27-96,0 26-32,0-26 0,0 0-32,28 0 0,-28 0 0,27 0 32,1 0-32,-28 0 0,25 0 0,-25 0-32,27 0 32,-26 0 32,-1 0-64,0 0 64,0 0-32,-24 0 0,24 0 0,-26 0 0,-1 27-32,0-27-64,-23 0 32,-4 0 64,-24 0 0,24 0 0,-24 0 32,-2 0 0,1 0-32,2 25 0,-5-25-32,-22 0 64,-1 0-32,0 0 64,-27 0 320,0 0 321,0-25 64,0-2-193,0 27-192,0-26-95,-27-1-33,27 0-96,0 1-128,0 0 64,27 0-64,-27-28-64,25 28-192,-25 26 0,27-27 0,-27 2-385,26 25-1249,-26-27-4452</inkml:trace>
  <inkml:trace contextRef="#ctx0" brushRef="#br0" timeOffset="166865.54">11188 15724 10986,'0'27'192,"0"-27"481,0 25 1345,27 3-641,-27-1-256,0-1-320,27 28-449,-27-2-224,0-26-32,0 28 0,26-2-384,-26-26 352,0 1-608,0 0-449,0-27-705,0 0-832,0 0-2467</inkml:trace>
  <inkml:trace contextRef="#ctx0" brushRef="#br0" timeOffset="166981.54">11136 15617 6374,'-26'-132'6085,"26"106"-5828,0 0-674,26 0-1088,-26 26-3748</inkml:trace>
  <inkml:trace contextRef="#ctx0" brushRef="#br0" timeOffset="167283.56">11426 15963 10537,'26'80'1250,"-26"-55"-994,27 2 128,-27-27 321,0-27-289,0 2-352,27-2-32,-27 0 0,26-26 0,-26 0-32,26 1-32,-26 25 801,0-1 160,26 3-513,-26 25-127,0 0-129,27 53-128,-27-26 0,0 25 0,27-24-96,-27 24-224,28 1-353,-4-1-512,2 1-1442,2-26-3971</inkml:trace>
  <inkml:trace contextRef="#ctx0" brushRef="#br0" timeOffset="167563.57">11903 15831 13805,'0'26'-193,"0"-26"-287,0 26 480,0 2 128,0 24 320,27-26-63,-1 1-193,-26 0 288,26-2 289,0-25-96,1 27-65,0-27 33,-27-27-64,26 27 63,-26-52 1,0 25-321,0-26-256,0 0-128,0 27-352,-26-27-481,26 25-448,0 3-1186,0-2-3234</inkml:trace>
  <inkml:trace contextRef="#ctx0" brushRef="#br0" timeOffset="167997.6">12222 15883 11466,'0'53'385,"0"-26"-609,24-1 191,-24-26 546,26 0 1121,-26 27-610,28-27-287,-1 0 64,-27-27-96,27 27-289,-27-26-320,0-1-128,0 2-288,0-3-97,-27 28-31,0-26 256,-1 26 128,2 0-128,26 26-225,-24 2 97,24-3 160,0 2-33,24 26-95,-24-26-256,54-2 319,-27 28 129,0-53 160,-2 27 513,2-27 352,-1 0 0,1 0-321,-27 0-255,0-27 31,0 1 0,0-1-31,0 2-257,27-29 64,-27 28 192,25-1 97,2 27-225,-1-25-160,28-3-128,-29 28-160,2 0-545,26 0-544,-25 0-1474,-28 0-4580</inkml:trace>
  <inkml:trace contextRef="#ctx0" brushRef="#br0" timeOffset="169576.69">12907 15883 8456,'-24'28'3683,"24"-28"-2850,0 0 224,0 0-128,0-28-161,24 28-287,-24 0-321,28 28-128,-1-28-32,-1 0-192,26 0-577,-25 0-800,26 0-1154,-26 0-2242</inkml:trace>
  <inkml:trace contextRef="#ctx0" brushRef="#br0" timeOffset="169793.71">13094 15565 10954,'0'27'737,"0"25"95,0-24 674,-27 24-161,27 0-416,0 3-481,0-3-384,0 28-288,0 0-545,0-2-159,0-24-290,27-2-319,-1-26-1922,28-26-5157</inkml:trace>
  <inkml:trace contextRef="#ctx0" brushRef="#br0" timeOffset="169952.72">13358 16016 9352,'0'-27'3620,"0"54"-3524,0-27 352,0 27-191,0-2-225,28 28-801,-28-26-1441,26 0-737,1-1 128,-27-26 801,24 0-800</inkml:trace>
  <inkml:trace contextRef="#ctx0" brushRef="#br0" timeOffset="170066.72">13518 16121 3971,'-55'-78'2595,"55"51"-65,-24-26 449,-3 26-1281,1 2-577,-2-3-705,28 28-384,0 0-705,0-26-1889,0 26-4965</inkml:trace>
  <inkml:trace contextRef="#ctx0" brushRef="#br0" timeOffset="170455.74">13571 15485 5285,'0'54'1601,"0"-28"-1505,25 53 929,-25-26 513,27 1 63,-27-1-704,27 0-769,-27 1 0,26 24 609,1-51 128,-2 25 256,2-25-353,-27-27-191,27 0-321,-27 0-192,26-27-160,1 27-448,-27-25-97,52-2 193,-25 0 191,1 27 225,22 0 32,-23 27 129,1 0 95,-28-2 96,0 2 449,0-1 96,-28 1-289,1 0 225,-23-1-513,22 0-224,-26-26-288,29 26-641,-2-26 161,1 0-1058,26-26-1537,0 0-5702</inkml:trace>
  <inkml:trace contextRef="#ctx0" brushRef="#br0" timeOffset="170853.77">14074 15539 13196,'0'0'929,"0"0"-961,0 26 288,-27 26 321,27 28 159,0-26-447,0-1 63,0 0 32,27 26-192,-27-26-159,52 26 31,-26-26-64,28 1-97,-1-28 97,-1 0 33,1 0 31,-1 2 32,-25-28 0,28-28 0,-29 2 96,-2 0 0,-24 0-160,28-1 0,-28-26-96,-28 1-32,28-2-64,-50 28 64,22-1 0,1 27 64,-24 0 128,23 27 96,2 26 96,26-1 257,0-25 95,26 26-223,2 0-193,23-27-128,4 0-352,23 2 384,2-28-416,-28 27-481,28-27-640,-28 0-2531</inkml:trace>
  <inkml:trace contextRef="#ctx0" brushRef="#br0" timeOffset="171042.78">15450 16175 20179,'0'26'-2435</inkml:trace>
</inkml:ink>
</file>

<file path=ppt/ink/ink64.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41:53.006"/>
    </inkml:context>
    <inkml:brush xml:id="br0">
      <inkml:brushProperty name="width" value="0.05292" units="cm"/>
      <inkml:brushProperty name="height" value="0.05292" units="cm"/>
      <inkml:brushProperty name="color" value="#0000FF"/>
    </inkml:brush>
  </inkml:definitions>
  <inkml:trace contextRef="#ctx0" brushRef="#br0">6192 2146 4163,'0'0'-64,"0"0"-160,0 0 512,0 0 673,0 0 385,0 26 63,0-26-384,0 0 128,-26 27-192,26 0-288,0-27-161,0 25-192,-26 2-192,26-1-63,0 1 31,-26 28 32,26-30 32,-27 0-160,27 29 96,-55-26-64,31 24 32,-2 1-32,-29-28 32,28 29-64,-23-1 96,22-1-64,-26 3-32,2-3 96,26 0 33,-28 2-97,28-2 32,-26 2-32,25-1-32,0 0 0,-1-1 0,4 2 0,-2-28 32,-1 26-32,-1-25 32,1 28-32,3-30 32,-4 27-32,2 3 0,-1-2-32,0-28 0,2 29 32,-2-1 0,27-26 0,-26 25 32,-1-26-32,27 1 32,-27 26-32,2-26 0,25-2 0,-27 2 0,27 1 0,-26-3 64,26 2-64,-27 0 0,27 26-64,-27-26 192,27-2-128,0-25 32,-25 27-32,25-1 32,-27 1 32,27 0 0,0-27-64,-26 26 0,26 1 32,0-2-32,-28 3 32,28-28-32,0 26-32,0 0 0,-27 1 64,27 0 32,0-1 0,0-26-32,0 27 0,-24-2 32,24 2 32,0-27-32,0 28-32,0-28-32,0 25 33,0-25 31,0 27 32,0 0-96,0-27 32,-27 25 32,27 3-64,0-28 128,0 25 0,0-25 0,0 27-32,0 0 0,0-27 0,0 26-64,0-26 32,0 0 1,0 27 31,0 0 32,27-27 64,-27 25-32,0-25-32,0 28-64,24-28-32,-24 0 0,0 25 32,0-25-64,27 28 96,-27-28-63,0 0 63,28 0-32,-28 26 32,0-26-64,26 0 0,-26 0 0,27 0-64,-2 26 64,-25-26-32,27 0 0,0 0 0,-27 0 0,26 0 0,-26 0 32,27 0-32,-27 0 32,25 0 0,-25 0-32,0 0 0,0 0 0,27 0 0,-27 0 32,0 0-32,27 0 32,-27 0-32,0 0 32,0 0-32,26 0 64,-26 0-64,27 0 64,-27 0-32,25-26 0,-25 26 32,27 0-64,-27 0 0,27 0 0,-1-26 0,-26 26-64,28 0 224,-4 0-128,-24 0-32,27 0-32,1 0 64,-1 0-32,-1-28 0,-2 28 32,-24 0-32,28 0 0,26 0 64,-28 0-128,0 0 96,0-25-64,1 25 32,0 0 32,-1 0 0,0 0-32,0 0 33,1 0-33,0-28 96,1 28-96,-2 0 64,-2 0-64,3 0 0,1 0 32,-1 0-32,-1-25 64,-2 25 0,4 0 64,26 0-96,-28 0 128,0 0-160,27 0 128,-26 0-96,25 0 0,-26 25 64,28-25-128,-26 0 32,-4 0 32,2 0-64,1 0 64,1 0-64,-1 28 96,-3-28-128,4 0 96,-2 25 32,1-25-128,0 0 193,-2 28-290,28-28 193,-26 0-32,0 0 32,-2 0-96,2 26-32,-1-26 128,28 0-64,-26 0-32,-4 26 32,-24-26 32,26 0 0,2 27 32,-1-27-96,0 27 0,-3-27 32,4 26 64,-2-26-128,1 27 0,0-27 96,-2 25-32,2 2-32,-1-27 96,1 27-32,0-27-64,-2 26 32,2 1 64,-1 0-96,1-27-32,0 25 64,-2 3 64,-25-3-64,27-25 32,-1 27 64,-26 0-64,28-2-32,-28 3 64,27-1-32,-27-2 0,24-25 0,-24 28 0,0-3 96,0 3-192,27-1 96,-27-2 0,0-25-64,-27 27 160,27 0-128,0-1 32,0 1 96,-24 0-192,24-2 192,0-25-256,0 27 128,0-1 96,0-26-160,0 27 160,0-27-32,0 0 0,0 27-96,0-27 64,0 0 0,-27 26-32,27-26 128,0 0-96,0 27 0,-28-27 0,28 25 64,0-25-64,-26 28 0,26-28 32,0 26-32,-27-26 32,27 0-32,0 26 32,-25-26 0,25 0-32,-27 28 0,0-28 0,27 0-64,-26 0 32,26 0 32,-27 26-32,2-26 64,-2 0-96,27 26 192,-27-26-256,1 0 192,-1 0-64,27 0 0,-25 27 0,-2-27-96,0 0 128,1 0-32,-2 0-32,28 0 0,-24 0 192,-3 0-192,27-27 128,-27 27-224,27 0 160,-28-26 32,28 26-64,-26-26 0,2-2 32,-4 28-32,1-26 32,0 0 0,27 26-32,-26-28 96,-1 28-160,2-25 192,-2-2-96,27 27 0,-27-26-64,1-1 96,26 27-160,-27-27 128,27 1 0,0-1-96,-25 27 64,25-25-64,0 25 256,-27-27-128,27 27-32,0-27-64,-27 27 32,27-26-32,0-1 64,-26 27-288,26-27 512,-28 2-288,28 25 64,0-27-32,0-1-64,-24 28 160,24-25-128,0 25-32,-27 0 192,27-28-96,0 28-64,-28-25 32,28 25 64,-27-27-64,1 27 0,26-28 32,-24 3-64,-4 25 64,1-27 0,27 0 0,-27 2-64,1 25 257,0-28-257,-27 3 160,26 25 0,1-27-64,0 27-96,0 0 128,-1-27-64,0 27-32,-25 0-32,26-26 64,-1 26-32,-1 0-32,-23 0 64,25-27-32,-29 27 0,28 0 0,-25 0 0,26 0 0,-28 0-32,28 0 32,0 0 32,-27 0-160,26 0 160,-1 27-32,4-27-192,-2 26 32,-1-26-65,-1 0 97,28 27 0,-27-27 64,27 27 32,0-2 0,-24 3 0,24-3 32,0 2 32,0 0-64,0 26-32,0-26 128,0-2-64,0 28 0,0-25-32,0-1 32,24-2-32,-24 2 0,0 0 64,27 26-32,-27-26-64,0-2 64,0 28 0,28-26 0,-28 0 0,0-1 0,27 26 0,-27-24 0,26 24 0,-2-24-32,-24 24-32,28-25 64,-1 26 0,0-26 64,-1 25-64,0 1 32,0-26 32,1 25-64,0-25 96,25 26 0,-26 0-32,28-1 32,0 28 64,-3-26 1,4-2-129,-5 2 64,32-2-256,-30 0-129,1-24-191,26-28-1186,-53 0-4644</inkml:trace>
  <inkml:trace contextRef="#ctx0" brushRef="#br0" timeOffset="4645.26">6192 7259 928,'0'0'1218,"0"0"-1058,0 0 288,0 0-31,0 0 159,0 0 193,0 0-257,27 0-320,-27 0 129,0 0 255,0 0-95,0 0-97,0 0-128,0 0-128,0 0-95,0 0 159,0 0 160,27 0-32,-27 0 97,26 0-225,0 0-160,-26 0 96,26 0 0,-26 0 32,27 0 97,-27 0 191,27 0-64,-27 0-63,28 0 31,-4 0-192,2 0-160,1 0 32,1 0-32,23 0 0,-23 0 0,-2 0 0,1 0 0,0-27 32,-2 27 32,2 0-64,-1 0 32,1 0 0,0 27-32,-2-27 0,2 0 64,-1 0 0,1 0 129,0 0-1,1 27 0,-4-27-96,30 0 96,-27 0-64,0 0-64,-3 0 129,4 0 159,-2 0 32,1 0-159,0 0-33,-2 0 32,-25 0-128,27 0 0,-1 0-96,-26 0 32,27 0 32,0 0-64,-2 0-32,2 0 64,-1 0-32,1 0 0,0 0 0,25 0 0,-26-27-32,2 27 32,-1 0 0,-3-27 0,3 27 0,1 0 0,-2 0 0,1 0 0,-2-25 0,2 25 0,0 0-32,-1 0 64,-26 0-64,27 0-32,-2-27-64,2 27 96,0 0 32,-1 0 0,1-28 0,1 28 0,-4 0-96,-24-25 64,27 25 32,-1 0 0,-26-27 0,28 27 0,-28 0 32,27 0-32,-3-25 0,-24 25 0,28 0 0,-28-27 0,27 27 0,-27-28 32,26 28 0,-26 0-32,27 0 32,-27-26-32,25 26 32,-25 0-32,0 0-32,27-26 32,-27 26 0,27 0 0,-27 0 0,26-26 0,-26 26 0,0 0 0,27 0 32,-27-26-32,0 26 0,0 0 32,0 0 0,25 0 0,-25-28 0,0 28-32,0-26 32,27 26-32,-27-27 64,0 27-32,0-27-32,0 27-32,27-25 64,-27-2-32,0 1 64,0-1-64,0 0 0,0 1 128,0-1-96,0 2 32,0-29-64,0 26 33,-27-24-33,27 27 0,0-2 32,0-26-32,0 26 32,0 1 64,-27 0 0,27-2 32,0 2-64,0 0 32,-25-2-32,25 3 0,0-2 32,0-26 64,0 26-31,-27 1 63,27-1-128,0 2 0,0-2-128,0 0 448,0 1-672,0-1 576,0 0-288,-26 2 0,26-2 96,0 27-64,0-28 96,-27 3-64,27 25 65,0-28-97,0 3-32,-27 25 0,27-27 0,0-1 0,0 28 0,-25-25-32,25 25 0,0-27-1,0 0 33,0 27-64,0-25 32,0 25 0,0-28 0,0 28 32,0-25-32,0-2 32,0 0 0,0 1 0,0 26-32,0-27 32,0 0 0,0 27-32,25-25 0,-25-2 32,0 27-32,0-26 32,27-1 0,-27 27 0,0-27-32,27 27 0,-27-26 32,0 26 0,26-26 0,-26 26 0,0 0-32,27-28 0,-27 28 0,25 0 32,-25 0-32,27 0-32,-27-25 64,27 25 0,-27 0 0,26 0 0,1 0 0,-2 0 0,-25 0-32,27 0 32,0 0-32,-27-28 0,26 28 32,2 0-32,-4 0 0,-24 28 0,27-28 0,1 0-64,-1 0 96,-1 0-64,-2 25 64,4-25 0,-1 0 0,0 0 0,-1 28-32,0-28 32,0 0 32,1 26-64,0-26-129,-1 0 1,-26 0-64,27 26 128,-2-26 32,2 27 32,-27-27 64,27 0-32,1 27 32,-2-27 0,-2 0-32,3 26 0,-27-26 0,28 0-32,-1 0 0,-27 27 0,26-27 32,-26 0 96,24 25-128,-24-25 64,28 27-32,-1-27 96,0 27-128,-27-27 32,26 0 0,-26 26 32,26 1-64,-26-27 32,0 27 0,26-27 0,-26 25 32,27 3 0,-27-3 32,0 2-32,27-27 0,-27 27-32,0-2 0,26 3 32,-26-28-64,0 27 32,26-2-32,-26 3 32,0-3 0,26-25-32,-26 28 64,0-1-32,0-2 0,27 2 0,-27 0 32,0-1 0,0 1 0,0 0 160,0-2-288,0 2 160,27-1-64,-27 1 0,0 0 32,0-1 0,0-26-64,0 27 0,0-27 64,0 25 129,0-25-97,-27 0 32,27 28-64,-27-28-32,1 0-32,26 0-96,-26 26-1,0-26 33,-1 0-96,27 0 0,-27 0 64,1 0-32,-26 0-321,25 0 1,0 0 95,-25 0-31,26 0 320,-1 0 0,-1 0-64,1 0 32,3 0 96,-2 0 32,-2 0 32,1 0 128,-25 0 96,52 0 128,-27 0 33,1 0-225,26 0-160,-27 0-96,0 0 64,27 26 0,-26-26 0,0 0 0,26 0 32,-26 0 32,-1 28 96,27-28 32,-27 0-96,27 26-96,-28-26 0,28 26 0,-24-26 32,24 0-32,0 27 0,0-27 33,-26 25 31,26-25 64,0 0-64,0 28 32,0-28-32,0 27-64,0-2 96,0-25-64,0 27 32,0-27-32,0 25 0,0 3 32,0-28-64,0 27 0,0-27 0,0 27 0,0-27 0,0 25 32,0-25 0,0 27 0,0-1 64,0-26-64,0 0 32,0 27-31,0-27-1,0 27 0,0-27 0,0 26 64,0-26-64,0 27 0,26-27 96,-26 25-64,0-25 96,0 27-32,0-27 32,0 27-32,0-1 1,24-26-33,-24 28-32,0-2 32,0 0 0,0-26-64,28 26 32,-28 0-64,0-26 96,0 28-32,27-28-32,-27 27 32,27-2-32,-27-25-64,0 27 32,26-27-64,-26 25 96,0-25-128,26 0 0,-26 28 0,0-28-32,26 0 32,-26 0 0,27 27 0,-27-27 64,27 0-33,-1 25 65,-26-25-160,27 0 32,-2 0 96,2 0-32,0 0-160,1 0-64,-2 0-65,-2 0-95,31-25 31,-28 25-31,-1-27 320,-2 27 64,31 0 32,-28-28 64,-1 28 128,0-25-64,0 25 0,1 0 64,0-27-96,-1 27-32,0-25-64,0 25 32,1-27 32,-27 27-32,27-28 32,1 28 33,-28-26 127,24 26 128,-24-26-64,26 0-224,1 0-32,1-2-32,-1 2-96,-27-1 0,24 0 32,4 2-32,-2-2 128,1 27 32,-27-26 32,27-1 32,-27 27-64,0-27-32,25 1 32,2 26 0,-27-27-64,26 2 32,1-2 32,-27-28-32,27 30 32,-27-2-32,26 2 0,-26-30 0,26 30 0,-26-2 0,0 1 32,26 0 0,-26-2 0,27 2 0,0 0 64,-27-27-32,28 26 65,-4 1-33,-24-28-64,26 1-32,2 1-32,-1-1-129,24-1 418,-23 2-129,25-1 96,26 0 192,-26-2 161,26 3-33,1-28 1,26 28 64,-28-28 127,28 1-159,1-1-33,-2 0-351,27 2-65,-25-2-64,25-27-32,0 55-192,0-28 96,-27 28-385,3-1-256,-29 26-255,1 0-1283,-55 1-7654</inkml:trace>
</inkml:ink>
</file>

<file path=ppt/ink/ink65.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43:29.345"/>
    </inkml:context>
    <inkml:brush xml:id="br0">
      <inkml:brushProperty name="width" value="0.05292" units="cm"/>
      <inkml:brushProperty name="height" value="0.05292" units="cm"/>
      <inkml:brushProperty name="color" value="#0000FF"/>
    </inkml:brush>
  </inkml:definitions>
  <inkml:trace contextRef="#ctx0" brushRef="#br0">1196 7564 9513,'-27'0'1313,"27"0"-609,0 0 578,0 0 31,0 0 160,27 0-448,-27 27-480,26-27-193,29 0 97,-4 27-65,3-27-128,25 0-192,28 0 64,-29 0-64,28 0-96,-25 0-224,-2 0 160,-26-27-769,-1 27-224,1 0-576,-26-27-1186,-2 27-2242</inkml:trace>
  <inkml:trace contextRef="#ctx0" brushRef="#br0" timeOffset="281.01">1938 7406 11146,'-26'0'384,"26"0"-768,0 0 544,0 0 1474,26 0-289,-26 0-576,51 0-481,4 25-192,23-25-32,-24 0 64,24 28 64,2-28-95,-1 25-97,-24 3 32,-29-2 0,25 0 96,-51-26 128,0 27 256,-24 0 161,-29-1-128,25 26-225,-23-25-64,24 0-224,-27-1-64,0 28-769,2-2-2273,-28 28-11052</inkml:trace>
  <inkml:trace contextRef="#ctx0" brushRef="#br0" timeOffset="7973.45">1354 4464 8872,'-77'0'608,"49"27"129,1-27 480,1 0 353,26 0-257,-27 0-384,27 27-128,27-27-65,-27 0-63,26 25-96,29-25-225,22 27 64,5-27-352,23 0 129,0 0-97,1-27-160,-1 27 32,3-25-353,-29 25-191,-1-27-577,-24 27-577,-28 0-865,1 0-1056,-27 0-4645</inkml:trace>
  <inkml:trace contextRef="#ctx0" brushRef="#br0" timeOffset="8305.44">1912 4331 11434,'-28'0'513,"1"0"-577,27 0-96,0 0 576,0 0 481,0 0 32,27 0-353,27 0-191,-3 0-97,30 28 96,-29-28-63,28 25-161,-1-25-32,2 27-32,25 0 0,-29-27-32,4 26 0,-29-26 0,-25 0 32,0 0 0,-27 0 0,0 27 65,0-27 383,-54 27-127,29 25-97,-28-26-224,-2 28 224,-22-2-384,49 1 32,-23-26-897,24 25-1569,-1-24-3876</inkml:trace>
  <inkml:trace contextRef="#ctx0" brushRef="#br0" timeOffset="13991.8">18112 10054 1217,'0'0'1729,"0"0"289,0 0 256,0 0 33,0 0-610,0 0-384,-28 0-256,28-26-224,0 26-64,0 0-96,0 0-161,0 0-160,0 0-127,0 0-97,0 0 64,0 0 64,28 0-96,-28 0 64,24 0-256,-24 0 161,26 0-65,1 0 96,1 0-128,-1 0 128,-3 0-256,4 0 192,25 0 32,-26-26-192,25 26 32,-26 0-32,28 0 160,-29 0-128,28 0 64,-26 0-64,25 0 128,-25 0-160,27 0 32,-3 0 128,-24 0-128,27 0 64,0 0-64,-29 0 96,28 0-64,1 0 0,-2 0 0,1 0 64,-1 0-96,1 0 0,2 0 64,-31 0-64,31 0 32,-2 0 32,-1 0 0,1 0 64,-1 0-160,-25 0 192,26 0-288,-1 0 192,2 0-32,24 0 32,-24 0-64,27 0 64,-29 0 0,28 0-32,-28 0 0,1 0 0,-1 0 64,2 0-128,24 0 64,-23 0 0,-2 0 0,26 0 32,-26 0 0,-1 0-96,28 0 64,-28 0 96,30 0-192,-32 0 160,32 0-64,-4 0-32,2-27 96,-1 27 32,0 0-192,1 0 128,-2 0 32,4 0-128,-4 0 225,1 0-161,1 0 160,-1 0-32,1 0 64,-2 0-64,28 0 32,2 0 0,-3 0 33,0 0-1,1 0-192,-25 0 128,-30 0-160,3 0 64,-27-27-256,-2 27-481,-25 0-800,0 0-1602,-25 0-4645</inkml:trace>
  <inkml:trace contextRef="#ctx0" brushRef="#br0" timeOffset="15030.84">18136 10531 8616,'-24'-25'448,"-4"25"-192,1 0-224,0 0-64,1 25 32,0 2 289,-27-1 63,26 28 32,1-2 97,26 1 416,0 0-161,0 1-223,26-1-289,28-28-32,-28 2-32,53 0 0,-24-27 1,22 0 159,2-27-32,2 0-256,-2-25 128,-26 26-96,-1-28-32,-52 1 1,0 0-33,0-26-129,-52 26 33,-1 1 64,-26-2 32,-2 28 192,30-1 129,-30 27-1,29 0-128,-2 27-96,54 25 64,-26 1 193,52 0 127,1 1 1,0-28-225,25 28-96,1-29 0,26 28-32,-25-53-160,0 27-224,-2 0-801,1-27-1153,-1 0-3395</inkml:trace>
  <inkml:trace contextRef="#ctx0" brushRef="#br0" timeOffset="15210.84">18797 10796 12011,'27'27'2530,"-27"-27"-2273,0 27 671,0-1-191,0 1-224,0-2-321,28 2-128,-28 26-192,0-26-705,26 0-544,-26-2-833,27 2-2467</inkml:trace>
  <inkml:trace contextRef="#ctx0" brushRef="#br0" timeOffset="15406.88">19329 10876 12908,'0'0'544,"24"0"-672,-24 0 192,0 0-256,0 0-1025,27 0-2082</inkml:trace>
  <inkml:trace contextRef="#ctx0" brushRef="#br0" timeOffset="15535.88">19645 10876 9288,'27'0'481,"-27"-26"-449,0 26 448,26 0-1184,-26 0-5062</inkml:trace>
  <inkml:trace contextRef="#ctx0" brushRef="#br0" timeOffset="15666.89">19990 10876 11851,'27'0'320,"-2"-26"-1217,-25 26 160,27 0-2337,-27 0-4388</inkml:trace>
  <inkml:trace contextRef="#ctx0" brushRef="#br0" timeOffset="15787.9">20281 10850 9737,'25'0'416,"-25"-27"-288,27 27 64,-27 0-448,0 0-2018,0 0-3748</inkml:trace>
  <inkml:trace contextRef="#ctx0" brushRef="#br0" timeOffset="16278.93">21208 10611 9833,'0'-53'416,"0"26"161,-27 27 448,0-25-257,-1 25 129,-22 0-705,-5 25-159,28 28-33,1-26 32,26 26 96,0 1 64,26-2-64,1 1-32,28 0-32,-5-26 32,5-2 64,-2 2 1,26-27 95,-26 0 224,-1-27 193,2 2-97,-2-2 1,-26 1-97,-26-28-191,0 1-482,0 28 450,-26-55-385,-26 26-257,-2 28 65,28-26 128,-26 24 96,-2 28 0,-24 0-1,51 28-31,-28-3 160,31 2-32,24 26 96,-26 0-31,52-27 31,-2 27-64,31 0-32,-2-26-385,-1 0-319,2-1-802,-2 1-896,28-27-1506</inkml:trace>
  <inkml:trace contextRef="#ctx0" brushRef="#br0" timeOffset="16567.94">21737 10850 7655,'0'26'1505,"0"1"-864,0 25 288,0-25 288,0-1-352,0-26-609,0 27-128,0-27 0,0 0 192,0 0 225,27 0-449,-27-27-128,25 1 0,2-1 32,-1 0 64,1 2-32,0-2 64,-2 27 705,2 0 288,-1 0-160,1 0-192,-27 27-193,27-2 33,-27 29-97,25-28-320,-25 28-224,0-29-512,0 30-1442,0-30-4164</inkml:trace>
  <inkml:trace contextRef="#ctx0" brushRef="#br0" timeOffset="29739.7">24674 7459 13292,'-52'25'1858,"52"-25"-961,0 0 160,0 0 160,26 0-64,0 0-160,28 0-513,-2 0-384,28 0-64,-2 0-64,28 0 32,-52 0-288,25 0-513,-26-25-480,-26 25-865,0 0-2018,-2 0-6182</inkml:trace>
  <inkml:trace contextRef="#ctx0" brushRef="#br0" timeOffset="30078.72">26474 6928 14958,'0'-25'704,"-26"25"-319,26 0 159,-27 25 33,0 2-129,2 25-224,-2 3-128,-26-30-320,26 28 192,-25-26-32,26 26-192,26-27-353,-28-26-31,28 26 63,0-26-416,0 27-1121,0-27-961,0-27-224,0 1-128</inkml:trace>
  <inkml:trace contextRef="#ctx0" brushRef="#br0" timeOffset="30351.73">26210 6451 13292,'0'-25'1570,"0"25"-770,0 0 129,0 0-160,0 0 64,27 25-161,-2 2-95,2 26-225,26 0-63,-26 26 191,25 1 32,-25 25-63,-1 2-321,1 0 0,-2-29-32,2 28-32,0-53 0,-1 28-32,29-55-128,-31 27-352,4-28-481,-28-25-512,0 28-1250,0-28-4388</inkml:trace>
  <inkml:trace contextRef="#ctx0" brushRef="#br0" timeOffset="30597.75">25733 7564 14189,'27'0'-513,"-1"0"738,28 27 736,24-27 256,28 0-192,-1 0-449,3 0-320,24 0 33,-27 0 319,27-27 161,-25 27-288,-2 0-321,-25-26-128,-28 26-769,-25 0-288,-27 0-1601,-27 0-4613</inkml:trace>
  <inkml:trace contextRef="#ctx0" brushRef="#br0" timeOffset="31151.78">26210 7935 11146,'0'107'3652,"-26"-54"-3492,-2-1 32,28 1 577,-27-26 288,27 25-449,0-25-256,-24-27-448,24 0 545,24 0 352,-24-27-545,27 0-192,1-25-224,-2-1 160,1 1-64,-2 24-32,2-25-33,-27 27 226,27 26-97,-27 0 0,0 0 160,0 26 128,0 2-192,0 25-64,0-28 32,26 29-96,-26-28 96,27-26-96,-27 27-32,25-27 64,2-27 32,0 27-64,-1-26 0,1-1 96,25-25-64,-25 52 64,-1-28 385,2 28 415,-1 0-159,-3 28-32,-24-3-225,28 29-63,-28-28-129,27 26-160,-27-25-192,0 26-609,26-26-640,-26-27-641,0 27-1377,0-27-10314</inkml:trace>
  <inkml:trace contextRef="#ctx0" brushRef="#br0" timeOffset="31930.82">27904 7167 1,'0'-53'15565,"0"26"-14956,-26 2-385,26 25 353,-26-27-353,-29 27-128,28 27-128,-23-2-32,-5 28 32,2 27 64,27-1 160,0 2-32,-1 23-32,27-24-64,27 0 32,25-28 65,1 2-1,28-1 0,25-26-64,-28-27 64,28 0 0,-26-27 64,-2 0-127,-24-26 63,-2 1-64,-26-1 32,-26-27-32,0 1-96,-26 0-32,-26-2-128,-28 2 160,1 26 64,26 26 64,-26 1 64,0 26-128,-2 26-96,30 1 96,-3 0 0,54 25 32,0 1 97,28 0-97,22 1-32,5-1 32,-2-28-192,53 29 32,-28-54-128,2 26-129,-1-26-383,0 0-450,-26 0-863,2 0-2340</inkml:trace>
  <inkml:trace contextRef="#ctx0" brushRef="#br0" timeOffset="32291.84">28777 7696 2754,'27'27'7591,"-27"-27"-7238,28 0 896,-28 27 1089,0-1-544,24 1-417,-24 0-576,26 25-289,2 1 1,-28 26 95,27-26-319,-27 0-1,0 1-288,-27-1 128,27-28 320,-28 2 193,2 0-161,-26-1-223,-2-26-289,1-26-321,28 26-864,-29-27-480,1-25-706,28-1-2049</inkml:trace>
  <inkml:trace contextRef="#ctx0" brushRef="#br0" timeOffset="32408.85">28672 7564 17808,'25'0'-320,"-25"0"-481,27 0 225,-1 0-834,1 0-4419</inkml:trace>
  <inkml:trace contextRef="#ctx0" brushRef="#br0" timeOffset="33258.9">29201 6371 9160,'0'-25'993,"-27"25"160,27 0 929,0 0-224,0 0-385,0 0-576,0 0-224,27 25-1,0-25-127,25 0-161,-26 0-95,28 0-193,24 0 0,1 0-96,-24 0 64,-2 0-128,-1 0 32,-25 0-128,-1 0-33,1 28 33,-2-28 64,-25 0 64,27 27-96,-27-2 160,0 2-64,0 26 32,0-26 0,0 51 32,0-24 0,0 26-32,0-2 0,0 29 0,0 0 0,27-2 64,-27-26-32,26 27-32,1 1 0,1-2 32,-28 2-64,0-28 32,0 26-32,0 2-160,0-27 96,0-2 128,0 2-32,0-28 96,0-25 0,24 26 0,-24-26 32,0-27 97,0 27-161,0-27 0,27 25 64,-27-25 64,0 0 32,0 0 32,-27 0 289,3 0-65,-4 27-31,-25-27-65,-1 0-160,2 0-256,-1 0-512,1 26-1122,-29-26-1345,3 0-4612</inkml:trace>
  <inkml:trace contextRef="#ctx0" brushRef="#br0" timeOffset="34072.94">10990 6426 8199,'-28'0'1858,"28"0"-961,0 0 64,28 0 736,-28 0-191,27 0-321,25 0-384,-25 0-289,26 0-159,0 0-193,-27 0-64,27-27-128,-26 27-289,-27 0-768,28 0-1185,-28 0-2466</inkml:trace>
  <inkml:trace contextRef="#ctx0" brushRef="#br0" timeOffset="34598.97">10962 6504 3299,'0'0'5349,"28"0"-4004,-28 0-512,0 0 544,0 0-320,0 27-32,27 0-256,-27 25-97,27 1-95,-27 27-161,0 0-63,25 25-129,-25 29-64,0-29-128,0 27 0,0-25 0,27-1 96,-27 0 64,0-1-31,0 2-65,0-2 0,0 2-32,0-2 96,0 0-32,-27 2-320,27-28 480,0 27-224,0-26-64,0-26 32,0-4-128,0 5 192,0-2 0,0-26-160,0-2 32,0-25-64,0 0 160,0 27 0,0-27 0,0 0-96,0 0-160,0 0 448,0 0-127,0 0-33,0 0 256,27 27-32,-1-27 1,1 0-129,26 0-64,-1 0-96,2 0-32,24 0-320,4-27-321,-30 27-640,1 0-1890,-1 0-10410</inkml:trace>
  <inkml:trace contextRef="#ctx0" brushRef="#br0" timeOffset="42946.45">15040 8252 1153,'0'0'3363,"0"0"-2627,0 0-159,0 0 64,0 0 31,0 0 257,0 0-416,0 0-193,0 0 64,26 0 193,-26 0 160,0 0-257,0 0-160,0 0 129,0 0 63,0 0 65,27 0-129,-27 0 33,27 0-65,-2 0-160,2 0 65,-1 0-65,1 0-64,25 0-64,1 0-64,2 0 0,24 0 0,26 0-64,2 0 32,-2 0 0,28 0-32,-1 0 32,27 0 64,-2 27 65,2-27 63,54 0 64,-29 0-32,56 27 65,-29-27 95,-24 0 32,-5 0-287,-22 0-33,-28 0-128,-26 0-32,-25 0-32,-30 0-225,-23 0-191,-2 0-289,1 0-480,-54 0-1986,1 0-5926</inkml:trace>
  <inkml:trace contextRef="#ctx0" brushRef="#br0" timeOffset="45269.58">23958 12943 9480,'0'-105'-1057,"0"50"641,0 55 416,0 28-192,0-1 1121,-24 51 897,24 28-481,0 0-160,0 26-192,-26-25 0,26 25-128,-27 0-225,-1-25-255,28-2-257,-27-52 128,27 1 192,0-54 97,27 0 448,-27-26-385,0-2-479,28-50-65,-28 24-96,27-26 96,-27 27-128,26 1-161,-26-1 161,24 53-96,4 0-64,-28 0 224,27 26 64,0 28 0,-1-2-64,-26 28 64,26-28-64,-26 29 32,0-28-128,26 26-416,-26-26-417,27-1-481,-27 2-992,27-54-2947</inkml:trace>
  <inkml:trace contextRef="#ctx0" brushRef="#br0" timeOffset="45622.6">24569 13658 14445,'-53'26'1313,"27"1"-1345,0 26 225,26 1 191,-27-1 0,27 0-159,27-1-129,-1 2-128,0-28-161,27 1 97,0-2 96,-1-25 0,28-25-64,-54-2 96,27-26 0,-26 26 32,-27-25-32,-27-1-192,-26 0-608,1 25-322,-28 2 578,-26 0 736,54 26 993,-29 26-352,54 0-416,1 2-97,26-3 0,26 28 161,1-25-225,54-28-96,-2 26-352,0-26-160,1 26-833,-2-26-2403,-24-26-9736</inkml:trace>
  <inkml:trace contextRef="#ctx0" brushRef="#br0" timeOffset="46120.63">25389 12731 10537,'27'-52'641,"-27"24"-289,0 28 321,-27 0 224,0 28-321,1-3 257,-1 54 224,2 28 32,-2 25-192,-26-26-384,26 26-257,27 2-128,0-54 96,27 25-256,-1-53-160,1 28-160,25-27-193,-25-27-384,26 2-929,-1-28-2946</inkml:trace>
  <inkml:trace contextRef="#ctx0" brushRef="#br0" timeOffset="46280.64">25628 13287 11979,'0'28'2082,"26"24"-2114,1-25 64,25 26 96,1-1 32,1-25-192,-2 26-1281,1-26-2275,-1-2-896</inkml:trace>
  <inkml:trace contextRef="#ctx0" brushRef="#br0" timeOffset="46439.65">25972 13447 10473,'-80'105'-32,"53"-51"321,-25-2 543,25 1-703,27-26-514,-26-1-1697,26 0-2210</inkml:trace>
  <inkml:trace contextRef="#ctx0" brushRef="#br0" timeOffset="46670.66">26210 12811 15150,'79'105'801,"-52"-25"31,26-1 1186,-1 28-736,-25-2-610,-27 2-480,26-27-32,-26 25-95,0-26-97,0 1 64,-26 0-417,-1-27-319,27 0-161,-27-27-737,2-26-1985</inkml:trace>
  <inkml:trace contextRef="#ctx0" brushRef="#br0" timeOffset="46827.67">26925 13128 18577,'79'27'32,"-26"-27"128,-1 27 961,1-27-1025,-25 0-256,-28 25-1025,0-25-4805</inkml:trace>
  <inkml:trace contextRef="#ctx0" brushRef="#br0" timeOffset="46950.68">26925 13287 17616,'0'28'-32,"52"-28"833,1 0 64,-1 0-865,2-28-2435,24 28-12555</inkml:trace>
  <inkml:trace contextRef="#ctx0" brushRef="#br0" timeOffset="47310.7">29466 12095 17136,'-28'0'128,"2"27"-288,26-2 224,0 30 96,0 23-32,0 2-64,0 52-64,0-25-448,26-2-705,-26 29-257,28-56-1056,-28 2-1794,27-1-3363</inkml:trace>
  <inkml:trace contextRef="#ctx0" brushRef="#br0" timeOffset="47505.71">28486 13102 16207,'-133'0'1505,"133"0"-896,28 26-193,51-26 97,53 27-161,53-27-32,54 0-159,25 27 127,28-27 256,25 0 97,0 0-321,-26 0-288,-78 0-448,-107 0-1794,-28 0-2050</inkml:trace>
  <inkml:trace contextRef="#ctx0" brushRef="#br0" timeOffset="47852.73">28432 13896 16559,'0'-25'1185,"0"25"-896,0 25-1,0 3 128,0 24-63,0 28-289,0-1-64,0 1-32,28 25-129,-28-25-607,0-26 608,26-4-65,1 5-223,0-55-225,-27 27-384,25-27-1857,-25-27-5254</inkml:trace>
  <inkml:trace contextRef="#ctx0" brushRef="#br0" timeOffset="47981.74">28697 14135 13612,'80'0'1250,"-25"0"-898,-5 27 96,5-27-320,-4 0-128,3 0-832,-27 0-3428</inkml:trace>
  <inkml:trace contextRef="#ctx0" brushRef="#br0" timeOffset="48140.75">28937 13976 14862,'-27'54'864,"27"-28"-607,0 26 1088,0 2-544,0 26-257,0-2-576,0-24-897,27 26-1153,-27-55-1249,27 0-4196</inkml:trace>
  <inkml:trace contextRef="#ctx0" brushRef="#br0" timeOffset="48674.78">29517 14294 17264,'27'26'256,"1"-26"193,25-26 95,-28 26-288,29-27-128,-1 27-64,-1-25 33,-25-2-65,-1-26 128,1 26-256,-27 0-193,-27 2-319,1 25-129,-1 0 385,-25 0 224,-1 0 160,-1 52 192,2-25 192,-2 26 193,27 26-97,27-26-159,27 26-193,27-26-64,-2-28 0,28 3-192,-28-1 32,28-27-353,-1 0-864,2 0-1634,-30-27-8231</inkml:trace>
  <inkml:trace contextRef="#ctx0" brushRef="#br0" timeOffset="48891.78">30128 13818 13708,'0'-28'1730,"-27"28"-1506,54 0-64,-1 0 321,1-26-257,-2 26-224,29 0-544,-28 26-1090,26-26-2498</inkml:trace>
  <inkml:trace contextRef="#ctx0" brushRef="#br0" timeOffset="49280.81">30629 13631 11242,'-27'0'288,"3"0"545,24 0 256,-28 27-608,28-1-225,0 28-128,0-2-96,0 1 0,28-25-128,-4 25 32,3-27 64,28-26 160,-29 26 321,-2-26 479,4 0-191,-1-26-192,-27 26-65,27-26-95,-1-2-97,-26-25-192,0 28-192,0-29-96,-26 1-160,-28 26 191,2 1 65,-1-1 96,-2 27-32,31 27 32,24-1 0,0 1-32,24-27 129,31 27-65,-28-1-32,23 0-128,-22-26-321,-1 0-704,0 0-1345,25 0-3556</inkml:trace>
  <inkml:trace contextRef="#ctx0" brushRef="#br0" timeOffset="49431.82">30894 13552 11562,'0'-26'2723,"0"-1"-2467,27 27 801,0 0-384,26 0-513,-28 0-192,29 0-801,-26 0-1953,22 27-3076</inkml:trace>
  <inkml:trace contextRef="#ctx0" brushRef="#br0" timeOffset="49568.83">31158 13474 8199,'-24'0'1538,"-2"25"-705,-2 2 640,28-1-512,0 28-833,0-2-1025,0 1-2562,0 0-4036</inkml:trace>
  <inkml:trace contextRef="#ctx0" brushRef="#br0" timeOffset="49763.84">31372 13764 14221,'26'0'512,"0"0"802,0 26 95,28 2-640,-28-3-609,26 3-352,2-3-449,-2 3-928,1-2-1891,-25 0-4419</inkml:trace>
  <inkml:trace contextRef="#ctx0" brushRef="#br0" timeOffset="49914.85">31796 13790 14445,'-55'53'64,"2"-25"0,1 25 865,-2-1-641,-24 2-1985,24-1-12076</inkml:trace>
  <inkml:trace contextRef="#ctx0" brushRef="#br0" timeOffset="52664.01">23958 14771 10249,'-24'0'1602,"24"27"-641,24-27 672,4 0-352,52 25-576,26-25-192,26 0-193,54 0 32,25 0 129,0 0-1,54 0-128,-1 0-95,3 0-97,-30 0-96,2 0-64,-81-25-256,1 25-833,-80 0-513,-25 0-1185,-54 0-6437</inkml:trace>
  <inkml:trace contextRef="#ctx0" brushRef="#br0" timeOffset="55321.16">31134 7538 15662,'-108'0'641,"83"0"-257,-2 26 449,27-26 352,27 0 0,25 27-128,53-27-576,3 0-225,24 27-96,26-27 64,27-27-31,-25 27-225,-1-27-225,1 27-768,-55 0-672,-26 0-1250,-53 0-4388</inkml:trace>
  <inkml:trace contextRef="#ctx0" brushRef="#br0" timeOffset="55652.18">31477 7299 12107,'0'0'641,"0"0"-577,-27 0-32,1 0 608,-26 27 33,-2-1-193,-51 2-319,26-2-1,-29 27 480,30-28 449,-2 3-160,28-2-256,25 27 352,0-26 32,54-1-353,26 1-383,53 25-161,-1 1-96,27 1 0,1-29-448,-1 28-1218,0-26-1184,-50 26-6567</inkml:trace>
  <inkml:trace contextRef="#ctx0" brushRef="#br0" timeOffset="70686.03">10461 8703 8071,'0'-25'1890,"0"25"-96,0 0-65,-27 0-800,27 0-352,0 0 31,0 0-63,-28 25 31,28-25-95,-24 25-161,24 3 0,0-1-95,-26 26-97,26-26 32,0 25-224,26-25 160,-26 26-96,24-26 160,4-2-128,-1 2-32,26-1 96,-1 1 32,2 0 0,-2-1 1,28-26-129,-28 26 32,29-26-64,-4 0-65,5 28-159,-4-28 224,28 0 128,2 0-192,24 26 64,-27-26 64,27 0-64,0 0 64,0 26-96,1-26 128,-1 0-64,0 26 96,0-26-160,28 0 128,-28 0-64,27 0 32,-26 0-64,23 0 32,4 0 128,-28 0-192,0-26 64,28 26 0,-28-26 0,-26 26 32,26-26-96,-24 26 96,-3-28-96,0 28 96,1-26-64,2 26-96,-3 0-32,-26-26-32,1 26 96,-2-27 32,1 0 160,1 27-192,-28-26 192,28-1-32,-28 27-32,3-25-32,-2-2 0,-1 27 32,1-27-96,-26 1 96,0-1-64,25 0 32,-26 27 32,1-25-64,0-2 64,-2 1-64,2 26 128,-1-27-320,-26 27 416,28-27-192,-1 27 32,-27-28-32,24 28 0,-24-25 32,0 25 32,0 0-160,27-25-128,-27 25 416,0-28-160,28 28-64,-28 0 32,26-26 32,-26 26-32,27 0 0,-2 0 0,2 0 96,0-28-32,-1 28 32,-26 0-64,27 0 96,-2 0-128,-25 28 64,27-28-64,0 0-64,-1 0 128,1 0-96,-2 0 32,2 0 0,0 0 32,-1 0-32,2 0-32,-28 0 0,24 0 96,-24 0-96,0 0 32,0 26-64,0-26-256,0 28 448,0-28-416,-24 25 32,-4-25 31,28 0 33,-26 0 128,26 25 64,0-25-32,0 0 64,-27 0-64,27 0 128,0 0 0,27-25-256,-27 25-448,0 0-1218,0-25-1762,0 25-3843</inkml:trace>
  <inkml:trace contextRef="#ctx0" brushRef="#br0" timeOffset="71796.1">16257 8703 3843,'-52'0'2242,"25"0"-32,1 0-96,26 25-800,-27-25-321,27 0-33,0 0 129,0 0 1,27 0-194,-1-25-127,1 25-128,-2 0-321,29 0 513,-28 0-353,26 0-191,2 0-193,0 0-32,-3 0 0,30 0 0,-2 0-64,1 0 0,-1 0 0,53-25 96,-27 25-32,55 0-64,-28 0 64,0-28 32,28 28 0,-1 0-32,-1 0 32,0 0-64,2 0 0,25 0-64,-1 0 160,-25 0-288,27 0 288,-27 0-192,25 0 96,3 0-96,-29 0 225,26 0-226,-24 0 33,26 0 32,0 0 64,-30 0-31,31 0-66,0 0-31,-5 0 64,5 0 32,0 0-64,-3 0-64,1 0 32,26 28 96,-25-28-96,0 0 0,-2 0 96,2 0-32,25 25-32,-26-25 96,27 0-64,0 0 0,-28 0-64,30 25 32,-4-25-32,4 0 96,-4 0-64,4 28 64,-4-28 0,1 0-64,2 27 128,-2-27-160,1 27 96,-1-27 0,2 26 32,-2-26-160,27 27 128,-26-2-32,-1-25-64,2 27 128,-2-27-32,2 0 0,-29 27 32,2-27-64,-2 0 96,2 0-64,0-27 33,26 27-33,-54-27 32,28 2 0,-29 25 128,-24-27-96,-26 1-32,25-1-32,-27 27-32,2-27 0,-2-1 0,-25 3-320,-28 0 63,2-3-255,-54 2 96,0-2-353,-79 2-1121,-53-26-5925</inkml:trace>
  <inkml:trace contextRef="#ctx0" brushRef="#br0" timeOffset="72480.14">12764 9392 9256,'0'-26'1538,"0"26"608,0 0-32,0 0-513,0 0-672,-27 0-96,-25 53-64,-1-1-65,-26 1-544,-2 54-63,-25 0-33,1 51 32,25 0 96,-25 28-32,26 0 160,51 26 225,1-27-225,27-26-128,27-27-160,1-26 32,-4 1 1,31-55 63,-29 1 0,1 1 0,-3-28-64,4 1 64,-1-27-640,-1 0-449,-26 0-929,0-27-2658</inkml:trace>
  <inkml:trace contextRef="#ctx0" brushRef="#br0" timeOffset="73923.22">10725 11963 15598,'0'-80'224,"27"53"-224,25 27 65,29 0 127,-4 54-128,5-1 0,-4 27-64,2-1 0,-28 26-288,2 2-417,-26-27-672,-28-2 159,-28-24 962,1-1 352,-26-53 449,-26 0 127,-1-28-415,1 3 159,1-2 385,23-26-257,2 26-319,27 2-65,52-3-64,0 2-64,29 26 96,22 0 320,30 26 1,0 2-33,-2 24-128,0-26-95,1 1-161,-52 25-128,0-24-353,-29-3-544,-25 2-1185,-25 1-2883</inkml:trace>
  <inkml:trace contextRef="#ctx0" brushRef="#br0" timeOffset="74182.23">10117 12916 18737,'25'27'-64,"55"-27"64,27 0 96,25 0 193,53 0 287,26 0-127,28 27-385,1-27 64,24 0 160,0 0 192,-52-27 33,0 27-385,-80 0-352,-26 0-865,-55 0-128,-24 0-1346,-54 0-4195</inkml:trace>
  <inkml:trace contextRef="#ctx0" brushRef="#br0" timeOffset="74694.27">10250 13315 14029,'51'25'-96,"30"2"128,25 26 192,-1 1 64,-26 24-96,1 1-96,-2 28-96,-23-27-416,-28 26-160,-27-27 319,0 1 257,-55-28 673,2-25 576,1-1-160,-28-26-256,1-26-257,0-1-159,26 0-97,-2-25 257,31-1-481,24 0 96,24 27 0,4-2-128,52 3-32,-1 25-64,0 0-32,1 0 32,-2 25-96,-23 3-160,-4-2-129,3 27-95,-27-26-33,0 26-704,-27-28-1602,25-25-3747</inkml:trace>
  <inkml:trace contextRef="#ctx0" brushRef="#br0" timeOffset="75119.28">11573 13526 15118,'0'-52'1057,"-53"52"-1185,25 0 192,-23 25 352,-4 2 353,5 26-257,-5 26-255,28 1-225,27 0 0,27-2 0,0 2-64,25-26 32,29-1-96,-2-28 64,1 2 32,-2-27 160,28-27-32,-53 2-96,26-28 128,-26 26-96,-25-26 256,-28-26 33,0 26-225,-55-27-160,-23 26-256,-2-24-417,-26 51 417,28 0 320,-30 27 192,29 0 32,26 54-96,1-29-32,25 28-64,27-26 65,27 26-65,25-27 32,29 2-160,24-3 32,1-25-161,-26 28-95,25-28-320,-26 0-1346,-26 0-4901</inkml:trace>
  <inkml:trace contextRef="#ctx0" brushRef="#br0" timeOffset="75336.3">12261 13924 5381,'79'106'9993,"-53"-28"-8840,1 2-320,0 26 192,-27 0-160,0-27-897,0 1 32,0 0-32,0-55 96,-27 2 32,27 0-160,-27-27-160,-26-27-385,28 0-896,-29-25-1506,28 26-897,-1-56-5253</inkml:trace>
  <inkml:trace contextRef="#ctx0" brushRef="#br0" timeOffset="75437.31">12153 13790 16879,'28'-26'417,"-28"26"-449,27 0 288,-1 0-480,1 0-2883</inkml:trace>
  <inkml:trace contextRef="#ctx0" brushRef="#br0" timeOffset="76109.35">13001 12280 15726,'0'27'385,"27"-27"-161,27 0 833,52 0-160,-28 0-545,54 0-192,27 0-96,-27 0-64,-27-27-192,3 27-1121,-56 0-2915</inkml:trace>
  <inkml:trace contextRef="#ctx0" brushRef="#br0" timeOffset="76360.36">13557 12360 14445,'-27'79'417,"27"-26"-257,54 1 256,-28-1 961,26 27-640,3-1-641,-2-26-32,-1 26-64,-25-26 0,0 0 96,-27-1 32,-27-25 513,0 26 512,-51-53-320,-4 27-96,4-27-353,-28 0-288,0 0-32,0 0-288,28 0-865,-4-27-1345,58 1-3876</inkml:trace>
  <inkml:trace contextRef="#ctx0" brushRef="#br0" timeOffset="76843.39">14484 12414 14093,'-27'-28'1249,"2"28"-1057,25 0 417,-27 53 864,27 0-31,-27 1-257,-1 24-417,28 29-351,-26-27-193,26 25-288,0-25 128,26-1-160,2 1-673,26-28-320,-29 1-224,28 2-321,1-30-1248,-2 2-4293</inkml:trace>
  <inkml:trace contextRef="#ctx0" brushRef="#br0" timeOffset="77263.39">15013 12679 14958,'-52'52'608,"25"-25"-640,1 53 64,-2-28 353,28 28 223,0-28-416,0 28-64,54-27-95,0-1-226,-2-24 65,28-3-64,-2 2 96,1-27 96,-26-27 96,2 2 128,-4-28 97,-23 26 95,-2-26 160,-26-1 65,-26-24-353,-2 24-224,-23-24-160,-4-2 64,-23 26 64,-29 29 0,28 25 193,1 0-354,24 25 322,0 2-193,30 25 64,24-24-32,52 24 32,-26-25 160,53 26-64,1-53-96,-1 27-32,1-27-160,-2 26-192,-23-26-705,-4 0-1409,-23-26-4325</inkml:trace>
  <inkml:trace contextRef="#ctx0" brushRef="#br0" timeOffset="77492.42">15436 12280 15406,'81'0'1666,"-29"27"-1026,28 0 1186,25 53-128,1-28-33,-1 28-800,-24 25-449,-2 2-287,-26-2-162,-1 28-127,-25-27 256,-27-1-384,0 3-96,-27-3-65,-25 1-1216,-1-26-225,-26-2-2082</inkml:trace>
  <inkml:trace contextRef="#ctx0" brushRef="#br0" timeOffset="80117.58">13452 13950 7238,'-54'0'1057,"28"0"321,0 0-1,26 0 289,0 0-1,0 0-608,0 0-737,26 0 65,27 0 159,52 0-255,3 26-1,48-26-96,31 0 64,24 0-32,29 27 129,24-27-225,1 0-64,-28 27 32,1-27 0,-25 0-32,-2 26-64,-51-26-64,-55 0-897,-25 0-1025,-55 27-3203</inkml:trace>
</inkml:ink>
</file>

<file path=ppt/ink/ink66.xml><?xml version="1.0" encoding="utf-8"?>
<inkml:ink xmlns:inkml="http://www.w3.org/2003/InkML">
  <inkml:definitions>
    <inkml:context xml:id="ctx0">
      <inkml:inkSource xml:id="inkSrc0">
        <inkml:traceFormat>
          <inkml:channel name="X" type="integer" max="32767" units="in"/>
          <inkml:channel name="Y" type="integer" max="25399" units="in"/>
          <inkml:channel name="F" type="integer" max="32767" units="dev"/>
        </inkml:traceFormat>
        <inkml:channelProperties>
          <inkml:channelProperty channel="X" name="resolution" value="4096.38672" units="1/in"/>
          <inkml:channelProperty channel="Y" name="resolution" value="5080.81592" units="1/in"/>
          <inkml:channelProperty channel="F" name="resolution" value="0" units="1/dev"/>
        </inkml:channelProperties>
      </inkml:inkSource>
      <inkml:timestamp xml:id="ts0" timeString="2011-10-10T03:45:25.896"/>
    </inkml:context>
    <inkml:brush xml:id="br0">
      <inkml:brushProperty name="width" value="0.05292" units="cm"/>
      <inkml:brushProperty name="height" value="0.05292" units="cm"/>
      <inkml:brushProperty name="color" value="#0000FF"/>
    </inkml:brush>
    <inkml:brush xml:id="br1">
      <inkml:brushProperty name="width" value="0.05292" units="cm"/>
      <inkml:brushProperty name="height" value="0.05292" units="cm"/>
      <inkml:brushProperty name="color" value="#FF00FF"/>
    </inkml:brush>
    <inkml:brush xml:id="br2">
      <inkml:brushProperty name="width" value="0.05292" units="cm"/>
      <inkml:brushProperty name="height" value="0.05292" units="cm"/>
    </inkml:brush>
  </inkml:definitions>
  <inkml:trace contextRef="#ctx0" brushRef="#br0">18057 3815 6886,'0'0'577,"0"0"896,0 0-736,-27 0-129,27 0 738,0 0 287,0 0-768,0 0-577,27 0-192,-27-27 321,0 27-1,27 0-96,-27 0-95,0 0-65,25 0 0,2 0-32,-1 0-64,1 0 32,25 0-64,-25 0 32,27-28-96,-3 28 32,4 0-32,-2 0 0,26 0 64,-26 0-32,26 0-32,-1 0 0,4 0 0,-5-25 0,4 25 32,-2 0 0,1 0-96,-1 0 0,-26 0 0,54 0-64,-30 0 31,4 0-31,25 0 160,-28 0-32,28-26 32,2 26 0,-31 0-32,4 0-32,25 0-32,-28-26-192,28 26-225,-26 0-63,26 26 95,-28-26 193,30 0 192,-3 0 32,0 0 96,1 0-96,2 0-32,-30 0-96,28-26-1,-1 26 1,3 0-32,-3 0 160,1 0 64,26-27-32,-27 27 32,27 0 0,-24 0 32,24-28 96,-27 28-32,27 0-64,-53 0 32,26 0-32,3 0-32,-29 0 0,26-25 0,1 25 0,2 0 0,-30 0-64,-24 0-352,-2 0-1378,1 0-6630</inkml:trace>
  <inkml:trace contextRef="#ctx0" brushRef="#br0" timeOffset="1063.06">24965 3760 3939,'-27'0'5029,"27"0"-3780,0 0 705,0 0-417,0 0-415,27 0-65,1 0-417,-4-25-448,29 25-128,2 0 65,24-26-65,-1 26 32,29 0-64,-2 0-32,55 0 0,-1 0-32,25 0 64,3 0-64,-3 0 32,1 0 32,2 0-64,-29 0-353,-26 0-544,-26 0-256,-28-26-737,-51 26-2049</inkml:trace>
  <inkml:trace contextRef="#ctx0" brushRef="#br0" timeOffset="4737.26">21816 768 4964,'0'-27'1185,"26"1"97,-26 26 1024,0-26-769,0 26 1,-26-26-65,26 26-672,0-28-353,-27 28-320,27 0-192,-28 0-96,4 28 96,-3-2 64,-27 0 32,27 27 0,3 0-32,24 27 64,-28-28-32,28 28-32,28-1 64,-4-24-96,3-3 64,27-27 0,-3 2-32,4 1 0,23-28 0,-24 0 0,-1-28 32,-1 1 32,1-25-32,-26-1 97,-2 1-33,-25-2 32,0 1 96,-25 0 0,-2-1-96,1 2 0,-28-1 129,2 0-161,-1 27-96,-26 26 32,26 0-96,1 0-32,-3 52 32,29-25 0,-1 26 31,27-1 33,27-24-128,-1 24 0,53-25 32,-24 26-96,23-27-96,2-26-1026,-1 0-2882</inkml:trace>
  <inkml:trace contextRef="#ctx0" brushRef="#br0" timeOffset="4940.28">22530 741 15855,'27'0'-129,"-27"0"386,25 0 415,2 0-544,0 0-160,-1 0-32,1 0-1601,-2 0-3716</inkml:trace>
  <inkml:trace contextRef="#ctx0" brushRef="#br0" timeOffset="5076.29">22530 873 14958,'-26'54'-225,"26"-28"706,26-26 224,1 27-417,-2-27-224,29 0-1281,-1 0-5990</inkml:trace>
  <inkml:trace contextRef="#ctx0" brushRef="#br0" timeOffset="5292.3">23536 609 4067,'53'-78'5446,"-26"50"-14958</inkml:trace>
  <inkml:trace contextRef="#ctx0" brushRef="#br0" timeOffset="5624.32">23297 185 13388,'-27'-26'288,"27"26"705,0-27-128,0 27-641,27 0 321,0 0-129,1 0-320,22 0-96,32 0 64,-30 0-64,28 0-96,-28 0-288,1 0-385,0 0-768,-27 0-1794,0 0-3812</inkml:trace>
  <inkml:trace contextRef="#ctx0" brushRef="#br0" timeOffset="6136.35">23430 132 9801,'0'-27'544,"0"27"-352,0 0 577,0 0-96,0 0 352,0 27 352,27 0-608,-27-1-193,27 26 33,-1 2 32,0 26-65,0 0-159,-26 0-65,27 24 32,-27 2-224,0 1 97,27 25-161,-27 0-64,0 0 160,0-25-32,26-1 64,-26 0-64,0-26 1,0 25 63,-26-25 64,26-1-160,0 1-32,-27 0-32,27-28-32,0 28-32,-27-27 64,27-1-160,0-25 96,0 26 0,0-25 0,-26-3 32,26-25-64,0 0 128,26 26 1,-26-26 159,27 0-128,0 28 32,-1-28-96,0 0-32,27 0-224,-26 0-192,25 0-577,-26 0-641,1 0-1409,0 0-6342</inkml:trace>
  <inkml:trace contextRef="#ctx0" brushRef="#br0" timeOffset="7095.4">24329 27 8872,'0'-27'64,"0"27"929,-25 0-577,25 0-480,-27 0 64,0 0 353,27 0 95,-26 0 97,-1 53 127,27-1 65,-25 2-161,25-1-127,0 26-193,25 1-128,2 0 64,-1-28-96,28 1-96,24-26 97,-23-1 31,22-26 0,-22-26-32,24 26-32,-53-52-96,28 24 32,-54-24 0,0-2 32,0 1-96,0 0-64,-54-26 32,28 26 64,-53-1 32,24 2 64,-22 26 128,-4-1-64,29 27-192,-2 0 32,1 53-32,53-27 32,-25 27 32,50 0 32,2-1 32,26 2-128,-1-28 32,1 28 0,26-28-32,-26-26-321,2 27-1248,-3-27-2980</inkml:trace>
  <inkml:trace contextRef="#ctx0" brushRef="#br0" timeOffset="7499.42">24965 451 5829,'0'0'3107,"0"0"-3139,0 0 705,-27 0 95,27 0-159,0 25 160,0 2-193,0 1-384,0-3-64,27 2 33,1-1 191,-4-26 64,3 26-127,27-26 63,-27-26 224,-3 0-95,4-1-193,-1 2-32,-27-3 65,-27 1-257,-1 2-64,-23-2-128,-3 27-801,3 0-2338,-4 27-8520</inkml:trace>
  <inkml:trace contextRef="#ctx0" brushRef="#br0" timeOffset="8696.49">24514 873 8968,'-26'-25'160,"-1"25"481,3-27 160,24 27-737,-28 0 448,1 0 257,1 0-641,-1 0 0,2 27 320,25-2-63,-27 3-161,27 24 64,0 28-160,27-54-64,-2 27 65,2 2-97,-1-30-64,29 2 64,-4-27-32,-25 25 96,29-25 32,-3 0 64,-25 0 32,-1-25 65,1 25-129,0-27 0,-27 2 96,0-30-96,0 30 64,-27-29-95,0 28-161,1-28-1,-26 2 66,25 24-66,-28 3 1,2-2-32,29 27 0,-4 27 32,1-27 96,1 25 32,26 3 1,0 24 63,26-25-64,1 0 64,1-1-32,-4 0-64,29 2-64,2-3-64,-28-25-288,-2 27-641,28-27-1794,-26 0-4163</inkml:trace>
  <inkml:trace contextRef="#ctx0" brushRef="#br0" timeOffset="8870.5">25044 1087 7366,'0'25'6022,"0"-25"-5926,0 27 705,0 1-353,0-3-383,0-25-130,0 27-831,0-2-2628</inkml:trace>
  <inkml:trace contextRef="#ctx0" brushRef="#br0" timeOffset="9129.52">24596 1563 16399,'0'26'224,"0"-26"-1057,0 0 193,0 0-3524,0 0-5701</inkml:trace>
  <inkml:trace contextRef="#ctx0" brushRef="#br0" timeOffset="9266.53">24648 1695 3651,'0'26'10922,"0"-26"-12363,0 0-1730</inkml:trace>
  <inkml:trace contextRef="#ctx0" brushRef="#br0" timeOffset="9404.53">24701 1855 14189,'0'52'737,"0"-52"-801,27 0 96,-27 0-3652</inkml:trace>
  <inkml:trace contextRef="#ctx0" brushRef="#br0" timeOffset="10190.58">24409 2199 7527,'0'0'128,"0"0"96,0 0 673,0 0-513,0 0 929,0-27 609,0 27-609,0-27-63,0 27-514,-27-26-319,27 26-225,-26 0-192,-1 0-32,27 0 0,-25 26 0,-2 1-32,27 26 32,0-26 64,0 25 0,0 1 0,27-26-32,-2 26-96,28-27-32,2 2 192,-4-28-128,3 25 192,0-25 32,24 0 32,-51-25 32,25-3 129,-25 2-33,-1 1-32,-26-3-128,-26 1-224,-1-26 32,-25 26-32,-1-25 128,1 26 64,-2-28 1,0 28-129,3 26-97,-4 0 65,29 0 32,-1 0-96,27 53 160,27-26 32,-1-1-64,1 1 33,25 25-65,1-25-161,2-27-63,-3 26-513,1-26-1825,1 0-5606</inkml:trace>
  <inkml:trace contextRef="#ctx0" brushRef="#br0" timeOffset="10853.62">25044 2384 12107,'0'28'32,"0"-28"769,0 25 288,0 1-833,0 2-128,0-28 128,0 25-160,0 3-31,0-28 159,0 27 705,0-27-353,0-27-448,26 27-96,-26-28 32,28 3-96,-28-3 32,27 2 0,-27 26 32,24-25-64,4 25 193,-28 0 95,27 0 64,-1 0-160,-26 0-96,27 25-32,-27 1-224,25 2-865,2-3-961,-27 3-1537,27-28-3748</inkml:trace>
  <inkml:trace contextRef="#ctx0" brushRef="#br0" timeOffset="11855.67">25468 132 7527,'0'-27'192,"0"27"865,0-26 96,0 26-448,0 0-97,0 0 1,0 0-193,26 0-256,-26 26-32,27-26 129,-2 0-33,2 27-64,0-27 0,1 0-32,-2 0-64,-26 0-32,27 0-32,-3 0-64,-24 0 32,28 0 0,-28 0 96,0 27 96,27-1 33,-27 1-1,26 26-96,-26-27-64,27 27 0,-2 27 32,-25-28-64,27 28 96,0-1-64,-27 1 0,0 26 0,0-26 32,0 26 160,0-1-191,0-25 63,0 27-32,0-3-32,0-23 32,0 24 0,26-25-32,-26-1 32,0 28-32,0-27 96,27 24-64,-27-24 64,0 0-64,0-27 32,0 26-96,25-26 0,-25 0 0,0-27 0,0 27 0,27-25 0,-27 24 64,0-25-32,0 26 33,0-26-1,0-1-32,0 0-32,0 0 0,0 28 0,0-28 64,0 1-128,0-27 128,0 25 128,0-25 64,27 0-128,-27 27 0,0-27 129,0 0 63,0 0-32,-27 0-288,27-27-64,-27 27 128,2 0 32,-2 0 32,-26 0-128,26 0-32,-25 0-897,-1 0-2658,1 0-9641</inkml:trace>
  <inkml:trace contextRef="#ctx0" brushRef="#br1" timeOffset="15034.84">25628 424 10057,'0'0'673,"0"0"1184,0-27-1056,0 27 224,26 0 192,1 0-288,-3 0-352,4 27-97,25-27 97,-1 0-289,28 27 0,-1-27-192,1 0 65,27 0-33,-30 0-192,4 0 32,-29 0-321,2 0-127,-28 0-225,0 0-256,-26 0-1313,0-27-3235</inkml:trace>
  <inkml:trace contextRef="#ctx0" brushRef="#br1" timeOffset="15503.88">26977 291 13708,'-27'0'737,"27"0"-513,0 0 353,0 0-33,54 0-191,-2 0-65,1 0-192,26 26-128,1-26-480,-28 0-994,2-26-2434</inkml:trace>
  <inkml:trace contextRef="#ctx0" brushRef="#br1" timeOffset="15691.89">27188 79 3267,'-26'-26'6854,"26"26"-6341,26 0 1152,-26 52-672,26 2-577,-26 24-287,27-24-65,0 52-385,-27-27-960,28 1-288,-4-27-225,-24 1-768</inkml:trace>
  <inkml:trace contextRef="#ctx0" brushRef="#br1" timeOffset="16059.91">27452 0 9769,'28'0'3715,"-2"0"-3683,-26 53 64,27-1-64,0 28 0,-27 0-32,0-1 32,25 1-32,-25-1 0,0-26 0,0-26 33,0-1 31,0 0-64,27-26-97,-27 0-159,26-26 0,-26 0-128,27-1-417,-27 2 288,27-30 545,-27 30 545,25-2 608,2 0-96,-1 27-769,-26 27 97,27-27-129,1 52-224,-28-25 0,27 26-256,-27-26-513,0 25-960,24-24-1570,2-2-5285</inkml:trace>
  <inkml:trace contextRef="#ctx0" brushRef="#br1" timeOffset="16347.93">27984 635 8039,'25'0'-224,"2"0"897,-1-26 576,1 26 416,0-26 225,-2-1-449,-25 2-800,0 25-513,0-28-256,-25 28-64,-2-27 64,0 27 32,1 0-32,-26 27 63,52-27-31,-27 28 96,27 24 0,0-26 64,27 0 1,25 2-194,-26-2-127,28 0-352,24-26-674,-24 0-2049</inkml:trace>
  <inkml:trace contextRef="#ctx0" brushRef="#br1" timeOffset="16528.94">28300 451 14445,'0'-27'-480,"0"27"992,26 0 1,1 0-33,25 0 257,1 0-257,26 0-416,-24 0-416,-2-27-801,-28 27-481,2 0-4355</inkml:trace>
  <inkml:trace contextRef="#ctx0" brushRef="#br1" timeOffset="16737.95">28486 105 8680,'0'27'833,"27"-27"1793,-27 53-672,0-1-897,24 2-449,-24-1-191,28 27-289,-28-28-32,27 28-64,-27-27-384,26 1-865,-26-2-1922,27-26-5221</inkml:trace>
  <inkml:trace contextRef="#ctx0" brushRef="#br1" timeOffset="17184.98">29042 609 10473,'0'-26'161,"0"26"735,0-27-703,-26 27-289,-2 0 96,1 27 64,3-27-96,-4 26 0,1 0 32,1 2 0,26-2 64,-27 0 32,54 0-256,-27 1-353,26 0-96,29-27 97,-31 0 64,3 0 255,27 0 225,-27-27 513,-27 0 544,24-25-64,-24 26-320,0 26 416,0-28-225,-24 2-159,24 26-320,0 0-257,0 0 64,0 26-32,0-26-96,0 28-448,24-2-449,31 0-961,-29 0-2081</inkml:trace>
  <inkml:trace contextRef="#ctx0" brushRef="#br1" timeOffset="17510">29490 132 13196,'-25'-27'384,"25"27"-1120,-27 0 736,27 27 64,-26 0 0,26-1 480,0 26-191,0 28-129,0-26-96,0 26 64,0 0-64,26-2 64,1-24-95,-2-2-482,2 1-384,0-26-640,1-1-1217,22-26-4805</inkml:trace>
  <inkml:trace contextRef="#ctx0" brushRef="#br1" timeOffset="17740">29704 344 10057,'0'0'1473,"0"27"577,0-1-448,0 28-577,26-29-256,-26 30-385,0-3-224,26-26-160,-26 28 64,26-28-192,-26 26-449,0-25-640,27-27-961,-27 27-3043</inkml:trace>
  <inkml:trace contextRef="#ctx0" brushRef="#br1" timeOffset="18007.02">29782 212 10602,'27'-53'-32,"-27"26"1153,27 0 672,-27 27-351,26 0-1,0 27-352,0 0-641,28 26-63,-28 0 31,26 26-160,2 1-31,0-28-257,-2 28 32,-25-27-96,0 1-97,-1-2 33,-26-26 96,0 1-192,-26 0-128,26-1-1026,-27-26-3330</inkml:trace>
  <inkml:trace contextRef="#ctx0" brushRef="#br1" timeOffset="20190.14">25628 1112 11498,'-28'0'1121,"28"0"-352,0 0-288,0 27 191,28-27 321,25 0 64,-1 28-192,28 24-385,-1-27-127,26 30-33,27-29-256,-27 26 32,29-26-32,-2 28-96,-52-27 96,25-2-64,-50 2-192,-5 0-416,5-27-706,-55 0-1312,0 0-2563</inkml:trace>
  <inkml:trace contextRef="#ctx0" brushRef="#br1" timeOffset="20644.18">27296 1431 6950,'0'0'3587,"-28"0"-2209,28 0 480,0 0-1058,28 26 353,-4-26-160,2 0-352,29 0-321,24 0-256,1 0 32,-28 0-128,28 0-416,-2 0-1057,-23 27-1538,-4-27-1666</inkml:trace>
  <inkml:trace contextRef="#ctx0" brushRef="#br1" timeOffset="20854.18">27638 1271 10730,'-26'0'-96,"26"28"1505,0-2-192,26 0-224,-26 0-160,0 28-385,0-1-320,27 26-32,-27-26-192,0 0-448,27-1-481,-2 2-897,-25-26-1121,27-3-1825</inkml:trace>
  <inkml:trace contextRef="#ctx0" brushRef="#br1" timeOffset="21200.21">27876 1244 10057,'26'-25'1954,"2"25"-1858,-28 25 513,27 30-1,0-29 129,-27 52-65,25-24-287,-25 25-257,0 1 32,0-27-64,0-1 0,0 2-32,27-26 64,-27 24 33,26-52-129,-26 0-289,27 0-95,-27 0 96,27-27-32,-27 2-193,0-3 417,0 1 416,25 0 321,-25 1-32,0 26-545,0 0-96,0 0 32,0 0-32,0 26 32,27 1-321,-27 0-1024,26 1-1954,1-3-4452</inkml:trace>
  <inkml:trace contextRef="#ctx0" brushRef="#br1" timeOffset="21474.22">28353 1803 12043,'0'0'-32,"0"0"-32,28 0 672,-4 0-159,3 0 384,-1 0-1,2-28-543,-1 28-65,-3-27 256,-24 27 161,0-27-321,0 1-416,-24 26-96,-3-26 64,-1 26 32,28 0 96,-26 26-64,-1 0 64,27 1 32,0 0 0,0 1-160,53-3-257,-25 2-512,23-2-1185,4-25-1825</inkml:trace>
  <inkml:trace contextRef="#ctx0" brushRef="#br1" timeOffset="21632.23">28697 1748 10986,'-27'-53'1537,"27"53"-191,27 0 31,-27-26-576,27 26-353,-1 0-160,26 0-192,-25-26-288,26 26-865,2-27-1569,-31 27-3524</inkml:trace>
  <inkml:trace contextRef="#ctx0" brushRef="#br1" timeOffset="21792.24">28909 1431 7655,'-27'0'416,"27"0"993,0 26 705,0 1-384,0-2-545,0 2-608,0 26-449,0 1-32,27-2-641,-27-26-608,28 28-1089,-4-26-1922</inkml:trace>
  <inkml:trace contextRef="#ctx0" brushRef="#br1" timeOffset="22101.26">29201 1775 11723,'25'-27'224,"-25"27"256,0 0-95,-25 0-257,25 0 32,0 27-96,-27-27-32,27 0-128,0 28-96,27-3 192,-27-25 0,25 0 32,-25 27 64,0-27 0,27 0 0,-27 0-32,0-27-32,0 27-64,0-25 32,27 25 192,-27-28 129,0 28-97,0 0-480,0 0 159,0 0 194,0 0-97,0 28 96,26-28-96,-26 25-481,27 2-928,-2-27-2307</inkml:trace>
  <inkml:trace contextRef="#ctx0" brushRef="#br1" timeOffset="22296.27">29649 1403 7719,'28'-26'5669,"-28"52"-5573,-28 2 705,28 25 256,-27-28-288,27 55-321,0-26-256,0-2-544,27 1-801,1 2-865,-1-30-1441</inkml:trace>
  <inkml:trace contextRef="#ctx0" brushRef="#br1" timeOffset="22541.28">29914 1563 15150,'0'0'-64,"27"0"128,-27 0 320,27 0-31,-1 26 63,-26 1-96,28 0-256,-28-1 0,0 0-64,0 0 64,-28 1 0,28 0-31,0 1-1,0-3-97,28 2-127,-4-2-320,3-25-417,0 27-1089,27-27-1730</inkml:trace>
  <inkml:trace contextRef="#ctx0" brushRef="#br1" timeOffset="22737.3">30154 1351 12972,'52'26'224,"-25"0"1025,26 28-64,-1-2 257,-25 2-33,0-1-640,25 26-609,-26 1-160,-26-27-352,0 26-449,0-26-544,-26 0-1634,0-27-3716</inkml:trace>
  <inkml:trace contextRef="#ctx0" brushRef="#br1" timeOffset="23362.33">25786 2463 14029,'-26'28'384,"-1"-28"353,27 0-449,27 0 129,26 0 223,-1 25 1,28-25-321,77 28-64,30-28 65,77 27 351,1-2-255,-53 2-481,-28-1 256,-52-26-481,-26 27-159,-52-27-353,0 27-640,-54-27-1442,0 0-2242</inkml:trace>
  <inkml:trace contextRef="#ctx0" brushRef="#br1" timeOffset="23767.35">28089 2676 14381,'0'27'1057,"52"-27"-1121,-25 0 545,26 0-225,26 0 192,-26 0 225,-1 0-321,29 0-384,-30 26-160,4-26-449,-29 0-864,1 0-2339,-27 0-4708</inkml:trace>
  <inkml:trace contextRef="#ctx0" brushRef="#br1" timeOffset="23940.36">28405 2516 12940,'-24'55'352,"24"-3"641,0 1-577,24 26-255,-24 1-65,27-27-32,-1-1-449,2 1-1184,-1 2-673,-3-30 160,4 1-609</inkml:trace>
  <inkml:trace contextRef="#ctx0" brushRef="#br1" timeOffset="24293.38">28697 2463 12427,'27'28'2242,"-1"-3"-2242,1 30 289,-2-3-1,-25 28-96,27-2-96,-27-24 0,27 24-96,-27-51-96,0 0 32,0-1 0,0-26-128,0 27 320,0-54-128,0 27 96,-27-26-384,27-1 256,0-25-256,27 52 256,-27-27-129,0 1 65,26 26 224,1 0 353,-27 26-97,28 1 1,-28-2 95,0 29-96,24-28-288,-24 29-96,27-30-672,1 1-609,-2 2-1346,-26-3-2113</inkml:trace>
  <inkml:trace contextRef="#ctx0" brushRef="#br1" timeOffset="24553.4">29121 3048 8936,'27'0'32,"-1"0"2242,26-28-1025,-25 28 65,0-27 95,26 1-96,-53-1-768,25 27-321,-25-27-64,0 27-192,-25-25-288,-2 25-1,1 0-63,-1 0 288,0 25-32,27 2 64,0 26 96,0-26 0,27 1-64,0-3 128,26 1-256,-1 2-577,1-28-1313,-1 0-2754</inkml:trace>
  <inkml:trace contextRef="#ctx0" brushRef="#br1" timeOffset="24727.41">29465 2888 12267,'0'0'2306,"0"0"-1665,25 0 544,2 0-64,28 0-576,-5 0-33,5 0-288,-28 0-224,25 0-32,-26-27-448,1 27-801,-27-26-1378,0-1-2818</inkml:trace>
  <inkml:trace contextRef="#ctx0" brushRef="#br1" timeOffset="24885.42">29730 2623 9064,'0'80'993,"26"-28"2050,-26 1-673,0 0-896,0-1-930,-26 2-416,26 27-288,0-30-961,0 2-1153,0-25-2819</inkml:trace>
  <inkml:trace contextRef="#ctx0" brushRef="#br1" timeOffset="25224.44">30073 3020 15150,'-79'0'-96,"53"0"192,-1 28 384,0-3-288,1 1 33,26 2-33,0-28-64,0 53-512,53-28 63,-26-25 97,27 0-384,-30 0-449,30 0 384,-26 0 577,-2-25 160,-26-3 224,0 3-128,0-3-160,0 28 289,-26-26 287,26 26 65,-28 0-225,28 26-128,0-26 97,0 28 95,28-3-159,22 3-65,5-3-256,-2 2-289,-1-27-447,2 27-1250,-2-27-3748</inkml:trace>
  <inkml:trace contextRef="#ctx0" brushRef="#br1" timeOffset="25455.45">30470 2491 14765,'-26'25'-64,"26"30"609,-26-3 736,26 28-64,0 25-192,0 0-192,26-25-481,0-25-223,28 24-258,-2-26-287,1-28-737,-26 2-1538,25 0-4131</inkml:trace>
  <inkml:trace contextRef="#ctx0" brushRef="#br1" timeOffset="25772.47">30816 2808 14862,'0'53'192,"0"-26"416,0 25 97,0 1-193,24-26 65,-24 26-321,0-27-96,0 2-96,0-3 97,0-25 223,0 0 64,0 0-704,0 0-64,28 0-193,-28-25-448,26-3-320,-26-23 801,27 23 736,0 1 96,-2 1 289,-25 26 64,27 0-33,-1 26 129,-26 1-288,27 1-225,-27-3-160,0 29-320,27-29-833,-27 28-1634,26-26-3779</inkml:trace>
  <inkml:trace contextRef="#ctx0" brushRef="#br1" timeOffset="25960.48">31372 2993 16399,'78'27'1313,"-51"-27"-544,25 0-96,1 0-353,-26 0-256,25 0-1057,-52 0-1665,27-27-5126</inkml:trace>
  <inkml:trace contextRef="#ctx0" brushRef="#br1" timeOffset="26133.49">31609 2781 4932,'-27'27'8360,"27"26"-6822,0-26 511,0 25-63,0 1-480,-26 2-673,26-30-641,0 29-128,0-29-545,0 28-640,0-26-608,26 0-2211</inkml:trace>
  <inkml:trace contextRef="#ctx0" brushRef="#br1" timeOffset="26321.5">31874 2913 14381,'0'54'128,"0"-28"1025,0 1 449,0 1-545,0-3-513,0 1-448,0 2-448,0-3-1025,27 28-513,-27-26-2306</inkml:trace>
  <inkml:trace contextRef="#ctx0" brushRef="#br1" timeOffset="26596.52">31980 2571 1089,'0'-27'12459,"26"-1"-13323,1 28 1248,-2 0 769,29 28 352,-1-1 321,-1 25-737,1 1-128,26 52-32,-24-25-64,-2 26-673,-29-25-32,31-2-96,-55-1-96,26-24-128,-26-28-160,-26 26-513,-1-25-288,-1 26-769,-23-26-4452</inkml:trace>
  <inkml:trace contextRef="#ctx0" brushRef="#br2" timeOffset="37067.11">13849 556 4228,'27'27'544,"-27"-27"1410,24 0-160,-24-27-609,0 27 576,0-25-191,0 25-641,0-28-353,0 1 97,0-25 256,0 25-96,0 1-257,-24-1-320,-3 0-256,0 1-96,-1 0 32,-22 26-32,22 26 0,1 27 32,27 0 64,0 1 96,0 51-64,0-26 0,27 27 32,25 1-32,-26-2 32,29-25-128,-4 26-320,-23-53-961,-2-1-1378,1 3-3139</inkml:trace>
  <inkml:trace contextRef="#ctx0" brushRef="#br2" timeOffset="37240.11">13557 1167 15919,'-27'0'2306,"27"-28"-2498,0 28 224,0 0 160,54-27-192,-28 27 384,53-25-352,-24-3-64,-5 2-160,32 26-513,-30-26-928,1 26-2691</inkml:trace>
  <inkml:trace contextRef="#ctx0" brushRef="#br2" timeOffset="37832.15">14324 980 9288,'0'-27'961,"0"27"-897,0 0 1025,26 27-544,-26 0 192,28 25-129,-28-24-352,27-3-128,-27 30-31,24-55-1,-24 25 288,0-25 385,0 0-801,0 0-417,0-25-63,-24-3 95,24-24 161,0-2-96,0 28-513,0-28 577,0 2 512,24 24 513,3 3 159,-27 25-319,28 0-289,-28 0 1,26 25-97,1 3-96,-27-2-96,25 0 64,-25 1-96,27-27 64,-27 27 160,0-27 128,27 0-159,-27 0-161,0-27-32,26 0 32,-26 27-33,0-26-63,27 0-96,-27 26 160,27 0 160,-27 0 161,25 0 31,-25 26-96,27-26-128,-27 53-96,26-26-416,1-1-801,-27 0-2211,28 2-7078</inkml:trace>
  <inkml:trace contextRef="#ctx0" brushRef="#br2" timeOffset="37984.17">15013 901 15182,'27'26'-320,"-27"0"416,0 1-289,26 0-1408,1-1-609,-2 0-2018</inkml:trace>
  <inkml:trace contextRef="#ctx0" brushRef="#br2" timeOffset="38149.18">14961 663 16623,'-27'-54'64,"27"54"-480,0-26-65,0-1-2369,0 27 640,27 0-2755</inkml:trace>
  <inkml:trace contextRef="#ctx0" brushRef="#br2" timeOffset="38430.18">15277 873 7783,'27'54'961,"-27"-28"2466,0-26-384,0 0-1570,0 0-800,0 0-481,0-26-160,0 26-96,0-26-352,0-2-97,0 3-159,26-2 319,-26 1 193,0 26 160,27-27 192,-27 27 193,25 0 319,2 27-127,-27-27-289,27 26-224,-1 1-32,2-2-32,-4 29-288,-24-28-609,27 1-736,1 0-2147</inkml:trace>
  <inkml:trace contextRef="#ctx0" brushRef="#br2" timeOffset="38921.21">15781 715 9352,'-27'-26'-480,"27"26"640,-26 26 1089,26 0 97,0 1 671,0 0-799,0 26-610,26-28-384,26 29-96,2-28-63,-1 1-65,-1 0 64,3-27 64,-29 0-32,25-27-64,-23 0 96,-28 1-96,0 0 0,0-2-32,0-24-96,-28 26-96,28-1 128,-27-26 224,3 27 512,24 0-287,0 26-513,0 0 224,0 0 160,0 26-96,0 26-64,24-25 32,3 0-384,1 26-673,25-28-960,-27 3-1827,0-2-5701</inkml:trace>
  <inkml:trace contextRef="#ctx0" brushRef="#br2" timeOffset="39231.24">16284 768 12235,'0'27'-32,"0"-27"224,26 26-224,-26 1-128,0-2 64,0-25-64,0 28 160,26-28-96,-26 0 96,0-28 256,0 3 321,0-2 191,0 1-351,0-1-1,26-26 449,-26 27 96,27 0 96,-27 26-577,27-28-256,-1 28 97,0 28 95,-26-28-256,26 52-32,1-26-128,0 1-640,1 0-866,-4 26-1857,2-28-6150</inkml:trace>
  <inkml:trace contextRef="#ctx0" brushRef="#br2" timeOffset="39491.25">16918 609 15951,'0'-53'-96,"0"53"1185,-26 0-865,0 0 416,0 0 321,26 53-288,-27-27-353,27 28 1,0-2 63,0-25 96,27 26 65,25-26-65,1-2-191,0 3-33,-1-28 0,-25 26-320,0-26-481,1 0-1601,-28 0-1601,0 26-10539</inkml:trace>
  <inkml:trace contextRef="#ctx0" brushRef="#br2" timeOffset="41316.36">17661 159 3267,'-28'-54'5765,"28"54"-4260,0-26 481,-27 26-736,27 0-1090,0 0-32,0 26 256,-26 1 161,26 26-65,0 27-128,0 26-223,26-26-33,-26 25-32,27 2-128,1-29-577,-4 2-640,29-28-897,2 2-1698</inkml:trace>
  <inkml:trace contextRef="#ctx0" brushRef="#br2" timeOffset="41748.38">18057 663 15150,'-27'-28'-224,"1"28"160,26 0-161,-27 0-351,27 28 288,0-28-161,0 26-191,27-26 447,-1 26 193,-26-26 64,27 0 97,0-26 127,-27 26-64,25 0 128,-25-26 1,0 26-1,0 0-256,0-28-128,0 28-352,0 0-577,0-26-320,0 26-129,0-26 385,0 26 1153,0-27 993,0 2 449,0-30-481,-25 30 96,25-2-448,-27 0-513,0 1-320,1-1-32,-26 27-96,25 27 31,-26 26 33,53-26 96,-28 25 64,28 1 0,28 0 192,-2 1 1,28-2 63,-2-26-160,1 28-96,26-54-641,-26 26-736,-1-26-1410,1 27-3619</inkml:trace>
  <inkml:trace contextRef="#ctx0" brushRef="#br2" timeOffset="42282.41">18745 503 10602,'0'-27'3267,"-27"27"-3171,1 0 704,-1 0-607,27 0 287,-27 27 193,27 1-385,0-3-96,0 2-96,0 25-32,27-24-160,0-2-384,-1 0-353,26 0-1217,2-26-2370</inkml:trace>
  <inkml:trace contextRef="#ctx0" brushRef="#br2" timeOffset="42548.43">19062 609 12427,'-25'0'1057,"-2"0"-768,27 0 95,-26 0-416,26 26 64,0 2 0,0-2-192,26 0-257,1-26 33,-2 26 224,2-26 128,26 0 96,-26 0 128,25 0 289,-25-26-33,-27 26 257,0-26-33,0 0 33,0-2-481,-27 2 0,0 0-96,2-1-224,-28 27-128,26-25-929,0-3-1441,2 28-2755</inkml:trace>
  <inkml:trace contextRef="#ctx0" brushRef="#br2" timeOffset="42789.44">19326 476 11018,'0'0'96,"-25"0"2242,-2 0-2114,1 0-192,26 0-96,-27 27-64,27 1-224,0-3-161,27-25 289,-1 27 192,1-1 64,-2 0 321,2 2 543,0-28 258,-27 26-322,0-26-319,0 0-225,-27 26-352,27-26-865,-27 0-1986,2 0-5509</inkml:trace>
  <inkml:trace contextRef="#ctx0" brushRef="#br2" timeOffset="42939.45">19326 476 13773,'54'-25'64,"-26"25"1954,22 0-1378,-23 0-256,1-27-95,25 27-289,-27 0-545,0-27-1024,1 1-1570,0 26-5157</inkml:trace>
  <inkml:trace contextRef="#ctx0" brushRef="#br2" timeOffset="43089.46">19485 159 11210,'0'26'1313,"28"1"1410,-28 26-1250,27 26-544,-1-26-608,0 26-450,27 1-799,-26-1-1026,-1-25-2018,26-28-5349</inkml:trace>
  <inkml:trace contextRef="#ctx0" brushRef="#br2" timeOffset="43270.47">19750 237 4772,'0'-25'10666,"0"50"-10506,27 3 1154,0 24-866,-1 28-256,0-26-192,0 26-480,1-28-866,0 0-1184,25-24-1730</inkml:trace>
  <inkml:trace contextRef="#ctx0" brushRef="#br2" timeOffset="43429.48">19777 237 17840,'0'-78'481,"27"51"-161,25 0 481,1 27-705,2-26-224,-5 26 64,5 0-833,-2 0-2178,-27 26-6022</inkml:trace>
  <inkml:trace contextRef="#ctx0" brushRef="#br2" timeOffset="43579.49">19882 371 7110,'0'26'5189,"27"1"-3555,0 0 416,1-2-1730,22-25-224,-23 27-384,28-27-577,-3 0-1089,-26 0-2178,1 0-5027</inkml:trace>
  <inkml:trace contextRef="#ctx0" brushRef="#br2" timeOffset="43841.5">20201 397 2978,'-27'-26'7175,"27"26"-6694,0 0 351,0 26-736,27 1-31,-27 25-1,27-25 0,-1 26-192,0-26-65,-26-27 418,26 26 1056,-26-26 288,27 0-864,-27-26-289,0 26 97,0-27-289,0 2-224,0-3-64,27 1-96,-27 2 0,0 25-1,26 0 65,0 0 32,0 25 32,-26-25 64,27 27 32,0 1-160,-27-3-961,0 2-2274</inkml:trace>
  <inkml:trace contextRef="#ctx0" brushRef="#br2" timeOffset="44200.52">20704 476 16303,'-28'-25'-128,"4"25"736,24 25-383,-27 2-161,27 1 0,27-3-321,-27 2-639,24-1-129,30 0-257,-27-26-543,0 28-674,-2-28 193,-25-28-288,27 28 1473,-27-26 961,-27 0-289,27-1-2017,-25 2 2211,-2-3 5923,0 1-832,27 27-1985,0-25-1538,0 25-160,0 0 161,27 0-514,25 0-447,-25 0-257,26 0-32,-1-27-128,1 27-96,-26 0-353,1-27-928,-28 27-3460</inkml:trace>
  <inkml:trace contextRef="#ctx0" brushRef="#br2" timeOffset="44360.53">20941 159 12844,'53'0'320,"-53"26"1634,27 1-96,-27 26-449,0-27-544,28 27-673,-28 0-673,0-26-1504,0 25-578,0-25-2434</inkml:trace>
  <inkml:trace contextRef="#ctx0" brushRef="#br2" timeOffset="44504.54">21232 371 13036,'28'26'929,"-28"-26"-737,26 27-192,-26 25-1954,27-25-3107</inkml:trace>
  <inkml:trace contextRef="#ctx0" brushRef="#br2" timeOffset="44618.55">21340 237 3683</inkml:trace>
  <inkml:trace contextRef="#ctx0" brushRef="#br2" timeOffset="44844.56">21418 317 7815,'0'27'769,"0"-27"864,0 27-608,27-1-192,-27-26 224,0 27-288,27 0-289,-2-27-192,-25 0-127,27 0 127,-1 0 641,-26-27 0,27 0-321,-27 1-448,-27-1-384,27 0-705,-26 1-1857,-1 0-5478</inkml:trace>
  <inkml:trace contextRef="#ctx0" brushRef="#br2" timeOffset="45080.57">21577 371 10153,'28'26'3491,"-28"-26"-608,24 0-865,-24 0-929,0 0-384,0 0-577,0 0-320,0 0-385,0 0-95,0 0-65,27 0 0,-27 0 385,26-26 288,2 26 64,-28 0 64,27-27 64,-27 27-160,0 0-128,0 27-1057,0-27-3043</inkml:trace>
  <inkml:trace contextRef="#ctx0" brushRef="#br2" timeOffset="45232.58">21948 397 1121,'26'-53'16848,"-26"53"-16304,0-27 385,0 27-1185,0 0-961,0 0 31,27 0-575,-27 0-3428</inkml:trace>
  <inkml:trace contextRef="#ctx0" brushRef="#br2" timeOffset="45378.59">22080 344 7142,'0'-27'289,"0"27"-257,26 0 160,-26 0-96,0 0 416,0 0-95,0 0-321,27 27-641,-27-27-2337</inkml:trace>
  <inkml:trace contextRef="#ctx0" brushRef="#br2" timeOffset="45521.6">22266 185 13901,'0'-53'-929,"0"26"96,0 27-6822</inkml:trace>
  <inkml:trace contextRef="#ctx0" brushRef="#br2" timeOffset="45693.61">22317 0 1569,'28'0'11723,"-1"0"-10442,-1 27 641,26-1-481,-25 0 481,0 27-320,26 0-641,-28-26-513,2 26-448,0-1-769,-27 2-1345,0-1-448,-27-1-2819</inkml:trace>
  <inkml:trace contextRef="#ctx0" brushRef="#br2" timeOffset="46711.67">14008 1616 10986,'-54'0'1025,"28"0"1217,-2 0-448,4 0-481,24 0 160,-27 0-480,27 0-576,27 0-321,-3 0 0,57 0-64,-2 0 32,53-27 64,26 1-96,54-1 64,27 0 64,26-25-96,26 26-32,53-28-32,1 28 97,-29 0-65,3 0 32,-55 26 32,-27-28-64,-23 28-96,-82 0-64,-27 0-481,-77 0-416,-4 28-705,-48-28-4836</inkml:trace>
  <inkml:trace contextRef="#ctx0" brushRef="#br2" timeOffset="52435.99">16600 1589 6694,'0'-26'1505,"0"26"1538,0 0-961,0-27-897,0 27-64,-24 0-256,24 0-545,0 0-256,0 0-128,24 0 128,-24 0 33,0 27-1,26-1 0,1 1 0,1 0 0,-1-1 0,-3 26 0,30 2 32,0-26-64,-2 24 128,28-27-159,25 30 95,0-30-96,1 2 32,27 25 0,-26-24-128,26-2 192,-28 0-352,27-26 128,-26 26-33,26-26 97,0 27 0,-27-27 128,3 0-160,-3-27 96,-26 27-64,-26 0 32,26 0 0,-24 0-128,-29 0 96,25 0-32,-23 27 64,-1-27 0,-27 53 96,26-26 64,1-2 161,-27 2-289,0 0 96,25-1-128,-25 1 0,27 1 0,-27-3-64,27 1 128,-27 2-192,26-28-257,-26 25-95,27-25-321,-27 28-544,0-28-865,0 0-2018</inkml:trace>
  <inkml:trace contextRef="#ctx0" brushRef="#br2" timeOffset="52739.01">18745 2516 11659,'-27'0'192,"1"0"544,26 0-127,0 0-32,0-25 95,0 25-223,26 0-33,-26 25 129,27-25-97,25 28-160,3 24-128,-5-25-96,5 26 33,25-26 63,-28-1 64,1-26 545,-26 0 127,25-26-159,1-1-64,-1-26-161,2 26 1,-26 2-417,-2-2-128,-2-1-705,-24 28-1089,27-25-1985</inkml:trace>
  <inkml:trace contextRef="#ctx0" brushRef="#br2" timeOffset="60372.45">8396 3788 480,'-27'27'1601,"27"-27"289,-27 0-512,27 0-65,0 0 224,0 0 225,0 0-64,-25 0-289,25 0-288,0 0-256,0 0 0,0 0-97,0 0-191,0 0-225,0 0-96,0 0-159,0 0-33,25 0 32,2 0 0,26 0 0,-1 0-64,28 0 64,-1 0-160,26 0 32,27 0 128,-24 0-160,24 26 64,-26-26 32,27 0 96,-1 0-192,-27 0 32,1 0 64,-26 0-288,-28 0-385,-26 0-800,1 0-1762,-27 0-5221</inkml:trace>
  <inkml:trace contextRef="#ctx0" brushRef="#br2" timeOffset="63663.64">9244 5272 8199,'-28'0'577,"28"0"-1,0 0 321,0 0 96,0 0 609,0 0-97,0 0-640,0 0-385,0 0-31,0 0 159,28 0 1,-28 0-225,26 0 1,-26 0-129,24 0 128,3 0-95,28 0-65,-29 0-96,-2-27-96,4 27 64,26 0-128,-28 0 64,0 0 0,0-26-32,1 26-64,26 0 128,-27 0-96,0 0 32,1 0 96,28 0-96,-31 0 0,2-27 0,1 27 0,28 0 0,-31 0 0,4 0 0,-2 0 0,1 0-32,25 0 32,-25 0 32,26 0-32,-26 0 0,25 0 0,1 0-32,-26 0-32,25 0 128,-26 0-32,29-25-64,-28 25 0,25 0 32,1 0-32,-1 0 0,1 0 96,1 0-192,-2 0 96,1 0 64,-1 0-96,1 0 32,2 0 0,-31 0 32,3 0-32,1 0 0,25 0 32,-1 0 0,1 0-32,1 0-64,-2 0 32,29 0 160,-4 0-192,-22 0 96,24 0 32,-1 0-32,29 0 64,-28 0-128,-1 0 128,30 0-64,-29 0 0,26 0 32,-25 0 32,-1 0-192,26 0 192,-23 0-64,-5 0-32,30 0 64,-27 25-96,-2-25 128,28 0-64,-26 0-32,-2 0 160,28 27-160,-25-27 32,24 0 96,-25 26-64,-1-26-32,0 0 64,29 0-64,-30 27-32,1-27 64,28 0-64,-29 0 64,1 27-32,29-27 32,-29 0 0,-1 0 0,2 0-32,26 0 64,-25 0-64,-4 0 32,-22 0 0,24 0-96,-1 0 96,2 0-32,-28 0 64,28 0-96,-1 0 96,2 0-64,-2 0 0,-2 0 0,5 0 32,-4 0-64,2 0 64,-1 0 0,2-27-32,-2 27 0,26 0 0,-51 0 0,24 0 32,2 0 32,-1-27 64,0 27-192,2 0 160,-2 0-96,1-26 33,-2 26 31,2 0-96,-1-27 32,0 27 32,2 0 0,24-25-96,-26 25 128,28 0 32,-29-28-96,1 28-64,29 0 128,-29 0-64,26 0 96,2 0-64,-2 0 32,0 0 0,2 0 64,-27 0-32,25 0-96,-53 0 0,2 0 0,-1 0-224,-28 0-577,-25 0-640,-25 0-2723</inkml:trace>
  <inkml:trace contextRef="#ctx0" brushRef="#br1" timeOffset="83305.75">29730 7312 1281,'0'0'1954,"0"0"-833,-26 0-64,26 0 224,0 0 192,0 0-160,0 0-223,0 0 31,0 0 96,0 0 32,0 0-256,0 0-288,0 0-225,0 0-96,0 0-95,0 0-1,0 0-96,0 0-96,0 0 64,0 0 97,0 0-65,0 0 0,26 0 0,-26 0 0,26 0 0,0 0-95,28 0-1,-2 0-32,28 27-64,-2-27 32,4 0 0,23 0-128,0 0 256,1 0-160,0 0 0,0 0 32,0 0-64,-28 26 96,3-26-32,24 0 0,-25 0 64,54 0 0,-2 0 0,25 0 32,-50 0-32,26 0 1,-28 27-1,1-27-32,-1 0-32,-25 0-32,25 0 0,-26 27 0,29-27 64,-29 26-32,26-26-32,-25 0 0,-28 0 96,1 26-128,-1-26 160,-25 0-128,-27 0 0,27-26-384,-27 26-385,0 0-288,0 0-769,-27 0-4067</inkml:trace>
  <inkml:trace contextRef="#ctx0" brushRef="#br1" timeOffset="84823.85">33382 7445 8584,'0'26'160,"-26"0"833,26-26 1377,0 0-769,0 0-832,0 0-320,-27 0-33,27 0-64,0 0 161,0 27-129,0-27-224,-27 0-160,27 0 128,-26-27 1,0 27-33,0 0-96,26-26 64,-27 0-32,0 0 64,27-1-32,-26-26 64,26 26 96,-26-25 33,26-1-193,0-1-64,0 2 64,0-28 32,0 27 192,0 0-256,0-27 96,0 28-96,26-28-32,-26 1-224,26-1 480,1 1-256,-27-1 0,27-28-32,-27 30 32,0-28-96,0 26 32,0 2-224,0-29-33,-27 28-63,27-1 192,0 0 192,0 0 64,-27 28 0,27 0-32,0-28-32,-26 54 0,0-28 0,0 1-32,-1 28 32,-1-3-32,1 2 0,3 0 0,24-1 32,-26 27 0,-2-27 0,1 27 96,0-26-32,3 26-96,-30 0 32,0 0-32,-24 0 32,-1 0 0,-29 0 0,-24 0-32,0 0 32,-27 0 0,2 0 0,-3 0-96,-52-27-256,1 27-193,-27 0 65,-26 27-65,24-27-160,29 26 449,52-26 192,-1 27 128,55-27 160,0 27 97,51-27 95,-24 0-160,51 0-63,-28 26 31,31-26-96,24 0-128,0 0-64,0 0-128,0 0-225,0 0 225,0 0 160,0 0 32,0 0 32,0 0 0,0 0 160,0 0 32,0 0-95,0 26-97,0-26 0,-26 0-32,26 28 0,0-28 0,0 25 0,0 2 64,0-1-128,0 28 160,0-2-96,0 2 32,0-2-32,0 28 0,0-1-32,0 1 64,-28 27-32,28-29 32,0 28 32,-27 0 0,27 0-32,0 0-32,0 0 0,-27 0-32,27-26 64,0-1 0,0 1 0,0-1 352,0 1-95,0 0-193,0 0-64,0-28-32,27 0 0,-27 2 32,27-2 32,-27-25-128,28 26-64,-28-26-32,0 0-1,26-27 33,-26 26-512,0-26-1058,0 0-5381</inkml:trace>
  <inkml:trace contextRef="#ctx0" brushRef="#br1" timeOffset="86352.93">7416 6145 10217,'-52'28'1313,"25"-28"-384,27 0-384,0 0-385,0 26 192,27-26 577,25 26 64,1-26-512,26 0-193,2 0 0,-2 0 96,26 0-31,0 0-129,-25 0-128,-1 0-96,2-26-32,-30 26-224,-23 0-449,-1-26-704,-27 26-1025,0 0-3140</inkml:trace>
  <inkml:trace contextRef="#ctx0" brushRef="#br1" timeOffset="86632.95">7840 6013 12972,'-27'0'352,"27"0"-160,0 0 161,0-26 255,27 26 289,-1 0 0,26 0-577,28 26-224,-1-26-64,2 0 32,-2 27 225,1-27-97,25 27-128,-26-27-32,1 26-32,-28 1 0,1-27-64,-53 25-64,0 3-64,-26-2 95,-1 0-31,-52 26 128,26-24 32,1 24-32,-28-24-480,28 26-1474,-1-2-3715</inkml:trace>
  <inkml:trace contextRef="#ctx0" brushRef="#br1" timeOffset="87699.01">31980 7869 10890,'-27'0'961,"27"0"672,0 0-63,0-26-321,0 26-801,0 26 353,0-26 32,0 26 0,27 27-129,-1 0-159,1 26-321,-2 1-96,2-1 0,0-26-96,-1 27 32,-26-27 0,27 1-96,-27-28 32,25 0-288,-25 0-320,0-26-225,27 0-480,-27 0-2275,0 0-7430</inkml:trace>
  <inkml:trace contextRef="#ctx0" brushRef="#br1" timeOffset="88124.04">31901 8267 7046,'-27'25'-288,"27"-25"384,0 0 1313,0 0 769,-28 0-864,28 27-129,0-27-449,-26 0 257,26 0-32,0 0-128,0-27-160,-27 27-289,27 0-160,0-25-32,0-3 1,0 2-33,0 0-64,0-1 0,27 0 160,-27-26 161,0 26 159,-27-25-127,27 26-33,0-1 129,0 0-97,0 1-160,27 26-192,-27-26-96,26 26 32,29 0 0,-31 0 32,31 26-128,23-26 160,-24 26-96,24 1-32,-24 0 0,-1-27-288,-1 26-481,3-26-832,-29 27-1762,-26-27-11467</inkml:trace>
  <inkml:trace contextRef="#ctx0" brushRef="#br1" timeOffset="93414.34">18268 3841 992,'-79'0'2371,"52"27"-1090,-26-27 32,28 0-64,-2 0 673,0 0 448,27 0-352,0 0-608,0 0-385,0 0-193,0 0-255,0 0-33,0 0-159,0 0 31,0 0-384,0 0 64,0 0 32,27 0 65,0 0 159,25 0-96,1 0 65,26 0-129,26 0 32,-24-27-160,51 1-64,-26 26 96,-1-27-96,0 27 0,30-28 0,-3 28 96,0 0-128,1 0 64,-1 0-32,26 0 32,-26-25-32,-24 25 64,-3 0-64,0 0 32,-51 0 0,24 0 0,-24 0-64,-2 0 64,1 0-32,2 0-64,-5-26 64,32 26 0,-30 0 64,28 0-128,-2 0 96,1 0 0,1 0-288,25 0 512,1 0-256,2 0 96,-3-26-32,0 26-128,1 0 128,-1 0 65,-24 0-225,-2 0 192,1 0-192,-1 0 31,-26 0 130,26 0-1,2 26-128,-2-26 64,-1 0-33,2 0 33,26 0 0,-28 0 97,4 0-161,-5 0 256,4 0-192,25 0 256,-1-26-32,-26 26 128,29 0-159,-30 0 63,2 0-64,-1 0 32,-26-27-128,-27 27-64,0 0-32,-26 0-416,0 0-1089,-26 0-641,-26 0-2050</inkml:trace>
  <inkml:trace contextRef="#ctx0" brushRef="#br1" timeOffset="95117.43">11730 3895 4900,'-25'0'1057,"25"0"545,0 0 255,0 0-447,0 0 159,0 0-512,0 0-480,0 0 31,0 0 1,25 0-97,2 0-159,0 0-193,-1 0-32,1 0 32,-2-27 0,29 27-64,24 0-32,2 0 33,-1 0-65,2-27-32,25 27-32,26 0 128,0 0-96,1 0 0,26 0 0,-1 0 0,0 0 0,28 0 0,26 0 32,-28 0 128,3 0 192,-3-26 65,1 26 31,-25 0-64,-1-27-63,-54 27-289,-26 0-128,-26 0-257,-25 0-447,-28 0-1539,0-28-5444</inkml:trace>
  <inkml:trace contextRef="#ctx0" brushRef="#br1" timeOffset="96107.49">3472 7815 7238,'0'0'1121,"0"0"-1121,0 0 993,0 0 1602,0 0-769,26 0-737,28 0-513,-26 0-63,22 0-161,5 0-64,-4 0 65,30 0-161,-2 0 0,1 28-64,-2-28 0,1 0 96,2 0-63,-3 0 31,3-28-32,-29 28-160,-25 0 64,-1 0 0,-26-26-32,27 26-64,-27 0 0,0 0-64,0 0 0,0 0-160,0 0-289,0 0-480,0-26-1409,0 26-2627</inkml:trace>
  <inkml:trace contextRef="#ctx0" brushRef="#br1" timeOffset="96447.51">4320 7579 9833,'-28'0'1345,"28"0"-288,0 0-64,0 0 64,28 0 224,-2 25-416,1-25-384,25 27-225,1-2-160,-1-25 32,28 27 288,-28-27-255,28 28-129,-25-28 96,-4 26-32,-23-26 128,-2 26-160,-26-26-32,0 26 192,0 0 65,-26 2-193,-29-2 0,4 0-32,-3 0-96,0 1 64,2 26-192,-1-26-385,1 25-352,25 1-768,-26 1-1955,26-2-7718</inkml:trace>
  <inkml:trace contextRef="#ctx0" brushRef="#br1" timeOffset="99153.67">20412 8347 4996,'0'0'256,"0"0"-63,0 0 704,0 0 416,0 0 224,0 0-544,0 0-384,26 0 31,-26 0 161,0 0 160,0 0-449,0 0-319,27-28 63,-27 28-32,27 0-96,1 0 32,-4 0-128,2 0 32,2 0-64,-1 0 0,0 0 33,25 0-33,-26 0 0,1 0 32,25 0-32,-25 0 32,-1-27-32,1 27 64,25 0-96,-25 0 96,-1 0-96,1 0 64,1 0-32,-28 0-32,24 0 32,3 0 0,-1 0 32,2 0-32,-1 0 0,0 0 0,25 0 32,-26 0-32,1 0 0,0 0 0,25 0 0,-26 0 32,28 0-32,-29-25 0,28 25 32,2 0-64,-4 0 64,-25 0-32,29 0 0,-3 0 32,1 0-64,-1 0 64,2 0-64,-1 0 32,-1 0 0,1 0 0,-1 0 0,2-28 32,27 28 0,-2 0 160,-1 0 160,-24 0-192,24 0-160,-24 0 0,-1 0 0,26 0-96,-25 0-96,-3 0-128,4 28 96,-3-28 64,28 0 63,-2 0 1,2 0-96,-28 0-480,2-28-3140</inkml:trace>
  <inkml:trace contextRef="#ctx0" brushRef="#br1" timeOffset="102479.86">3896 10943 11434,'-27'0'1057,"27"0"-640,0 0 608,0 0 384,0 0-640,0 0-481,27 0 128,26 0-95,-1 0-97,1 0 128,26 0-128,-26-28-191,2 28-1,-4 0 0,3 0-32,-2 0-193,-25-26-319,0 26-705,-1-26-1538,1 26-3363</inkml:trace>
  <inkml:trace contextRef="#ctx0" brushRef="#br1" timeOffset="102739.87">4346 10704 11723,'-26'0'1057,"26"0"-1314,0 0 514,26 0 1184,1 0-416,25 0-352,1 25-385,-1-25-32,28 27 64,-28 0 65,2-27-161,0 53-160,-27-26-32,-3-1-32,-24 28 32,-24-29 0,-3 2 64,-27-1 64,0 1-32,2-27 225,-1 27-161,1-1-96,25-26 0,1 26-448,-1 0-1442,0 2-3203</inkml:trace>
  <inkml:trace contextRef="#ctx0" brushRef="#br1" timeOffset="103804.93">20386 11445 5124,'-26'0'1378,"26"0"127,0 0-160,0 0 353,0 0 64,0 0-449,0 0-384,0 0-161,0 0-191,0 0 32,26 0-97,26 0-288,2-26 33,52 26-225,0 0-32,-1 0 32,54-27 64,27 27-32,0-27-64,-2 27 192,29-25-64,-2 25 32,26-27 32,-24 27 129,-2 0-65,2-28 0,-29 28-96,-25-25 33,-27 25-97,-27 0-64,-23-27-64,-56 27-353,-26 0-223,0 0-545,-26 0-449,-28 0-864,0 27-1410,-25-27-2658</inkml:trace>
  <inkml:trace contextRef="#ctx0" brushRef="#br1" timeOffset="104554.98">3736 14123 4996,'28'0'4741,"25"0"-3524,-26 0-224,25 0-128,-26 0 31,28 25-127,-2-25-352,28 0-257,-2-25-64,1 25-32,-24-28 32,23 1-224,-24 27-577,-28-25-1185,-26-3-2241</inkml:trace>
  <inkml:trace contextRef="#ctx0" brushRef="#br1" timeOffset="104785.99">4320 13909 6790,'-28'0'3780,"28"0"-4133,28 0 481,-2 27 609,1-27 384,25 0 64,1 27-480,-1-27 0,28 26-97,-53-26-31,25 26-65,-25-26-224,-1 28-95,-26-3-1,0 2 128,0-27 128,-26 28-159,-28-3-193,29 2-64,-28-1 0,-1 0-481,29 2-1665,-28-2-4131</inkml:trace>
  <inkml:trace contextRef="#ctx0" brushRef="#br1" timeOffset="105630.04">20306 14625 8520,'-26'0'2306,"26"0"-224,26-26-321,1 26-800,26 0-160,-1-27-160,30 27-193,23 0 97,0 0-193,54 0-96,1 0 129,23 0-1,30 27-128,-2-27-32,27 0-128,-26-27 257,-1 27-33,-24-27-64,-29 27-128,-24-26-160,-57 26-64,-22 0-288,-29 0-96,-26 0-353,-26 0-192,-29 0 32,4 0-288,-30 26-225,2-26-992,-1 27-4100</inkml:trace>
  <inkml:trace contextRef="#ctx0" brushRef="#br1" timeOffset="107494.14">20625 2145 12523,'-27'27'961,"-1"0"449,28-27-257,-26 0-385,26 0 353,0-27-384,0 27-352,0 0-97,0 0-224,0 0 0,26-27 0,2 27 32,-1-26 0,24 0-96,3 0 32,0-28-128,-2 1 128,1 0-192,-1 1-160,-25 0-449,-1-3-576,1 2-705,-27 27-1313,28-27-3300</inkml:trace>
  <inkml:trace contextRef="#ctx0" brushRef="#br1" timeOffset="107746.16">20889 1457 7527,'-80'0'3235,"55"0"-128,-2-26-1218,27 26-1216,-27 0-417,54 0 225,0 0-97,-2 0-320,55 0 32,-1 0-64,2 0-64,24 0 32,-27-28-64,3 28-64,-29 28-64,-25-2 0,-1-26 128,1 27 64,-27-2 64,0 2 64,0 0 128,-27-1-160,27 1-64,-26 0-32,26-1-128,0 0-384,0 27-1154,0-26-3363</inkml:trace>
  <inkml:trace contextRef="#ctx0" brushRef="#br1" timeOffset="129157.38">27506 848 480,'-26'0'1025,"26"0"-256,0 0-449,-28 0 0,4 0 97,24 0 63,-27 0 609,27 0 192,-27 0-96,27 0 65,0 0-161,-28 0-224,28 0-161,0 0 33,0 0-129,0 0 33,0 0-96,0 0-1,0 0-224,28 0-127,-1 0-65,0 0-32,25 25-64,28-25-32,-2 28-64,1-2-32,29-26-32,-3 26-33,27-26 33,-26 27 96,52 0 0,-26-1 32,28 0 32,-1 2 0,1-28-32,24 0 32,1 0 32,-1 0-64,-25 25-96,-26-25 32,-27 0-128,-26 27-897,-26-27-641,-30 0-63,3 0-449,-27 28-225,0-28 65</inkml:trace>
  <inkml:trace contextRef="#ctx0" brushRef="#br1" timeOffset="129894.42">30816 451 8520,'0'0'1089,"0"0"-577,0 0 929,0 0 33,24 0-321,4 0-192,52 0-385,-2-27-223,28 27-65,2-27-64,24 27-192,-27 0-96,-26-26-288,-26 26-321,-1 0-1185,-25 0-1729,-27 0-1506</inkml:trace>
  <inkml:trace contextRef="#ctx0" brushRef="#br1" timeOffset="130248.43">30973 159 7302,'27'-27'353,"-1"27"-65,-26-27-288,0 27 128,0 0 160,0 27 321,-26-27 32,-1 27-289,2 26-160,-29-28 673,0 29 256,3-28-512,24 28-257,-27-28-64,30 28-32,-4-29-127,1-25 127,27 27 256,0 1 321,27-3-417,25-25-287,2 27-65,0-27 0,24 26-160,1 0-641,-26 2-1473,27-2-2531</inkml:trace>
  <inkml:trace contextRef="#ctx0" brushRef="#br1" timeOffset="136244.79">20228 6995 96,'0'-27'1249,"0"27"-705,0 0-31,0 0 63,0 0 898,0 0 95,0 0-288,0 0-320,0 0 128,26 0 96,-26 0-95,0 0-66,0 27-351,0-1-289,0 0-127,-26 2-129,26 24-32,0 0-96,0 2 64,0-2-32,0 28 256,0-26 289,-27 24-193,27 4-96,0-5-63,0 4-161,0-3-64,0-24 64,0 25-32,0-26-32,-27-1 0,27 2 32,0-28-32,0 28 64,0-28-64,0-26 0,0 26 32,0-26-32,0 28 32,0-28 0,27 0-32,-27 25 96,0-25-96,27 0 32,-27 27-32,26-27 64,-26 0 0,26 0 32,-26 28 129,26-28-1,-26 0-32,54 0-32,-28 0-64,0 0-96,27 0 0,-26 25 64,25-25-64,2 0 96,24 0-192,-24 0 128,25 0 64,1 0-192,-1 0-32,26 0 64,-24 0-96,-27 0 32,24-25-96,1 25 63,-26 0 33,26 0 96,-26 0-96,26-28 0,-26 28 64,2 0 0,24 0 96,-1 0-64,2-27 32,-1 27 0,1 0 32,-1 0-96,26 0 64,-24 0 0,-2 0 0,1 0 0,-28 0 32,28 27 32,-28-27-64,29 0 96,-30 0 0,4 0 32,23 0-64,-24 0-96,-2 0 64,1 0 0,0 28 32,26-28-31,-24 0 95,-31 0 224,30 25-32,0-25-63,-28 0-97,0 0-64,0 0-32,-26-25 96,0 25-32,0 0 32,0 0-32,0 0-32,0-28 97,-26 28-161,0-27-64,26 2 32,0-3 32,0 2 32,-26 0-128,26-28 32,0 1-96,0 1 63,0-1 194,0-27-258,0 0 194,-27 2-65,27-3-65,0-24 33,-27 25 32,27 1 0,0 26-32,-28-1 161,28 2-194,0-2 162,0 2-194,0 26 194,0-28-194,0 28 97,28 0 0,-28-26-96,0 24 96,27 1 0,-27 2-32,0-3 0,-27 28 96,27-26 32,0 26 1,-28-26-65,28 26-161,-26 0 194,-26 0-162,-28 0-63,1-27-32,0 27 64,-53 0 96,0 0 32,-54 0 64,0 0 96,-24 0-160,-4 27 128,4-27-160,-1 26 32,-29-26-32,29 26 32,-27-26 353,52 0 31,0 28-32,28-28-256,0 0-32,78 0-128,1 25-352,24-25-865,55 27-2435,27 1-7494</inkml:trace>
  <inkml:trace contextRef="#ctx0" brushRef="#br1" timeOffset="141426.07">18401 9193 9128,'0'27'1506,"-28"-27"-674,28 0 97,0 0 192,28 0 161,-1 0 95,-1 0-512,26 0-449,28 0-224,-1 0 96,26 0-191,-23 0 31,50 0-160,-27 0 96,27 0-64,-52 0 0,27 0-257,-57-27-127,5 27-64,-28 0-417,-1 0-448,-26 0-769,-26 0-1986,-1 0-4420</inkml:trace>
  <inkml:trace contextRef="#ctx0" brushRef="#br1" timeOffset="141773.1">18665 9035 8616,'27'-27'576,"-27"27"65,0 0 1249,0 0-257,-27 0-1056,0 0-321,-25 0-256,-28 27-32,28-1 64,-1 1-32,1 0 64,-3-2-32,29 2 64,-1-1-32,3 1 160,-4 0-63,28-1-33,28 0 224,-4 0-96,3 1-96,54 26-64,-2-26 1,-1-2-33,2 3-160,-1-2-897,1-26-2467</inkml:trace>
  <inkml:trace contextRef="#ctx0" brushRef="#br1" timeOffset="152604.72">20465 11445 4932,'0'0'801,"0"0"-673,0 0 1377,0 0 706,0 27-546,0-27-448,0 0-384,27 0-224,-27 0-1,0 0 1,0 0-33,0 0-159,28 0-33,-28 0 97,0 0 63,0 0-128,-28 0-351,28 0-33,-27 0-64,0 0-33,1 0 33,0 0-256,0 0 608,-1 0-223,0 0-97,1 0 32,26 0 32,-26-27-32,26 27 0,0 0-32,-26-26-32,26 26 32,0 0 0,-27 0 64,27-27-32,0 27 0,0 0 0,0 0-32,0 0 0,0-27 0,0 27 160,0 0-160,0 0 96,0-25 32,0 25 32,0-27-64,0 27-31,0 0-1,0-28 32,0 28-64,-27-25 96,27-2-192,0 27 128,0-26-64,0-28 0,0 28 0,0-26-32,-26-28 64,26 28-32,-26-28 0,26-27-288,-26 28 544,-1-27-320,27 26 0,-28-26 32,28 28 32,-27 24 32,27 1-32,0 0 32,0-1 96,0 29-224,0-30 96,0 30-32,0-2-32,27 1 128,-27-1-128,0 0 64,0 1 0,0 0-257,0 26 514,0 0-257,0-26 32,0 26-64,0 0-32,28 0 32,-1 0 32,-27 0-32,52 0-289,-26 0 577,1 0-288,26 0 64,-1 0-96,2 0 64,24 0-32,4 0 32,-4 0 0,28 0-64,-1 0 0,27 0-64,0 0 96,3 0 32,-3 0-32,0 0 64,-27 0-96,28 0-32,-1 0-32,-26 26 64,26-26-32,0 0 0,-27 0 64,28-26 0,-53 26 32,26 0 0,-28 0 96,-24 0-192,24-27 96,-23 27 0,-2 0 32,-1 0-64,2 0-1,-2 0 33,1 0 97,0 0-129,-27 0 0,0 0-1,1 0 33,-27 0 0,27 0 33,-27 0 95,0 0-192,0 0 0,28-27 128,-28 27-64,24 0 0,-24 0-32,26 0 64,-26 0-129,0 0 162,0 0-33,0 0-32,0 0 96,28 0-32,-28 0-64,0 0 128,0 0-128,0 0 32,0 27 32,0-27-64,0 0 160,0 27-160,0-1 0,0 0 64,0 0 0,0 1 32,0 0 0,0 26 97,-28-1-33,28 29 192,-26-30-160,26 30-96,-24-2 0,24 28-32,-28-29 65,28 2-129,0 27 32,0-28 32,0 1 32,0 0 96,0-28-96,0 1-192,0 0 256,0-1-160,0-24 32,28-2-32,-28-26-32,0 0-128,0 26-256,0-26-353,0 0-384,0-26-833,0 26-2498,0 0-7270</inkml:trace>
  <inkml:trace contextRef="#ctx0" brushRef="#br1" timeOffset="154027.79">21208 12240 8359,'24'0'225,"4"0"127,25 0 801,-1 0 0,1 0 224,26 0-288,29 0-672,-31 27-161,30-27 225,-2 0 287,2 0-95,-2-27-385,-26 27-192,2 0-96,-2-27 0,-52 27-96,26 0-32,-53-26-64,0 26-160,0-26-385,0 26-544,-27 0-641,1 0-897,-29 0-3619</inkml:trace>
  <inkml:trace contextRef="#ctx0" brushRef="#br1" timeOffset="154416.81">21577 11949 7655,'52'-28'1313,"-25"28"-64,-27 0 161,0 0 63,0 0-32,0 28-448,-27-28-705,3 26-255,-31 0-194,-23 1 97,-2 0 32,28-1 64,-28 26-32,28-24-32,-2-2 0,26 0 32,2 1-32,26 0 32,0-1 64,26 1 96,29 0 129,-4-2-65,3 2 0,25-1-128,1 28-128,-28-28-224,28 0-1282,-28 0-3971</inkml:trace>
  <inkml:trace contextRef="#ctx0" brushRef="#br1" timeOffset="159467.12">8606 11579 1537,'0'-54'1505,"0"26"1218,0 3-417,0-2-32,0 27-192,-25-26-384,25 26-609,0 0-641,0 26-416,0-26 64,0 52 1,0 2-65,0-1 0,0 27 0,0 25-32,0 2 64,0-2-128,0 2 192,0 25-64,0-25-32,0-29 0,25 28-64,-25-26 96,27-2-32,-27-23-32,27 24 0,-27-26 32,26 0-32,-26-26 0,0 0 32,0-1 0,0 0-32,0 0 0,28-26 32,-28 27 0,0-27-32,0 0 0,0 27 0,0-27 0,0 0 32,0 26-32,24-26 32,3 0 0,1 0 0,-1 27-32,-1-27 64,-2 25 0,31-25 0,-2 0-64,-1 28 0,2-28 32,24 0 32,4 0-64,-5 0 33,4 0-33,-2 0 0,0 0 32,27 0 0,-27 26-32,0-26 0,2 0 32,-2 0-32,26 0 32,-25 0-32,-1 0 0,29 0 32,-30 0-32,0 0 0,30-26 96,-30 26-64,28 0 64,-1 0-32,-24-28-64,25 28 64,-28 0-64,29 0 0,-28 0 32,26 0-32,-24-25 0,25 25 0,-1 0 0,0 0 0,2 0 0,26 0 0,-1 0 64,0-27-64,-26 27 128,26 0 64,1 0-96,-1 0-96,0 0 0,27 0 65,-26 0-97,26 0 160,-27 0-224,28 0 128,-28 0 0,25 0-32,-25 0 64,27-26-128,1 26 96,-2 0 0,1-27 96,1 27-96,-3 0 32,2 0-64,0-27-32,27 27 32,-27 0 0,-2-26-96,2 26 0,1 0 32,-28 0 32,27-26 128,-26 26-160,-1 0 64,0 0-32,-27 0 64,27 0-64,-26 0 32,2 0 0,-3 0 32,-26 0 0,-26 0-32,26 0 32,-53 0-128,29 0 96,-31 0-32,3 0 96,-27 0 0,28 0-128,-28 0 160,0 0-64,0 0 96,0 0-128,0-26 64,0 26-64,0 0 0,0-27-32,0 27 128,0-27-160,0 27 96,0-26 128,-28-1-32,28 2 0,0-3 0,0 2-160,0-27 64,0 26 65,0-26-258,0 26 193,0-25 0,28-28-32,-28 27 0,0-27-32,0 1 193,0-1-161,0 0-32,0 2 288,26-2-64,-26 1-256,0 26 128,0-27-64,0 28-32,0-28 96,27 28-128,-27-2 32,0 1-160,0 0 160,-27-1-96,27 29 256,0-2-256,-26-1 96,26 3-65,0-2-95,-28 27 96,28 0-64,-27-26 128,27 26-64,-24 0 96,24 0 96,-27 0-192,-1 0 160,2 0-128,-25 0 64,23 0 0,-25 0 96,1 0-160,-28 0 32,-26 26 32,28-26 0,-54 0-32,24 0 0,-24 27 96,-28-27-224,28 0-96,-26 0 159,-27 0 33,-2 25-128,30-25 128,-28 0 32,-2 0 32,3 0-32,-1 0 64,-2 0-32,3 0 0,-1 0 32,-2 0-64,30 0 64,-29 0-32,28 0 32,-26 0-64,24 0 96,-26 0-96,26 0 128,2-25 32,-26 25-64,25 0 33,-1 0-65,1 0 64,-1 0-64,4 0 32,-4 0-128,2 0 64,26 0 32,-2 0 0,2 0 0,27 0 32,-27-27 32,0 27 64,-1 0-32,1 0-64,0 0 32,0 0-192,0 0 64,24 0 64,-24 0 32,0 0-64,-2 0 0,-24 27 64,26-27-64,-26 0 32,26 0-64,-28 25 128,28-25-31,0 0-1,0 0-128,-1 28-289,26-28-704,29 27-1249,-1-27-4036</inkml:trace>
  <inkml:trace contextRef="#ctx0" brushRef="#br1" timeOffset="161236.22">19142 13115 4868,'-26'0'1474,"26"0"-1026,0 0 1346,0 0-65,26 0-415,1-27-290,-2 27-575,55 0-353,-28 0-32,56-27 64,-29 27 321,53 0 63,-27-26-160,27 26 65,0 0 127,-24-26-319,-2 26-161,-28-26 32,-24 26-160,-2 0 32,-26 0-257,-26 0-255,0 0-737,0 0-1122,-52 0-4259</inkml:trace>
  <inkml:trace contextRef="#ctx0" brushRef="#br1" timeOffset="167745.59">18109 11260 512,'-25'0'1025,"25"0"-513,0 0-31,-27-27-385,27 27 32,0 0-352,0 0-32,0 0 384,0-26 320,0 26 545,0 0 160,-27 0-96,27 0 0,0 0 160,0 0-64,0-26-288,-26 26-128,26 0-64,0 0 95,0 0 33,0 0 64,-27 0 0,27 0-32,0 0-129,0 0-95,-25 0-1,25 0-95,0 0-161,0 0-160,0 0 1,0 0-129,0 0 160,0 26 0,25 0 32,-25 1-224,27-2 96,-27 3 97,26 24-1,-26 2 0,27-1-64,-27 0-32,27 1-96,-2 24-32,-25 2 96,27-28-31,-1 55-1,-26-28-96,27 1 256,-27 26-32,0 0 32,0-1 0,0-25-160,-27 25-32,27-25 161,-26 27-1,-1-28-96,27 1-64,-25 0-32,-2-2 64,27 2-64,-27-28-32,1 2 32,-1-28-160,27 28-32,0-54-257,0 26-640,0-26-929,0-26-1697</inkml:trace>
  <inkml:trace contextRef="#ctx0" brushRef="#br1" timeOffset="168631.64">8209 11419 3138,'28'-27'4837,"-28"27"-3235,-28 0 576,28 0-225,-24 0-415,24 0-97,-27 27-512,-1-27-288,28 26-225,-26 1 257,-1-27-513,3 53 481,24-27-353,-28 27-32,1 27 64,1 25-31,26 2 287,-27-2-223,0 27-65,27 2 64,0-2-64,27-26-95,-27 0-1,27 0 64,-1-26-224,1-1 64,1-26 32,23 27 64,-25-28-127,2-25-33,-28 0 0,27-1-129,-27 1-735,24-2-1218,-24-25-1217,-24 0-7207</inkml:trace>
  <inkml:trace contextRef="#ctx0" brushRef="#br1" timeOffset="171093.78">8846 14465 12139,'-53'-25'801,"53"-2"-33,-28 27-447,28 0 800,-27 0-128,3 0-321,-4 27-223,2-2-129,-1 2 321,0 26-65,-25 27 1,26-1-33,-1 28-159,-25 51-33,25 1-64,27 0-160,0 1 33,0-2-193,0-26 64,27 0 64,-2-25-96,2 0-96,26-29 96,-26 2-64,-2-28-257,29 2-832,-28-28-1089,26-26-4869</inkml:trace>
  <inkml:trace contextRef="#ctx0" brushRef="#br1" timeOffset="171909.83">18136 14440 4772,'-27'-27'2659,"27"27"-353,0-26 480,0 26-640,0 0-480,-25 0-385,25 0-384,0 0-256,0 0-97,0 26 161,0 26 128,25 2-289,-25 26 97,27 0-193,-1 25-256,-26 2 129,27-2-1,-27 0 0,28 27-160,-28 3-31,-28-3-33,28 0-64,-27 0 128,1 1-481,-1-1 642,2-26-289,-29 0-192,28-27-33,-26 1-63,25 0-416,-26-28-834,25 0-896,1-24-2563</inkml:trace>
  <inkml:trace contextRef="#ctx0" brushRef="#br1" timeOffset="173336.91">20069 13300 8231,'-28'-53'1698,"28"27"-321,-27 26-160,27 0 33,0-28 319,0 56-608,27-28-513,-27 52 321,28 2-256,-28-1-321,27 54-64,-1-3 0,-26 2-32,0 1-64,0-2 192,0 29-192,0-29 32,-26 2-32,26-2 65,0-25-97,0-1 32,0 1 128,0-54 320,0 28 33,0-29-193,26-25-96,-26 27-128,0-27-32,0 0 32,26 0 1,0 0-65,1 0 32,26-27-64,-27 27-96,54-25 96,-2 25-33,4 0 66,-4-28-130,28 28 97,-1-26-64,2 26 32,26 0 32,26 0 64,-27 0 0,25-26-32,2 26 33,1 0 95,-2 0-160,1 0 0,-26 0-32,-1 0 96,0 0-64,-26 26 0,-1-26-32,0 0 32,3 0-32,-29 0 32,-26 0-96,-1 0 32,2-26 31,-28 26 1,0 0 32,0 0 0,1 0 0,-27-27 65,0 27-33,27 0 32,-27 0-64,0 0 0,0-27 32,0 27-160,0 0 128,-27 0 0,27-26 0,-27 26 64,27-27 0,0 27 128,-26-27 0,26 2-128,0-28 0,-26 26 192,26-52-256,0 25 0,0-25 32,0-26 32,0 25-160,0-26 128,0-27-192,0 28 96,0-27-192,0-2 160,0 28 0,0 27 96,0-1-64,0 27 64,0 27-32,0-27-257,0 53 546,0-27-289,0 27-257,0-26 482,26 26-546,-26 0 513,0 0-448,-26 0 96,26 0 96,-26 26 32,-1-26 0,0 27 96,-25-27-64,-1 27 64,-26-27-32,-2 0 0,4 0 64,-57 0 0,2 0 64,0 26 96,-26-26-64,-29 0 65,3 0-33,-3 26 0,2-26-32,1 0-128,-3 26-64,29 1 96,-1-27-32,26 27-64,1-27 64,26 26-32,1-26 0,26 0-160,-1 27-160,28-27-609,52 0-609,-26 25-1473,52-25-4740</inkml:trace>
  <inkml:trace contextRef="#ctx0" brushRef="#br1" timeOffset="175533.03">18586 16135 7302,'0'0'1378,"-26"-27"608,-1 27 32,0 0-929,27 0-32,-25 0-449,25 0-288,0 27 129,0-1 95,0 1 65,0 0-353,25-1 64,2 26 1,0-25-129,26 0-96,26-1 32,-26 1 0,54-27 0,-30 25 1,31-25-65,24 0 64,0 0-32,25-25-96,3-2 0,26 1 0,24-1 64,-23 0-160,-2 1 32,-1 0 64,-24 0-32,-28-1 0,-26 27 64,-25-27-96,-30 1 128,3 26 32,-27-27 128,0 2 96,-3-2 97,4 0-193,-2 1-256,1-1 160,-27-1-640,0 3-802,0 25-1344,-27-26-5382</inkml:trace>
  <inkml:trace contextRef="#ctx0" brushRef="#br1" timeOffset="185340.6">1090 3337 11883,'-80'0'768,"55"0"386,-28-26-161,25 26 64,1 0 448,27 0-352,-24 0-544,24 0-161,0 0 129,24 26-161,31-26-160,-2 27-128,26 0 0,-1-27-96,29 0 1,-2 26-33,-26-26-161,2 0-543,25-26 63,-53 26-480,26 0-224,-26 0-481,-28 0-832,2-27-1154</inkml:trace>
  <inkml:trace contextRef="#ctx0" brushRef="#br1" timeOffset="185592.61">1620 3232 9288,'-106'0'2595,"80"-27"-1186,-2 27-960,28 0-97,0 0 705,28 0-96,-2 0-545,53 0-288,1 0-96,-1 0 64,26 0-96,0 27 0,-23-27 0,23 27 0,-52-1 0,-1 0 161,-25 0 383,0 1 97,-54 0-225,0 26-128,-25-28 65,-1 30-97,-26-3-192,-2 0-128,2 29-609,-1-30-2466,2 4-11819</inkml:trace>
  <inkml:trace contextRef="#ctx0" brushRef="#br1" timeOffset="188165.76">14456 0 9064,'0'0'865,"28"0"256,-28 0 513,0 0-738,0 0-191,-28 0-513,28 0-96,-27 0 32,3 0 129,-31 0 31,2 0-128,1 0-96,-1 0-96,-53 0-192,28 27-64,-30-27 31,-24 52 97,26-26 128,-26 1 0,27 0 128,-27-1 0,27 1-96,23-2-64,4 3 64,-2-2 0,54 0-64,0 1-32,-1 0 64,27-1 32,27 1 0,-1 0 0,26 25-160,-25 1 32,26 0-32,-27 1 128,27-2 32,-26 28 0,1-2 0,-4 2 0,2 26 32,1-53-32,1 27 96,-28-28 64,0 3 160,0-3 161,0 0 255,0-24-63,0-2 96,0-26-321,0 27-95,0-27-65,0 0-192,0 0-64,0 0-128,27 0 192,-27 0 128,52 0-256,-26 25 32,28-25-64,-2 27 32,28-27 0,-28 0 64,28 0-32,26 0 0,-28 0-32,30 0-32,24 0 64,0 0-160,1 0 128,-1 0 32,0-27 96,28 2-128,-28-2 96,0 1-128,25-2-224,-25 2 255,0 26-255,0-26 0,3 26-193,-3-26 33,-25 0 224,25 26 288,-27-28 32,0 28 128,-25 0 0,-1-27-160,0 27-64,2-25-64,-30 25 32,3 0 0,0 0 32,-28 0-32,26 0 96,-25 25-64,26-25 96,-27 0-63,27 27 31,2-27 32,-5 0-64,5 0 0,-28-27-64,25 27 32,-26 0-32,1 0 32,0 0 32,-2 0 32,-25 0 128,0 0-32,0 0-160,0 0 32,0 0-64,-25-25 128,-2 25-32,0-27 96,27 2-160,-54-3 0,30-24-224,-3 24-32,0-24-321,-1-28-351,2 1-97,2-1 32,-4-25 160,28-2 609,-27 27 480,27 1 320,0-1 97,0 54-289,0 0-191,0-2-161,-27 3-96,27-2-321,0 27-191,0 0 159,0 0 225,0 0 128,0-26 160,0 26 160,0 0-63,0-27 223,-26 27 160,0-27 65,0 27 128,-54 0-97,28-26-31,-56 26-385,2 0 33,-26-26-129,-26 26-288,0-26 512,-55-1-128,2 27 0,-2 0 33,2 0 95,-26 0 161,24 0-129,2 0-448,26 0 352,-2 27-352,30-1-480,50 26-1282,28 2-1761,25-1-7047</inkml:trace>
  <inkml:trace contextRef="#ctx0" brushRef="#br1" timeOffset="192706.02">26685 10412 16399,'0'27'160,"27"-27"-128,27-27 256,52 27 97,-1 0 63,54 0 129,25 0-193,2-27-288,0 27 96,-2-26-95,-51-1-1,-1 27-160,-52-25-833,-28 25-897,-25-27-1409,-27 27-5029</inkml:trace>
  <inkml:trace contextRef="#ctx0" brushRef="#br1" timeOffset="192972.03">27797 10307 2626,'-185'52'9161,"106"1"-8297,52-26-447,27 25 704,0 1-64,54 0 256,-2-1-352,28 28-480,-2-26-193,4 26 128,-32-28 33,5 1-65,-28 0-128,-27 1-64,0-28 161,-27 0 287,-28-26-95,-22 26-33,-4-26-31,-25 0-257,1-26-160,24 26-64,3-26-128,0 26-481,50 0-480,1 0-96,27 26-128,27-26 0,25 26-929,29-26-2947</inkml:trace>
  <inkml:trace contextRef="#ctx0" brushRef="#br1" timeOffset="193231.05">28724 10359 9833,'0'-27'7719,"0"27"-7559,0 27 0,-27 26 1122,0 0-161,2-1-32,25 28-321,-27 0-287,1-1-225,26 1-64,0 27-96,26-29 1,1 2-290,-2 0-319,29-28-385,-1-25-384,-28-2-481,29 3-1217,-1-28-3491</inkml:trace>
  <inkml:trace contextRef="#ctx0" brushRef="#br1" timeOffset="193642.07">29358 10677 14349,'-25'0'2819,"25"27"-2851,-27-2 96,1 2 705,-28 26 31,54 1-31,-25-2-449,25 28-160,25-27-63,2 26 95,26-25 0,-1-28-192,28 27 96,-1-53-32,2 25 128,-2-50-192,0-2 64,-26 1-32,0 0 64,-1-54 33,-25 27-129,-27-52-193,-27 25-31,1 0 0,-26 1 160,-2 24-96,-51 3 64,26 52 128,-2 0 0,2 27-32,26-2 160,26 30-128,2-3 32,50 1-32,2 1 0,53-2 128,-1 1-128,-1-26-96,30-1-128,-29 1-96,0-27-161,-26 0-576,-26 0-961,-1-27-1601,2-26-5157</inkml:trace>
  <inkml:trace contextRef="#ctx0" brushRef="#br1" timeOffset="193866.08">29782 10253 17296,'0'0'64,"54"27"-256,-2 0 928,28 25 674,52 1 223,28 26-319,-28 1-225,26 26-96,-52-27-289,-28 28-544,-50-2-32,-28 2-128,0-1-96,-54-27-160,2 26-449,-54-51-416,26 24-736,-25-24-1,-27-1-1217,27-26-11563</inkml:trace>
  <inkml:trace contextRef="#ctx0" brushRef="#br1" timeOffset="200674.47">27428 12187 1057,'0'26'9641,"24"-26"-9193,4-26 257,-2 26 672,53 0-384,1-26-32,52 26-224,1-28-545,26 28-96,52 0-96,26-25 32,28 25-32,26 0 0,1 0-32,-28 0 0,28 0 64,-27 0-32,26-27 64,-80 27 64,-51 0-96,-28-26-608,-106 26-3300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effectLst/>
              </a:defRPr>
            </a:lvl1pPr>
          </a:lstStyle>
          <a:p>
            <a:pPr>
              <a:defRPr/>
            </a:pPr>
            <a:endParaRPr lang="es-ES_tradnl" altLang="es-BO"/>
          </a:p>
        </p:txBody>
      </p:sp>
      <p:sp>
        <p:nvSpPr>
          <p:cNvPr id="522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effectLst/>
              </a:defRPr>
            </a:lvl1pPr>
          </a:lstStyle>
          <a:p>
            <a:pPr>
              <a:defRPr/>
            </a:pPr>
            <a:endParaRPr lang="es-ES_tradnl" altLang="es-BO"/>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22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_tradnl" altLang="es-BO" noProof="0"/>
              <a:t>Haga clic para modificar el estilo de texto del patrón</a:t>
            </a:r>
          </a:p>
          <a:p>
            <a:pPr lvl="1"/>
            <a:r>
              <a:rPr lang="es-ES_tradnl" altLang="es-BO" noProof="0"/>
              <a:t>Segundo nivel</a:t>
            </a:r>
          </a:p>
          <a:p>
            <a:pPr lvl="2"/>
            <a:r>
              <a:rPr lang="es-ES_tradnl" altLang="es-BO" noProof="0"/>
              <a:t>Tercer nivel</a:t>
            </a:r>
          </a:p>
          <a:p>
            <a:pPr lvl="3"/>
            <a:r>
              <a:rPr lang="es-ES_tradnl" altLang="es-BO" noProof="0"/>
              <a:t>Cuarto nivel</a:t>
            </a:r>
          </a:p>
          <a:p>
            <a:pPr lvl="4"/>
            <a:r>
              <a:rPr lang="es-ES_tradnl" altLang="es-BO" noProof="0"/>
              <a:t>Quinto nivel</a:t>
            </a:r>
          </a:p>
        </p:txBody>
      </p:sp>
      <p:sp>
        <p:nvSpPr>
          <p:cNvPr id="522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effectLst/>
              </a:defRPr>
            </a:lvl1pPr>
          </a:lstStyle>
          <a:p>
            <a:pPr>
              <a:defRPr/>
            </a:pPr>
            <a:endParaRPr lang="es-ES_tradnl" altLang="es-BO"/>
          </a:p>
        </p:txBody>
      </p:sp>
      <p:sp>
        <p:nvSpPr>
          <p:cNvPr id="522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effectLst/>
              </a:defRPr>
            </a:lvl1pPr>
          </a:lstStyle>
          <a:p>
            <a:pPr>
              <a:defRPr/>
            </a:pPr>
            <a:fld id="{33B68B87-1D84-4914-AD11-F6B6F6BDD4C3}" type="slidenum">
              <a:rPr lang="es-ES_tradnl" altLang="es-BO"/>
              <a:pPr>
                <a:defRPr/>
              </a:pPr>
              <a:t>‹Nº›</a:t>
            </a:fld>
            <a:endParaRPr lang="es-ES_tradnl" altLang="es-BO"/>
          </a:p>
        </p:txBody>
      </p:sp>
    </p:spTree>
    <p:extLst>
      <p:ext uri="{BB962C8B-B14F-4D97-AF65-F5344CB8AC3E}">
        <p14:creationId xmlns:p14="http://schemas.microsoft.com/office/powerpoint/2010/main" val="8348538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BO" dirty="0"/>
          </a:p>
        </p:txBody>
      </p:sp>
      <p:sp>
        <p:nvSpPr>
          <p:cNvPr id="4" name="Marcador de número de diapositiva 3"/>
          <p:cNvSpPr>
            <a:spLocks noGrp="1"/>
          </p:cNvSpPr>
          <p:nvPr>
            <p:ph type="sldNum" sz="quarter" idx="5"/>
          </p:nvPr>
        </p:nvSpPr>
        <p:spPr/>
        <p:txBody>
          <a:bodyPr/>
          <a:lstStyle/>
          <a:p>
            <a:pPr>
              <a:defRPr/>
            </a:pPr>
            <a:fld id="{33B68B87-1D84-4914-AD11-F6B6F6BDD4C3}" type="slidenum">
              <a:rPr lang="es-ES_tradnl" altLang="es-BO" smtClean="0"/>
              <a:pPr>
                <a:defRPr/>
              </a:pPr>
              <a:t>29</a:t>
            </a:fld>
            <a:endParaRPr lang="es-ES_tradnl" altLang="es-BO"/>
          </a:p>
        </p:txBody>
      </p:sp>
    </p:spTree>
    <p:extLst>
      <p:ext uri="{BB962C8B-B14F-4D97-AF65-F5344CB8AC3E}">
        <p14:creationId xmlns:p14="http://schemas.microsoft.com/office/powerpoint/2010/main" val="2241662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324BCD14-5A93-4938-87CE-709050061C51}" type="slidenum">
              <a:rPr lang="en-US" smtClean="0">
                <a:solidFill>
                  <a:prstClr val="black"/>
                </a:solidFill>
                <a:latin typeface="Arial" pitchFamily="34" charset="0"/>
              </a:rPr>
              <a:pPr/>
              <a:t>32</a:t>
            </a:fld>
            <a:endParaRPr lang="en-US">
              <a:solidFill>
                <a:prstClr val="black"/>
              </a:solidFill>
              <a:latin typeface="Arial" pitchFamily="34"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683864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90F41B15-6F5C-47EB-9972-9BA42C6AE2E6}" type="slidenum">
              <a:rPr lang="en-US" smtClean="0">
                <a:solidFill>
                  <a:prstClr val="black"/>
                </a:solidFill>
                <a:latin typeface="Arial" pitchFamily="34" charset="0"/>
              </a:rPr>
              <a:pPr/>
              <a:t>33</a:t>
            </a:fld>
            <a:endParaRPr lang="en-US">
              <a:solidFill>
                <a:prstClr val="black"/>
              </a:solidFill>
              <a:latin typeface="Arial" pitchFamily="3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xfrm>
            <a:off x="914400" y="4343400"/>
            <a:ext cx="5029200" cy="4114800"/>
          </a:xfrm>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442087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Pop-up Quiz</a:t>
            </a:r>
          </a:p>
        </p:txBody>
      </p:sp>
      <p:sp>
        <p:nvSpPr>
          <p:cNvPr id="4" name="Slide Number Placeholder 3"/>
          <p:cNvSpPr>
            <a:spLocks noGrp="1"/>
          </p:cNvSpPr>
          <p:nvPr>
            <p:ph type="sldNum" sz="quarter" idx="10"/>
          </p:nvPr>
        </p:nvSpPr>
        <p:spPr/>
        <p:txBody>
          <a:bodyPr/>
          <a:lstStyle/>
          <a:p>
            <a:fld id="{8FF38DAD-5F37-4EA5-A798-26ED1E453939}" type="slidenum">
              <a:rPr lang="en-US" smtClean="0"/>
              <a:pPr/>
              <a:t>38</a:t>
            </a:fld>
            <a:endParaRPr lang="en-US"/>
          </a:p>
        </p:txBody>
      </p:sp>
    </p:spTree>
    <p:extLst>
      <p:ext uri="{BB962C8B-B14F-4D97-AF65-F5344CB8AC3E}">
        <p14:creationId xmlns:p14="http://schemas.microsoft.com/office/powerpoint/2010/main" val="3920421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39</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40</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41</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42</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43</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44</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45</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46</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47</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48</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49</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50</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51</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52</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Pop-up Quiz</a:t>
            </a:r>
          </a:p>
        </p:txBody>
      </p:sp>
      <p:sp>
        <p:nvSpPr>
          <p:cNvPr id="4" name="Slide Number Placeholder 3"/>
          <p:cNvSpPr>
            <a:spLocks noGrp="1"/>
          </p:cNvSpPr>
          <p:nvPr>
            <p:ph type="sldNum" sz="quarter" idx="10"/>
          </p:nvPr>
        </p:nvSpPr>
        <p:spPr/>
        <p:txBody>
          <a:bodyPr/>
          <a:lstStyle/>
          <a:p>
            <a:fld id="{8FF38DAD-5F37-4EA5-A798-26ED1E453939}" type="slidenum">
              <a:rPr lang="en-US" smtClean="0"/>
              <a:pPr/>
              <a:t>53</a:t>
            </a:fld>
            <a:endParaRPr lang="en-US"/>
          </a:p>
        </p:txBody>
      </p:sp>
    </p:spTree>
    <p:extLst>
      <p:ext uri="{BB962C8B-B14F-4D97-AF65-F5344CB8AC3E}">
        <p14:creationId xmlns:p14="http://schemas.microsoft.com/office/powerpoint/2010/main" val="3920421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Pop-up Quiz</a:t>
            </a:r>
          </a:p>
        </p:txBody>
      </p:sp>
      <p:sp>
        <p:nvSpPr>
          <p:cNvPr id="4" name="Slide Number Placeholder 3"/>
          <p:cNvSpPr>
            <a:spLocks noGrp="1"/>
          </p:cNvSpPr>
          <p:nvPr>
            <p:ph type="sldNum" sz="quarter" idx="10"/>
          </p:nvPr>
        </p:nvSpPr>
        <p:spPr/>
        <p:txBody>
          <a:bodyPr/>
          <a:lstStyle/>
          <a:p>
            <a:fld id="{8FF38DAD-5F37-4EA5-A798-26ED1E453939}" type="slidenum">
              <a:rPr lang="en-US" smtClean="0"/>
              <a:pPr/>
              <a:t>54</a:t>
            </a:fld>
            <a:endParaRPr lang="en-US"/>
          </a:p>
        </p:txBody>
      </p:sp>
    </p:spTree>
    <p:extLst>
      <p:ext uri="{BB962C8B-B14F-4D97-AF65-F5344CB8AC3E}">
        <p14:creationId xmlns:p14="http://schemas.microsoft.com/office/powerpoint/2010/main" val="3920421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F38DAD-5F37-4EA5-A798-26ED1E453939}" type="slidenum">
              <a:rPr lang="en-US" smtClean="0"/>
              <a:pPr/>
              <a:t>55</a:t>
            </a:fld>
            <a:endParaRPr lang="en-US"/>
          </a:p>
        </p:txBody>
      </p:sp>
    </p:spTree>
    <p:extLst>
      <p:ext uri="{BB962C8B-B14F-4D97-AF65-F5344CB8AC3E}">
        <p14:creationId xmlns:p14="http://schemas.microsoft.com/office/powerpoint/2010/main" val="2575252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BO" baseline="30000" dirty="0"/>
          </a:p>
        </p:txBody>
      </p:sp>
      <p:sp>
        <p:nvSpPr>
          <p:cNvPr id="4" name="Marcador de número de diapositiva 3"/>
          <p:cNvSpPr>
            <a:spLocks noGrp="1"/>
          </p:cNvSpPr>
          <p:nvPr>
            <p:ph type="sldNum" sz="quarter" idx="5"/>
          </p:nvPr>
        </p:nvSpPr>
        <p:spPr/>
        <p:txBody>
          <a:bodyPr/>
          <a:lstStyle/>
          <a:p>
            <a:pPr>
              <a:defRPr/>
            </a:pPr>
            <a:fld id="{33B68B87-1D84-4914-AD11-F6B6F6BDD4C3}" type="slidenum">
              <a:rPr lang="es-ES_tradnl" altLang="es-BO" smtClean="0"/>
              <a:pPr>
                <a:defRPr/>
              </a:pPr>
              <a:t>65</a:t>
            </a:fld>
            <a:endParaRPr lang="es-ES_tradnl" altLang="es-BO"/>
          </a:p>
        </p:txBody>
      </p:sp>
    </p:spTree>
    <p:extLst>
      <p:ext uri="{BB962C8B-B14F-4D97-AF65-F5344CB8AC3E}">
        <p14:creationId xmlns:p14="http://schemas.microsoft.com/office/powerpoint/2010/main" val="110231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pPr/>
              <a:t>80</a:t>
            </a:fld>
            <a:endParaRPr lang="en-US"/>
          </a:p>
        </p:txBody>
      </p:sp>
    </p:spTree>
    <p:extLst>
      <p:ext uri="{BB962C8B-B14F-4D97-AF65-F5344CB8AC3E}">
        <p14:creationId xmlns:p14="http://schemas.microsoft.com/office/powerpoint/2010/main" val="1284807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pPr/>
              <a:t>85</a:t>
            </a:fld>
            <a:endParaRPr lang="en-US"/>
          </a:p>
        </p:txBody>
      </p:sp>
    </p:spTree>
    <p:extLst>
      <p:ext uri="{BB962C8B-B14F-4D97-AF65-F5344CB8AC3E}">
        <p14:creationId xmlns:p14="http://schemas.microsoft.com/office/powerpoint/2010/main" val="3214193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FF38DAD-5F37-4EA5-A798-26ED1E453939}" type="slidenum">
              <a:rPr lang="en-US" smtClean="0"/>
              <a:pPr/>
              <a:t>95</a:t>
            </a:fld>
            <a:endParaRPr lang="en-US"/>
          </a:p>
        </p:txBody>
      </p:sp>
    </p:spTree>
    <p:extLst>
      <p:ext uri="{BB962C8B-B14F-4D97-AF65-F5344CB8AC3E}">
        <p14:creationId xmlns:p14="http://schemas.microsoft.com/office/powerpoint/2010/main" val="4236920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a:defRPr/>
            </a:pPr>
            <a:endParaRPr lang="en-US" altLang="es-BO"/>
          </a:p>
        </p:txBody>
      </p:sp>
      <p:sp>
        <p:nvSpPr>
          <p:cNvPr id="5" name="Footer Placeholder 4"/>
          <p:cNvSpPr>
            <a:spLocks noGrp="1"/>
          </p:cNvSpPr>
          <p:nvPr>
            <p:ph type="ftr" sz="quarter" idx="11"/>
          </p:nvPr>
        </p:nvSpPr>
        <p:spPr/>
        <p:txBody>
          <a:bodyPr/>
          <a:lstStyle/>
          <a:p>
            <a:pPr>
              <a:defRPr/>
            </a:pPr>
            <a:endParaRPr lang="en-US" altLang="es-BO"/>
          </a:p>
        </p:txBody>
      </p:sp>
      <p:sp>
        <p:nvSpPr>
          <p:cNvPr id="6" name="Slide Number Placeholder 5"/>
          <p:cNvSpPr>
            <a:spLocks noGrp="1"/>
          </p:cNvSpPr>
          <p:nvPr>
            <p:ph type="sldNum" sz="quarter" idx="12"/>
          </p:nvPr>
        </p:nvSpPr>
        <p:spPr/>
        <p:txBody>
          <a:bodyPr/>
          <a:lstStyle/>
          <a:p>
            <a:pPr>
              <a:defRPr/>
            </a:pPr>
            <a:fld id="{2A2A6943-B4F3-42F8-9B85-075F326771C0}" type="slidenum">
              <a:rPr lang="en-US" altLang="es-BO" smtClean="0"/>
              <a:pPr>
                <a:defRPr/>
              </a:pPr>
              <a:t>‹Nº›</a:t>
            </a:fld>
            <a:endParaRPr lang="en-US" altLang="es-BO"/>
          </a:p>
        </p:txBody>
      </p:sp>
    </p:spTree>
    <p:extLst>
      <p:ext uri="{BB962C8B-B14F-4D97-AF65-F5344CB8AC3E}">
        <p14:creationId xmlns:p14="http://schemas.microsoft.com/office/powerpoint/2010/main" val="2528817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96135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0578ACC-22D6-47C1-A373-4FD133E34F3C}"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46015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060367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45127" y="2507550"/>
            <a:ext cx="5156200" cy="36805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7550"/>
            <a:ext cx="5181601" cy="36805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D82014A1-A632-4878-A0D3-F52BA7563730}"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3082281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E99F462-093F-4566-844B-4C71F2739DA5}" type="datetimeFigureOut">
              <a:rPr lang="en-US" smtClean="0"/>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
        <p:nvSpPr>
          <p:cNvPr id="6" name="Title 5"/>
          <p:cNvSpPr>
            <a:spLocks noGrp="1"/>
          </p:cNvSpPr>
          <p:nvPr>
            <p:ph type="title"/>
          </p:nvPr>
        </p:nvSpPr>
        <p:spPr/>
        <p:txBody>
          <a:bodyPr/>
          <a:lstStyle/>
          <a:p>
            <a:r>
              <a:rPr lang="es-ES"/>
              <a:t>Haga clic para modificar el estilo de título del patrón</a:t>
            </a:r>
            <a:endParaRPr lang="en-US"/>
          </a:p>
        </p:txBody>
      </p:sp>
    </p:spTree>
    <p:extLst>
      <p:ext uri="{BB962C8B-B14F-4D97-AF65-F5344CB8AC3E}">
        <p14:creationId xmlns:p14="http://schemas.microsoft.com/office/powerpoint/2010/main" val="2088755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4A7AC-904D-4781-85BA-7D10C17ED021}" type="datetimeFigureOut">
              <a:rPr lang="en-US" smtClean="0"/>
              <a:t>4/14/2026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284390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331444B-B92B-4E27-8C94-BB93EAF5CB18}"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014929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3EFA5E-FA76-400D-B3DC-F0BA90E6D107}"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391706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013161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6178E61D-D431-422C-9764-11DAFE33AB63}"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143964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3916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grpSp>
        <p:nvGrpSpPr>
          <p:cNvPr id="27" name="Group 26"/>
          <p:cNvGrpSpPr/>
          <p:nvPr/>
        </p:nvGrpSpPr>
        <p:grpSpPr>
          <a:xfrm>
            <a:off x="0" y="609601"/>
            <a:ext cx="1221595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cstate="print">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Título 6"/>
          <p:cNvSpPr>
            <a:spLocks noGrp="1"/>
          </p:cNvSpPr>
          <p:nvPr>
            <p:ph type="title"/>
          </p:nvPr>
        </p:nvSpPr>
        <p:spPr/>
        <p:txBody>
          <a:bodyPr/>
          <a:lstStyle/>
          <a:p>
            <a:r>
              <a:rPr lang="es-ES"/>
              <a:t>Haga clic para modificar el estilo de título del patrón</a:t>
            </a:r>
          </a:p>
        </p:txBody>
      </p:sp>
    </p:spTree>
    <p:extLst>
      <p:ext uri="{BB962C8B-B14F-4D97-AF65-F5344CB8AC3E}">
        <p14:creationId xmlns:p14="http://schemas.microsoft.com/office/powerpoint/2010/main" val="528571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a:defRPr/>
            </a:pPr>
            <a:endParaRPr lang="en-US" altLang="es-BO"/>
          </a:p>
        </p:txBody>
      </p:sp>
      <p:sp>
        <p:nvSpPr>
          <p:cNvPr id="5" name="Footer Placeholder 4"/>
          <p:cNvSpPr>
            <a:spLocks noGrp="1"/>
          </p:cNvSpPr>
          <p:nvPr>
            <p:ph type="ftr" sz="quarter" idx="11"/>
          </p:nvPr>
        </p:nvSpPr>
        <p:spPr/>
        <p:txBody>
          <a:bodyPr/>
          <a:lstStyle/>
          <a:p>
            <a:pPr>
              <a:defRPr/>
            </a:pPr>
            <a:endParaRPr lang="en-US" altLang="es-BO"/>
          </a:p>
        </p:txBody>
      </p:sp>
      <p:sp>
        <p:nvSpPr>
          <p:cNvPr id="6" name="Slide Number Placeholder 5"/>
          <p:cNvSpPr>
            <a:spLocks noGrp="1"/>
          </p:cNvSpPr>
          <p:nvPr>
            <p:ph type="sldNum" sz="quarter" idx="12"/>
          </p:nvPr>
        </p:nvSpPr>
        <p:spPr/>
        <p:txBody>
          <a:bodyPr/>
          <a:lstStyle/>
          <a:p>
            <a:pPr>
              <a:defRPr/>
            </a:pPr>
            <a:fld id="{2A2A6943-B4F3-42F8-9B85-075F326771C0}" type="slidenum">
              <a:rPr lang="en-US" altLang="es-BO" smtClean="0"/>
              <a:pPr>
                <a:defRPr/>
              </a:pPr>
              <a:t>‹Nº›</a:t>
            </a:fld>
            <a:endParaRPr lang="en-US" altLang="es-BO"/>
          </a:p>
        </p:txBody>
      </p:sp>
    </p:spTree>
    <p:extLst>
      <p:ext uri="{BB962C8B-B14F-4D97-AF65-F5344CB8AC3E}">
        <p14:creationId xmlns:p14="http://schemas.microsoft.com/office/powerpoint/2010/main" val="1145436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93638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0578ACC-22D6-47C1-A373-4FD133E34F3C}"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710644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68346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45127" y="2507550"/>
            <a:ext cx="5156200" cy="36805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7550"/>
            <a:ext cx="5181601" cy="368052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D82014A1-A632-4878-A0D3-F52BA7563730}"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
        <p:nvSpPr>
          <p:cNvPr id="10" name="Title 9"/>
          <p:cNvSpPr>
            <a:spLocks noGrp="1"/>
          </p:cNvSpPr>
          <p:nvPr>
            <p:ph type="title"/>
          </p:nvPr>
        </p:nvSpPr>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25011501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E99F462-093F-4566-844B-4C71F2739DA5}" type="datetimeFigureOut">
              <a:rPr lang="en-US" smtClean="0"/>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
        <p:nvSpPr>
          <p:cNvPr id="6" name="Title 5"/>
          <p:cNvSpPr>
            <a:spLocks noGrp="1"/>
          </p:cNvSpPr>
          <p:nvPr>
            <p:ph type="title"/>
          </p:nvPr>
        </p:nvSpPr>
        <p:spPr/>
        <p:txBody>
          <a:bodyPr/>
          <a:lstStyle/>
          <a:p>
            <a:r>
              <a:rPr lang="es-ES"/>
              <a:t>Haga clic para modificar el estilo de título del patrón</a:t>
            </a:r>
            <a:endParaRPr lang="en-US"/>
          </a:p>
        </p:txBody>
      </p:sp>
    </p:spTree>
    <p:extLst>
      <p:ext uri="{BB962C8B-B14F-4D97-AF65-F5344CB8AC3E}">
        <p14:creationId xmlns:p14="http://schemas.microsoft.com/office/powerpoint/2010/main" val="882787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24A7AC-904D-4781-85BA-7D10C17ED021}" type="datetimeFigureOut">
              <a:rPr lang="en-US" smtClean="0"/>
              <a:t>4/14/2026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0117126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331444B-B92B-4E27-8C94-BB93EAF5CB18}"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5669310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3EFA5E-FA76-400D-B3DC-F0BA90E6D107}"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9146723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035079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6178E61D-D431-422C-9764-11DAFE33AB63}"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817348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9037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419"/>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419"/>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pPr>
              <a:defRPr/>
            </a:pPr>
            <a:endParaRPr lang="en-US" altLang="es-BO"/>
          </a:p>
        </p:txBody>
      </p:sp>
      <p:sp>
        <p:nvSpPr>
          <p:cNvPr id="5" name="Footer Placeholder 4"/>
          <p:cNvSpPr>
            <a:spLocks noGrp="1"/>
          </p:cNvSpPr>
          <p:nvPr>
            <p:ph type="ftr" sz="quarter" idx="11"/>
          </p:nvPr>
        </p:nvSpPr>
        <p:spPr/>
        <p:txBody>
          <a:bodyPr/>
          <a:lstStyle/>
          <a:p>
            <a:pPr>
              <a:defRPr/>
            </a:pPr>
            <a:endParaRPr lang="en-US" altLang="es-BO"/>
          </a:p>
        </p:txBody>
      </p:sp>
      <p:sp>
        <p:nvSpPr>
          <p:cNvPr id="6" name="Slide Number Placeholder 5"/>
          <p:cNvSpPr>
            <a:spLocks noGrp="1"/>
          </p:cNvSpPr>
          <p:nvPr>
            <p:ph type="sldNum" sz="quarter" idx="12"/>
          </p:nvPr>
        </p:nvSpPr>
        <p:spPr/>
        <p:txBody>
          <a:bodyPr/>
          <a:lstStyle/>
          <a:p>
            <a:pPr>
              <a:defRPr/>
            </a:pPr>
            <a:fld id="{2A2A6943-B4F3-42F8-9B85-075F326771C0}" type="slidenum">
              <a:rPr lang="en-US" altLang="es-BO" smtClean="0"/>
              <a:pPr>
                <a:defRPr/>
              </a:pPr>
              <a:t>‹Nº›</a:t>
            </a:fld>
            <a:endParaRPr lang="en-US" altLang="es-B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837738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6684747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0578ACC-22D6-47C1-A373-4FD133E34F3C}"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3226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564472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smtClean="0"/>
              <a:t>4/14/2026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6336394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smtClean="0"/>
              <a:t>4/14/2026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3193345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D24A7AC-904D-4781-85BA-7D10C17ED021}" type="datetimeFigureOut">
              <a:rPr lang="en-US" smtClean="0"/>
              <a:t>4/14/2026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34345071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331444B-B92B-4E27-8C94-BB93EAF5CB18}" type="datetimeFigureOut">
              <a:rPr lang="en-US" smtClean="0"/>
              <a:t>4/14/2026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4486437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63EFA5E-FA76-400D-B3DC-F0BA90E6D107}" type="datetimeFigureOut">
              <a:rPr lang="en-US" smtClean="0"/>
              <a:t>4/14/2026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863902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4060056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178E61D-D431-422C-9764-11DAFE33AB63}"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0550077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2763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pPr>
              <a:defRPr/>
            </a:pPr>
            <a:endParaRPr lang="en-US" altLang="es-BO"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pPr>
              <a:defRPr/>
            </a:pPr>
            <a:endParaRPr lang="en-US" altLang="es-BO" dirty="0"/>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pPr>
              <a:defRPr/>
            </a:pPr>
            <a:endParaRPr lang="en-US" altLang="es-BO" dirty="0"/>
          </a:p>
        </p:txBody>
      </p:sp>
    </p:spTree>
    <p:extLst>
      <p:ext uri="{BB962C8B-B14F-4D97-AF65-F5344CB8AC3E}">
        <p14:creationId xmlns:p14="http://schemas.microsoft.com/office/powerpoint/2010/main" val="38423557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1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pPr>
              <a:defRPr/>
            </a:pPr>
            <a:endParaRPr lang="en-US" altLang="es-BO"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pPr>
              <a:defRPr/>
            </a:pPr>
            <a:endParaRPr lang="en-US" altLang="es-BO" dirty="0"/>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pPr>
              <a:defRPr/>
            </a:pPr>
            <a:endParaRPr lang="en-US" altLang="es-BO" dirty="0"/>
          </a:p>
        </p:txBody>
      </p:sp>
    </p:spTree>
    <p:extLst>
      <p:ext uri="{BB962C8B-B14F-4D97-AF65-F5344CB8AC3E}">
        <p14:creationId xmlns:p14="http://schemas.microsoft.com/office/powerpoint/2010/main" val="3024191435"/>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419"/>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419"/>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ltLang="es-BO"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ltLang="es-BO"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endParaRPr lang="en-US" altLang="es-BO"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7207465"/>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7.xml"/><Relationship Id="rId5" Type="http://schemas.openxmlformats.org/officeDocument/2006/relationships/image" Target="../media/image17.emf"/><Relationship Id="rId4" Type="http://schemas.openxmlformats.org/officeDocument/2006/relationships/customXml" Target="../ink/ink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bin"/><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5.xml"/><Relationship Id="rId3" Type="http://schemas.openxmlformats.org/officeDocument/2006/relationships/tags" Target="../tags/tag3.xml"/><Relationship Id="rId7" Type="http://schemas.openxmlformats.org/officeDocument/2006/relationships/image" Target="../media/image20.png"/><Relationship Id="rId12" Type="http://schemas.openxmlformats.org/officeDocument/2006/relationships/chart" Target="../charts/chart4.xml"/><Relationship Id="rId2" Type="http://schemas.openxmlformats.org/officeDocument/2006/relationships/tags" Target="../tags/tag2.xml"/><Relationship Id="rId16" Type="http://schemas.openxmlformats.org/officeDocument/2006/relationships/chart" Target="../charts/chart5.xml"/><Relationship Id="rId1" Type="http://schemas.openxmlformats.org/officeDocument/2006/relationships/tags" Target="../tags/tag1.xml"/><Relationship Id="rId6" Type="http://schemas.openxmlformats.org/officeDocument/2006/relationships/customXml" Target="../ink/ink2.xml"/><Relationship Id="rId11" Type="http://schemas.openxmlformats.org/officeDocument/2006/relationships/image" Target="../media/image21.png"/><Relationship Id="rId5" Type="http://schemas.openxmlformats.org/officeDocument/2006/relationships/image" Target="../media/image19.png"/><Relationship Id="rId15" Type="http://schemas.openxmlformats.org/officeDocument/2006/relationships/image" Target="../media/image23.png"/><Relationship Id="rId10" Type="http://schemas.openxmlformats.org/officeDocument/2006/relationships/chart" Target="../charts/chart3.xml"/><Relationship Id="rId4" Type="http://schemas.openxmlformats.org/officeDocument/2006/relationships/slideLayout" Target="../slideLayouts/slideLayout27.xml"/><Relationship Id="rId9" Type="http://schemas.openxmlformats.org/officeDocument/2006/relationships/customXml" Target="../ink/ink4.xml"/><Relationship Id="rId1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image" Target="../media/image2110.png"/><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2410.png"/><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18" Type="http://schemas.openxmlformats.org/officeDocument/2006/relationships/customXml" Target="../ink/ink9.xml"/><Relationship Id="rId3" Type="http://schemas.openxmlformats.org/officeDocument/2006/relationships/tags" Target="../tags/tag6.xml"/><Relationship Id="rId7" Type="http://schemas.openxmlformats.org/officeDocument/2006/relationships/notesSlide" Target="../notesSlides/notesSlide1.xml"/><Relationship Id="rId12" Type="http://schemas.openxmlformats.org/officeDocument/2006/relationships/image" Target="../media/image27.png"/><Relationship Id="rId17" Type="http://schemas.openxmlformats.org/officeDocument/2006/relationships/customXml" Target="../ink/ink8.xml"/><Relationship Id="rId2" Type="http://schemas.openxmlformats.org/officeDocument/2006/relationships/tags" Target="../tags/tag5.xml"/><Relationship Id="rId16" Type="http://schemas.openxmlformats.org/officeDocument/2006/relationships/customXml" Target="../ink/ink7.xml"/><Relationship Id="rId1" Type="http://schemas.openxmlformats.org/officeDocument/2006/relationships/tags" Target="../tags/tag4.xml"/><Relationship Id="rId6" Type="http://schemas.openxmlformats.org/officeDocument/2006/relationships/slideLayout" Target="../slideLayouts/slideLayout27.xml"/><Relationship Id="rId11" Type="http://schemas.openxmlformats.org/officeDocument/2006/relationships/chart" Target="../charts/chart6.xml"/><Relationship Id="rId5" Type="http://schemas.openxmlformats.org/officeDocument/2006/relationships/tags" Target="../tags/tag8.xml"/><Relationship Id="rId15" Type="http://schemas.openxmlformats.org/officeDocument/2006/relationships/image" Target="../media/image29.png"/><Relationship Id="rId10" Type="http://schemas.openxmlformats.org/officeDocument/2006/relationships/image" Target="../media/image26.png"/><Relationship Id="rId19" Type="http://schemas.openxmlformats.org/officeDocument/2006/relationships/customXml" Target="../ink/ink10.xml"/><Relationship Id="rId4" Type="http://schemas.openxmlformats.org/officeDocument/2006/relationships/tags" Target="../tags/tag7.xml"/><Relationship Id="rId9" Type="http://schemas.openxmlformats.org/officeDocument/2006/relationships/image" Target="../media/image25.png"/><Relationship Id="rId14" Type="http://schemas.openxmlformats.org/officeDocument/2006/relationships/customXml" Target="../ink/ink6.xml"/></Relationships>
</file>

<file path=ppt/slides/_rels/slide30.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image" Target="../media/image166.png"/><Relationship Id="rId18" Type="http://schemas.openxmlformats.org/officeDocument/2006/relationships/customXml" Target="../ink/ink18.xml"/><Relationship Id="rId3" Type="http://schemas.openxmlformats.org/officeDocument/2006/relationships/image" Target="../media/image290.png"/><Relationship Id="rId21" Type="http://schemas.openxmlformats.org/officeDocument/2006/relationships/image" Target="../media/image170.png"/><Relationship Id="rId7" Type="http://schemas.openxmlformats.org/officeDocument/2006/relationships/image" Target="../media/image164.png"/><Relationship Id="rId12" Type="http://schemas.openxmlformats.org/officeDocument/2006/relationships/customXml" Target="../ink/ink15.xml"/><Relationship Id="rId17" Type="http://schemas.openxmlformats.org/officeDocument/2006/relationships/image" Target="../media/image168.png"/><Relationship Id="rId25" Type="http://schemas.openxmlformats.org/officeDocument/2006/relationships/image" Target="../media/image172.png"/><Relationship Id="rId2" Type="http://schemas.openxmlformats.org/officeDocument/2006/relationships/image" Target="../media/image30.png"/><Relationship Id="rId16" Type="http://schemas.openxmlformats.org/officeDocument/2006/relationships/customXml" Target="../ink/ink17.xml"/><Relationship Id="rId20" Type="http://schemas.openxmlformats.org/officeDocument/2006/relationships/customXml" Target="../ink/ink19.xml"/><Relationship Id="rId1" Type="http://schemas.openxmlformats.org/officeDocument/2006/relationships/slideLayout" Target="../slideLayouts/slideLayout27.xml"/><Relationship Id="rId6" Type="http://schemas.openxmlformats.org/officeDocument/2006/relationships/customXml" Target="../ink/ink12.xml"/><Relationship Id="rId11" Type="http://schemas.openxmlformats.org/officeDocument/2006/relationships/image" Target="../media/image142.png"/><Relationship Id="rId24" Type="http://schemas.openxmlformats.org/officeDocument/2006/relationships/customXml" Target="../ink/ink21.xml"/><Relationship Id="rId5" Type="http://schemas.openxmlformats.org/officeDocument/2006/relationships/image" Target="../media/image163.png"/><Relationship Id="rId15" Type="http://schemas.openxmlformats.org/officeDocument/2006/relationships/image" Target="../media/image167.png"/><Relationship Id="rId23" Type="http://schemas.openxmlformats.org/officeDocument/2006/relationships/image" Target="../media/image171.png"/><Relationship Id="rId10" Type="http://schemas.openxmlformats.org/officeDocument/2006/relationships/customXml" Target="../ink/ink14.xml"/><Relationship Id="rId19" Type="http://schemas.openxmlformats.org/officeDocument/2006/relationships/image" Target="../media/image169.png"/><Relationship Id="rId4" Type="http://schemas.openxmlformats.org/officeDocument/2006/relationships/customXml" Target="../ink/ink11.xml"/><Relationship Id="rId9" Type="http://schemas.openxmlformats.org/officeDocument/2006/relationships/image" Target="../media/image165.png"/><Relationship Id="rId14" Type="http://schemas.openxmlformats.org/officeDocument/2006/relationships/customXml" Target="../ink/ink16.xml"/><Relationship Id="rId22" Type="http://schemas.openxmlformats.org/officeDocument/2006/relationships/customXml" Target="../ink/ink20.xml"/></Relationships>
</file>

<file path=ppt/slides/_rels/slide31.xml.rels><?xml version="1.0" encoding="UTF-8" standalone="yes"?>
<Relationships xmlns="http://schemas.openxmlformats.org/package/2006/relationships"><Relationship Id="rId51" Type="http://schemas.openxmlformats.org/officeDocument/2006/relationships/image" Target="../media/image196.png"/><Relationship Id="rId3" Type="http://schemas.openxmlformats.org/officeDocument/2006/relationships/image" Target="../media/image32.png"/><Relationship Id="rId50" Type="http://schemas.openxmlformats.org/officeDocument/2006/relationships/customXml" Target="../ink/ink23.xml"/><Relationship Id="rId55" Type="http://schemas.openxmlformats.org/officeDocument/2006/relationships/image" Target="../media/image198.png"/><Relationship Id="rId2" Type="http://schemas.openxmlformats.org/officeDocument/2006/relationships/image" Target="../media/image31.png"/><Relationship Id="rId54" Type="http://schemas.openxmlformats.org/officeDocument/2006/relationships/customXml" Target="../ink/ink25.xml"/><Relationship Id="rId1" Type="http://schemas.openxmlformats.org/officeDocument/2006/relationships/slideLayout" Target="../slideLayouts/slideLayout27.xml"/><Relationship Id="rId53" Type="http://schemas.openxmlformats.org/officeDocument/2006/relationships/image" Target="../media/image197.png"/><Relationship Id="rId49" Type="http://schemas.openxmlformats.org/officeDocument/2006/relationships/image" Target="../media/image195.png"/><Relationship Id="rId57" Type="http://schemas.openxmlformats.org/officeDocument/2006/relationships/image" Target="../media/image199.png"/><Relationship Id="rId52" Type="http://schemas.openxmlformats.org/officeDocument/2006/relationships/customXml" Target="../ink/ink24.xml"/><Relationship Id="rId4" Type="http://schemas.openxmlformats.org/officeDocument/2006/relationships/customXml" Target="../ink/ink22.xml"/><Relationship Id="rId56" Type="http://schemas.openxmlformats.org/officeDocument/2006/relationships/customXml" Target="../ink/ink26.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510.png"/></Relationships>
</file>

<file path=ppt/slides/_rels/slide35.xml.rels><?xml version="1.0" encoding="UTF-8" standalone="yes"?>
<Relationships xmlns="http://schemas.openxmlformats.org/package/2006/relationships"><Relationship Id="rId8" Type="http://schemas.openxmlformats.org/officeDocument/2006/relationships/customXml" Target="../ink/ink28.xml"/><Relationship Id="rId13" Type="http://schemas.openxmlformats.org/officeDocument/2006/relationships/image" Target="../media/image40.emf"/><Relationship Id="rId18" Type="http://schemas.openxmlformats.org/officeDocument/2006/relationships/image" Target="../media/image37.png"/><Relationship Id="rId3" Type="http://schemas.openxmlformats.org/officeDocument/2006/relationships/tags" Target="../tags/tag13.xml"/><Relationship Id="rId21" Type="http://schemas.openxmlformats.org/officeDocument/2006/relationships/image" Target="../media/image39.png"/><Relationship Id="rId7" Type="http://schemas.openxmlformats.org/officeDocument/2006/relationships/image" Target="../media/image350.png"/><Relationship Id="rId12" Type="http://schemas.openxmlformats.org/officeDocument/2006/relationships/customXml" Target="../ink/ink30.xml"/><Relationship Id="rId17" Type="http://schemas.openxmlformats.org/officeDocument/2006/relationships/customXml" Target="../ink/ink34.xml"/><Relationship Id="rId2" Type="http://schemas.openxmlformats.org/officeDocument/2006/relationships/tags" Target="../tags/tag12.xml"/><Relationship Id="rId16" Type="http://schemas.openxmlformats.org/officeDocument/2006/relationships/customXml" Target="../ink/ink33.xml"/><Relationship Id="rId20" Type="http://schemas.openxmlformats.org/officeDocument/2006/relationships/image" Target="../media/image380.png"/><Relationship Id="rId1" Type="http://schemas.openxmlformats.org/officeDocument/2006/relationships/tags" Target="../tags/tag11.xml"/><Relationship Id="rId6" Type="http://schemas.openxmlformats.org/officeDocument/2006/relationships/customXml" Target="../ink/ink27.xml"/><Relationship Id="rId11" Type="http://schemas.openxmlformats.org/officeDocument/2006/relationships/image" Target="../media/image39.emf"/><Relationship Id="rId5" Type="http://schemas.openxmlformats.org/officeDocument/2006/relationships/image" Target="../media/image36.png"/><Relationship Id="rId15" Type="http://schemas.openxmlformats.org/officeDocument/2006/relationships/customXml" Target="../ink/ink32.xml"/><Relationship Id="rId10" Type="http://schemas.openxmlformats.org/officeDocument/2006/relationships/customXml" Target="../ink/ink29.xml"/><Relationship Id="rId19" Type="http://schemas.openxmlformats.org/officeDocument/2006/relationships/image" Target="../media/image38.png"/><Relationship Id="rId4" Type="http://schemas.openxmlformats.org/officeDocument/2006/relationships/slideLayout" Target="../slideLayouts/slideLayout27.xml"/><Relationship Id="rId9" Type="http://schemas.openxmlformats.org/officeDocument/2006/relationships/image" Target="../media/image28.png"/><Relationship Id="rId14" Type="http://schemas.openxmlformats.org/officeDocument/2006/relationships/customXml" Target="../ink/ink31.xml"/></Relationships>
</file>

<file path=ppt/slides/_rels/slide36.xml.rels><?xml version="1.0" encoding="UTF-8" standalone="yes"?>
<Relationships xmlns="http://schemas.openxmlformats.org/package/2006/relationships"><Relationship Id="rId3" Type="http://schemas.openxmlformats.org/officeDocument/2006/relationships/tags" Target="../tags/tag16.xml"/><Relationship Id="rId7" Type="http://schemas.openxmlformats.org/officeDocument/2006/relationships/image" Target="../media/image28.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7.xml"/><Relationship Id="rId7" Type="http://schemas.openxmlformats.org/officeDocument/2006/relationships/image" Target="../media/image49.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4.xml"/><Relationship Id="rId13" Type="http://schemas.openxmlformats.org/officeDocument/2006/relationships/image" Target="../media/image48.png"/><Relationship Id="rId3" Type="http://schemas.openxmlformats.org/officeDocument/2006/relationships/tags" Target="../tags/tag21.xml"/><Relationship Id="rId34" Type="http://schemas.openxmlformats.org/officeDocument/2006/relationships/customXml" Target="../ink/ink36.xml"/><Relationship Id="rId7" Type="http://schemas.openxmlformats.org/officeDocument/2006/relationships/slideLayout" Target="../slideLayouts/slideLayout27.xml"/><Relationship Id="rId12" Type="http://schemas.openxmlformats.org/officeDocument/2006/relationships/image" Target="../media/image47.png"/><Relationship Id="rId33" Type="http://schemas.openxmlformats.org/officeDocument/2006/relationships/image" Target="../media/image142.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46.png"/><Relationship Id="rId37" Type="http://schemas.openxmlformats.org/officeDocument/2006/relationships/customXml" Target="../ink/ink38.xml"/><Relationship Id="rId5" Type="http://schemas.openxmlformats.org/officeDocument/2006/relationships/tags" Target="../tags/tag23.xml"/><Relationship Id="rId15" Type="http://schemas.openxmlformats.org/officeDocument/2006/relationships/customXml" Target="../ink/ink35.xml"/><Relationship Id="rId36" Type="http://schemas.openxmlformats.org/officeDocument/2006/relationships/image" Target="../media/image271.png"/><Relationship Id="rId10" Type="http://schemas.openxmlformats.org/officeDocument/2006/relationships/image" Target="../media/image45.png"/><Relationship Id="rId44" Type="http://schemas.openxmlformats.org/officeDocument/2006/relationships/image" Target="../media/image275.png"/><Relationship Id="rId4" Type="http://schemas.openxmlformats.org/officeDocument/2006/relationships/tags" Target="../tags/tag22.xml"/><Relationship Id="rId9" Type="http://schemas.openxmlformats.org/officeDocument/2006/relationships/image" Target="../media/image50.png"/><Relationship Id="rId14" Type="http://schemas.openxmlformats.org/officeDocument/2006/relationships/image" Target="../media/image51.png"/><Relationship Id="rId35" Type="http://schemas.openxmlformats.org/officeDocument/2006/relationships/customXml" Target="../ink/ink37.xml"/></Relationships>
</file>

<file path=ppt/slides/_rels/slide3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55.pn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54.png"/><Relationship Id="rId2" Type="http://schemas.openxmlformats.org/officeDocument/2006/relationships/tags" Target="../tags/tag26.xml"/><Relationship Id="rId16" Type="http://schemas.openxmlformats.org/officeDocument/2006/relationships/image" Target="../media/image64.pn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53.png"/><Relationship Id="rId5" Type="http://schemas.openxmlformats.org/officeDocument/2006/relationships/tags" Target="../tags/tag29.xml"/><Relationship Id="rId15" Type="http://schemas.openxmlformats.org/officeDocument/2006/relationships/image" Target="../media/image63.png"/><Relationship Id="rId10" Type="http://schemas.openxmlformats.org/officeDocument/2006/relationships/image" Target="../media/image52.png"/><Relationship Id="rId4" Type="http://schemas.openxmlformats.org/officeDocument/2006/relationships/tags" Target="../tags/tag28.xml"/><Relationship Id="rId9" Type="http://schemas.openxmlformats.org/officeDocument/2006/relationships/notesSlide" Target="../notesSlides/notesSlide6.xml"/><Relationship Id="rId14" Type="http://schemas.openxmlformats.org/officeDocument/2006/relationships/image" Target="../media/image62.png"/></Relationships>
</file>

<file path=ppt/slides/_rels/slide41.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tags" Target="../tags/tag44.xml"/><Relationship Id="rId18" Type="http://schemas.openxmlformats.org/officeDocument/2006/relationships/notesSlide" Target="../notesSlides/notesSlide7.xml"/><Relationship Id="rId26" Type="http://schemas.openxmlformats.org/officeDocument/2006/relationships/image" Target="../media/image70.png"/><Relationship Id="rId3" Type="http://schemas.openxmlformats.org/officeDocument/2006/relationships/tags" Target="../tags/tag34.xml"/><Relationship Id="rId21" Type="http://schemas.openxmlformats.org/officeDocument/2006/relationships/image" Target="../media/image62.png"/><Relationship Id="rId7" Type="http://schemas.openxmlformats.org/officeDocument/2006/relationships/tags" Target="../tags/tag38.xml"/><Relationship Id="rId12" Type="http://schemas.openxmlformats.org/officeDocument/2006/relationships/tags" Target="../tags/tag43.xml"/><Relationship Id="rId17" Type="http://schemas.openxmlformats.org/officeDocument/2006/relationships/slideLayout" Target="../slideLayouts/slideLayout27.xml"/><Relationship Id="rId25" Type="http://schemas.openxmlformats.org/officeDocument/2006/relationships/image" Target="../media/image69.png"/><Relationship Id="rId2" Type="http://schemas.openxmlformats.org/officeDocument/2006/relationships/tags" Target="../tags/tag33.xml"/><Relationship Id="rId16" Type="http://schemas.openxmlformats.org/officeDocument/2006/relationships/tags" Target="../tags/tag47.xml"/><Relationship Id="rId20" Type="http://schemas.openxmlformats.org/officeDocument/2006/relationships/image" Target="../media/image66.png"/><Relationship Id="rId29" Type="http://schemas.openxmlformats.org/officeDocument/2006/relationships/image" Target="../media/image73.png"/><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tags" Target="../tags/tag42.xml"/><Relationship Id="rId24" Type="http://schemas.openxmlformats.org/officeDocument/2006/relationships/image" Target="../media/image68.png"/><Relationship Id="rId32" Type="http://schemas.openxmlformats.org/officeDocument/2006/relationships/image" Target="../media/image76.png"/><Relationship Id="rId5" Type="http://schemas.openxmlformats.org/officeDocument/2006/relationships/tags" Target="../tags/tag36.xml"/><Relationship Id="rId15" Type="http://schemas.openxmlformats.org/officeDocument/2006/relationships/tags" Target="../tags/tag46.xml"/><Relationship Id="rId23" Type="http://schemas.openxmlformats.org/officeDocument/2006/relationships/image" Target="../media/image67.png"/><Relationship Id="rId28" Type="http://schemas.openxmlformats.org/officeDocument/2006/relationships/image" Target="../media/image72.png"/><Relationship Id="rId10" Type="http://schemas.openxmlformats.org/officeDocument/2006/relationships/tags" Target="../tags/tag41.xml"/><Relationship Id="rId19" Type="http://schemas.openxmlformats.org/officeDocument/2006/relationships/image" Target="../media/image65.png"/><Relationship Id="rId31" Type="http://schemas.openxmlformats.org/officeDocument/2006/relationships/image" Target="../media/image75.png"/><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tags" Target="../tags/tag45.xml"/><Relationship Id="rId22" Type="http://schemas.openxmlformats.org/officeDocument/2006/relationships/image" Target="../media/image63.png"/><Relationship Id="rId27" Type="http://schemas.openxmlformats.org/officeDocument/2006/relationships/image" Target="../media/image71.png"/><Relationship Id="rId30" Type="http://schemas.openxmlformats.org/officeDocument/2006/relationships/image" Target="../media/image74.png"/></Relationships>
</file>

<file path=ppt/slides/_rels/slide42.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image" Target="../media/image77.png"/><Relationship Id="rId18" Type="http://schemas.openxmlformats.org/officeDocument/2006/relationships/image" Target="../media/image82.png"/><Relationship Id="rId3" Type="http://schemas.openxmlformats.org/officeDocument/2006/relationships/tags" Target="../tags/tag50.xml"/><Relationship Id="rId21" Type="http://schemas.openxmlformats.org/officeDocument/2006/relationships/image" Target="../media/image84.png"/><Relationship Id="rId7" Type="http://schemas.openxmlformats.org/officeDocument/2006/relationships/tags" Target="../tags/tag54.xml"/><Relationship Id="rId12" Type="http://schemas.openxmlformats.org/officeDocument/2006/relationships/notesSlide" Target="../notesSlides/notesSlide8.xml"/><Relationship Id="rId17" Type="http://schemas.openxmlformats.org/officeDocument/2006/relationships/image" Target="../media/image81.png"/><Relationship Id="rId2" Type="http://schemas.openxmlformats.org/officeDocument/2006/relationships/tags" Target="../tags/tag49.xml"/><Relationship Id="rId16" Type="http://schemas.openxmlformats.org/officeDocument/2006/relationships/image" Target="../media/image80.png"/><Relationship Id="rId20" Type="http://schemas.openxmlformats.org/officeDocument/2006/relationships/customXml" Target="../ink/ink3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slideLayout" Target="../slideLayouts/slideLayout27.xml"/><Relationship Id="rId5" Type="http://schemas.openxmlformats.org/officeDocument/2006/relationships/tags" Target="../tags/tag52.xml"/><Relationship Id="rId15" Type="http://schemas.openxmlformats.org/officeDocument/2006/relationships/image" Target="../media/image79.png"/><Relationship Id="rId10" Type="http://schemas.openxmlformats.org/officeDocument/2006/relationships/tags" Target="../tags/tag57.xml"/><Relationship Id="rId19" Type="http://schemas.openxmlformats.org/officeDocument/2006/relationships/image" Target="../media/image83.png"/><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image" Target="../media/image78.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7.xml"/><Relationship Id="rId1" Type="http://schemas.openxmlformats.org/officeDocument/2006/relationships/tags" Target="../tags/tag58.xml"/><Relationship Id="rId6" Type="http://schemas.openxmlformats.org/officeDocument/2006/relationships/image" Target="../media/image74.emf"/><Relationship Id="rId5" Type="http://schemas.openxmlformats.org/officeDocument/2006/relationships/customXml" Target="../ink/ink40.xml"/><Relationship Id="rId4" Type="http://schemas.openxmlformats.org/officeDocument/2006/relationships/image" Target="../media/image85.png"/></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10.xml"/><Relationship Id="rId13" Type="http://schemas.openxmlformats.org/officeDocument/2006/relationships/image" Target="../media/image90.png"/><Relationship Id="rId3" Type="http://schemas.openxmlformats.org/officeDocument/2006/relationships/tags" Target="../tags/tag61.xml"/><Relationship Id="rId7" Type="http://schemas.openxmlformats.org/officeDocument/2006/relationships/slideLayout" Target="../slideLayouts/slideLayout27.xml"/><Relationship Id="rId12" Type="http://schemas.openxmlformats.org/officeDocument/2006/relationships/image" Target="../media/image89.png"/><Relationship Id="rId2" Type="http://schemas.openxmlformats.org/officeDocument/2006/relationships/tags" Target="../tags/tag60.xml"/><Relationship Id="rId16" Type="http://schemas.openxmlformats.org/officeDocument/2006/relationships/image" Target="../media/image820.png"/><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image" Target="../media/image88.png"/><Relationship Id="rId5" Type="http://schemas.openxmlformats.org/officeDocument/2006/relationships/tags" Target="../tags/tag63.xml"/><Relationship Id="rId15" Type="http://schemas.openxmlformats.org/officeDocument/2006/relationships/image" Target="../media/image95.png"/><Relationship Id="rId10" Type="http://schemas.openxmlformats.org/officeDocument/2006/relationships/image" Target="../media/image87.png"/><Relationship Id="rId4" Type="http://schemas.openxmlformats.org/officeDocument/2006/relationships/tags" Target="../tags/tag62.xml"/><Relationship Id="rId9" Type="http://schemas.openxmlformats.org/officeDocument/2006/relationships/image" Target="../media/image86.png"/><Relationship Id="rId14" Type="http://schemas.openxmlformats.org/officeDocument/2006/relationships/image" Target="../media/image91.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notesSlide" Target="../notesSlides/notesSlide11.xml"/></Relationships>
</file>

<file path=ppt/slides/_rels/slide46.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tags" Target="../tags/tag69.xml"/><Relationship Id="rId7" Type="http://schemas.openxmlformats.org/officeDocument/2006/relationships/image" Target="../media/image94.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chart" Target="../charts/chart7.xml"/><Relationship Id="rId11" Type="http://schemas.openxmlformats.org/officeDocument/2006/relationships/image" Target="../media/image157.emf"/><Relationship Id="rId5" Type="http://schemas.openxmlformats.org/officeDocument/2006/relationships/notesSlide" Target="../notesSlides/notesSlide12.xml"/><Relationship Id="rId10" Type="http://schemas.openxmlformats.org/officeDocument/2006/relationships/customXml" Target="../ink/ink41.xml"/><Relationship Id="rId4" Type="http://schemas.openxmlformats.org/officeDocument/2006/relationships/slideLayout" Target="../slideLayouts/slideLayout27.xml"/><Relationship Id="rId9" Type="http://schemas.openxmlformats.org/officeDocument/2006/relationships/image" Target="../media/image96.png"/></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customXml" Target="../ink/ink42.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83.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93.png"/><Relationship Id="rId5" Type="http://schemas.openxmlformats.org/officeDocument/2006/relationships/tags" Target="../tags/tag74.xml"/><Relationship Id="rId10" Type="http://schemas.openxmlformats.org/officeDocument/2006/relationships/image" Target="../media/image97.png"/><Relationship Id="rId4" Type="http://schemas.openxmlformats.org/officeDocument/2006/relationships/tags" Target="../tags/tag73.xml"/><Relationship Id="rId9" Type="http://schemas.openxmlformats.org/officeDocument/2006/relationships/notesSlide" Target="../notesSlides/notesSlide13.xml"/><Relationship Id="rId14" Type="http://schemas.openxmlformats.org/officeDocument/2006/relationships/image" Target="../media/image9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99.png"/><Relationship Id="rId7" Type="http://schemas.openxmlformats.org/officeDocument/2006/relationships/image" Target="../media/image105.png"/><Relationship Id="rId2" Type="http://schemas.openxmlformats.org/officeDocument/2006/relationships/notesSlide" Target="../notesSlides/notesSlide15.xml"/><Relationship Id="rId1" Type="http://schemas.openxmlformats.org/officeDocument/2006/relationships/slideLayout" Target="../slideLayouts/slideLayout27.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50.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108.png"/><Relationship Id="rId18" Type="http://schemas.openxmlformats.org/officeDocument/2006/relationships/customXml" Target="../ink/ink43.xml"/><Relationship Id="rId3" Type="http://schemas.openxmlformats.org/officeDocument/2006/relationships/tags" Target="../tags/tag79.xml"/><Relationship Id="rId21" Type="http://schemas.openxmlformats.org/officeDocument/2006/relationships/image" Target="../media/image113.png"/><Relationship Id="rId7" Type="http://schemas.openxmlformats.org/officeDocument/2006/relationships/tags" Target="../tags/tag83.xml"/><Relationship Id="rId12" Type="http://schemas.openxmlformats.org/officeDocument/2006/relationships/image" Target="../media/image107.png"/><Relationship Id="rId17" Type="http://schemas.openxmlformats.org/officeDocument/2006/relationships/chart" Target="../charts/chart8.xml"/><Relationship Id="rId2" Type="http://schemas.openxmlformats.org/officeDocument/2006/relationships/tags" Target="../tags/tag78.xml"/><Relationship Id="rId16" Type="http://schemas.openxmlformats.org/officeDocument/2006/relationships/image" Target="../media/image111.png"/><Relationship Id="rId20" Type="http://schemas.openxmlformats.org/officeDocument/2006/relationships/customXml" Target="../ink/ink44.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image" Target="../media/image101.png"/><Relationship Id="rId5" Type="http://schemas.openxmlformats.org/officeDocument/2006/relationships/tags" Target="../tags/tag81.xml"/><Relationship Id="rId15" Type="http://schemas.openxmlformats.org/officeDocument/2006/relationships/image" Target="../media/image110.png"/><Relationship Id="rId10" Type="http://schemas.openxmlformats.org/officeDocument/2006/relationships/image" Target="../media/image100.png"/><Relationship Id="rId19" Type="http://schemas.openxmlformats.org/officeDocument/2006/relationships/image" Target="../media/image112.png"/><Relationship Id="rId4" Type="http://schemas.openxmlformats.org/officeDocument/2006/relationships/tags" Target="../tags/tag80.xml"/><Relationship Id="rId9" Type="http://schemas.openxmlformats.org/officeDocument/2006/relationships/notesSlide" Target="../notesSlides/notesSlide16.xml"/><Relationship Id="rId14" Type="http://schemas.openxmlformats.org/officeDocument/2006/relationships/image" Target="../media/image109.png"/></Relationships>
</file>

<file path=ppt/slides/_rels/slide51.xml.rels><?xml version="1.0" encoding="UTF-8" standalone="yes"?>
<Relationships xmlns="http://schemas.openxmlformats.org/package/2006/relationships"><Relationship Id="rId8" Type="http://schemas.openxmlformats.org/officeDocument/2006/relationships/customXml" Target="../ink/ink45.xml"/><Relationship Id="rId3" Type="http://schemas.openxmlformats.org/officeDocument/2006/relationships/slideLayout" Target="../slideLayouts/slideLayout27.xml"/><Relationship Id="rId7" Type="http://schemas.openxmlformats.org/officeDocument/2006/relationships/chart" Target="../charts/chart9.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notesSlide" Target="../notesSlides/notesSlide17.xml"/><Relationship Id="rId9" Type="http://schemas.openxmlformats.org/officeDocument/2006/relationships/image" Target="../media/image118.png"/></Relationships>
</file>

<file path=ppt/slides/_rels/slide52.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image" Target="../media/image117.png"/><Relationship Id="rId18" Type="http://schemas.openxmlformats.org/officeDocument/2006/relationships/image" Target="../media/image123.png"/><Relationship Id="rId3" Type="http://schemas.openxmlformats.org/officeDocument/2006/relationships/tags" Target="../tags/tag88.xml"/><Relationship Id="rId21" Type="http://schemas.openxmlformats.org/officeDocument/2006/relationships/customXml" Target="../ink/ink46.xml"/><Relationship Id="rId7" Type="http://schemas.openxmlformats.org/officeDocument/2006/relationships/tags" Target="../tags/tag92.xml"/><Relationship Id="rId12" Type="http://schemas.openxmlformats.org/officeDocument/2006/relationships/image" Target="../media/image116.png"/><Relationship Id="rId17" Type="http://schemas.openxmlformats.org/officeDocument/2006/relationships/image" Target="../media/image122.png"/><Relationship Id="rId2" Type="http://schemas.openxmlformats.org/officeDocument/2006/relationships/tags" Target="../tags/tag87.xml"/><Relationship Id="rId16" Type="http://schemas.openxmlformats.org/officeDocument/2006/relationships/image" Target="../media/image121.png"/><Relationship Id="rId20" Type="http://schemas.openxmlformats.org/officeDocument/2006/relationships/image" Target="../media/image53.png"/><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notesSlide" Target="../notesSlides/notesSlide18.xml"/><Relationship Id="rId5" Type="http://schemas.openxmlformats.org/officeDocument/2006/relationships/tags" Target="../tags/tag90.xml"/><Relationship Id="rId15" Type="http://schemas.openxmlformats.org/officeDocument/2006/relationships/image" Target="../media/image120.png"/><Relationship Id="rId10" Type="http://schemas.openxmlformats.org/officeDocument/2006/relationships/slideLayout" Target="../slideLayouts/slideLayout27.xml"/><Relationship Id="rId19" Type="http://schemas.openxmlformats.org/officeDocument/2006/relationships/image" Target="../media/image124.png"/><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image" Target="../media/image119.png"/><Relationship Id="rId22" Type="http://schemas.openxmlformats.org/officeDocument/2006/relationships/image" Target="../media/image109.emf"/></Relationships>
</file>

<file path=ppt/slides/_rels/slide53.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image" Target="../media/image126.png"/><Relationship Id="rId18" Type="http://schemas.openxmlformats.org/officeDocument/2006/relationships/image" Target="../media/image131.png"/><Relationship Id="rId3" Type="http://schemas.openxmlformats.org/officeDocument/2006/relationships/tags" Target="../tags/tag97.xml"/><Relationship Id="rId21" Type="http://schemas.openxmlformats.org/officeDocument/2006/relationships/customXml" Target="../ink/ink47.xml"/><Relationship Id="rId7" Type="http://schemas.openxmlformats.org/officeDocument/2006/relationships/tags" Target="../tags/tag101.xml"/><Relationship Id="rId12" Type="http://schemas.openxmlformats.org/officeDocument/2006/relationships/image" Target="../media/image125.png"/><Relationship Id="rId17" Type="http://schemas.openxmlformats.org/officeDocument/2006/relationships/image" Target="../media/image130.png"/><Relationship Id="rId2" Type="http://schemas.openxmlformats.org/officeDocument/2006/relationships/tags" Target="../tags/tag96.xml"/><Relationship Id="rId16" Type="http://schemas.openxmlformats.org/officeDocument/2006/relationships/image" Target="../media/image129.png"/><Relationship Id="rId20" Type="http://schemas.openxmlformats.org/officeDocument/2006/relationships/image" Target="../media/image133.png"/><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notesSlide" Target="../notesSlides/notesSlide19.xml"/><Relationship Id="rId5" Type="http://schemas.openxmlformats.org/officeDocument/2006/relationships/tags" Target="../tags/tag99.xml"/><Relationship Id="rId15" Type="http://schemas.openxmlformats.org/officeDocument/2006/relationships/image" Target="../media/image128.png"/><Relationship Id="rId28" Type="http://schemas.openxmlformats.org/officeDocument/2006/relationships/image" Target="../media/image203.emf"/><Relationship Id="rId10" Type="http://schemas.openxmlformats.org/officeDocument/2006/relationships/slideLayout" Target="../slideLayouts/slideLayout27.xml"/><Relationship Id="rId19" Type="http://schemas.openxmlformats.org/officeDocument/2006/relationships/image" Target="../media/image132.png"/><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image" Target="../media/image127.png"/></Relationships>
</file>

<file path=ppt/slides/_rels/slide54.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image" Target="../media/image126.png"/><Relationship Id="rId18" Type="http://schemas.openxmlformats.org/officeDocument/2006/relationships/image" Target="../media/image134.png"/><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image" Target="../media/image125.png"/><Relationship Id="rId17" Type="http://schemas.openxmlformats.org/officeDocument/2006/relationships/image" Target="../media/image130.png"/><Relationship Id="rId2" Type="http://schemas.openxmlformats.org/officeDocument/2006/relationships/tags" Target="../tags/tag105.xml"/><Relationship Id="rId16" Type="http://schemas.openxmlformats.org/officeDocument/2006/relationships/image" Target="../media/image129.png"/><Relationship Id="rId20" Type="http://schemas.openxmlformats.org/officeDocument/2006/relationships/image" Target="../media/image136.png"/><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notesSlide" Target="../notesSlides/notesSlide20.xml"/><Relationship Id="rId5" Type="http://schemas.openxmlformats.org/officeDocument/2006/relationships/tags" Target="../tags/tag108.xml"/><Relationship Id="rId15" Type="http://schemas.openxmlformats.org/officeDocument/2006/relationships/image" Target="../media/image128.png"/><Relationship Id="rId10" Type="http://schemas.openxmlformats.org/officeDocument/2006/relationships/slideLayout" Target="../slideLayouts/slideLayout27.xml"/><Relationship Id="rId19" Type="http://schemas.openxmlformats.org/officeDocument/2006/relationships/image" Target="../media/image135.png"/><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image" Target="../media/image127.png"/></Relationships>
</file>

<file path=ppt/slides/_rels/slide55.xml.rels><?xml version="1.0" encoding="UTF-8" standalone="yes"?>
<Relationships xmlns="http://schemas.openxmlformats.org/package/2006/relationships"><Relationship Id="rId8" Type="http://schemas.openxmlformats.org/officeDocument/2006/relationships/customXml" Target="../ink/ink48.xml"/><Relationship Id="rId3" Type="http://schemas.openxmlformats.org/officeDocument/2006/relationships/tags" Target="../tags/tag115.xml"/><Relationship Id="rId7" Type="http://schemas.openxmlformats.org/officeDocument/2006/relationships/image" Target="../media/image137.pn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93.png"/><Relationship Id="rId5" Type="http://schemas.openxmlformats.org/officeDocument/2006/relationships/notesSlide" Target="../notesSlides/notesSlide21.xml"/><Relationship Id="rId4" Type="http://schemas.openxmlformats.org/officeDocument/2006/relationships/slideLayout" Target="../slideLayouts/slideLayout27.xml"/><Relationship Id="rId9" Type="http://schemas.openxmlformats.org/officeDocument/2006/relationships/image" Target="../media/image123.emf"/></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image" Target="../media/image138.png"/><Relationship Id="rId4" Type="http://schemas.openxmlformats.org/officeDocument/2006/relationships/image" Target="../media/image133.png"/></Relationships>
</file>

<file path=ppt/slides/_rels/slide57.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slideLayout" Target="../slideLayouts/slideLayout27.xml"/><Relationship Id="rId1" Type="http://schemas.openxmlformats.org/officeDocument/2006/relationships/tags" Target="../tags/tag118.xml"/></Relationships>
</file>

<file path=ppt/slides/_rels/slide59.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tags" Target="../tags/tag121.xml"/><Relationship Id="rId7" Type="http://schemas.openxmlformats.org/officeDocument/2006/relationships/image" Target="../media/image144.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143.png"/><Relationship Id="rId5" Type="http://schemas.openxmlformats.org/officeDocument/2006/relationships/image" Target="../media/image141.png"/><Relationship Id="rId4"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slideLayout" Target="../slideLayouts/slideLayout27.xml"/><Relationship Id="rId1" Type="http://schemas.openxmlformats.org/officeDocument/2006/relationships/tags" Target="../tags/tag122.xml"/></Relationships>
</file>

<file path=ppt/slides/_rels/slide61.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tags" Target="../tags/tag125.xml"/><Relationship Id="rId7" Type="http://schemas.openxmlformats.org/officeDocument/2006/relationships/image" Target="../media/image146.png"/><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slideLayout" Target="../slideLayouts/slideLayout27.xml"/><Relationship Id="rId9" Type="http://schemas.openxmlformats.org/officeDocument/2006/relationships/image" Target="../media/image150.png"/></Relationships>
</file>

<file path=ppt/slides/_rels/slide62.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tags" Target="../tags/tag128.xml"/><Relationship Id="rId7" Type="http://schemas.openxmlformats.org/officeDocument/2006/relationships/image" Target="../media/image151.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43.png"/><Relationship Id="rId5" Type="http://schemas.openxmlformats.org/officeDocument/2006/relationships/slideLayout" Target="../slideLayouts/slideLayout27.xml"/><Relationship Id="rId4" Type="http://schemas.openxmlformats.org/officeDocument/2006/relationships/tags" Target="../tags/tag129.xml"/><Relationship Id="rId9" Type="http://schemas.openxmlformats.org/officeDocument/2006/relationships/image" Target="../media/image153.png"/></Relationships>
</file>

<file path=ppt/slides/_rels/slide63.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7.png"/><Relationship Id="rId3" Type="http://schemas.openxmlformats.org/officeDocument/2006/relationships/tags" Target="../tags/tag132.xml"/><Relationship Id="rId7" Type="http://schemas.openxmlformats.org/officeDocument/2006/relationships/slideLayout" Target="../slideLayouts/slideLayout27.xml"/><Relationship Id="rId12" Type="http://schemas.openxmlformats.org/officeDocument/2006/relationships/image" Target="../media/image156.png"/><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11" Type="http://schemas.openxmlformats.org/officeDocument/2006/relationships/image" Target="../media/image155.png"/><Relationship Id="rId5" Type="http://schemas.openxmlformats.org/officeDocument/2006/relationships/tags" Target="../tags/tag134.xml"/><Relationship Id="rId10" Type="http://schemas.openxmlformats.org/officeDocument/2006/relationships/image" Target="../media/image154.png"/><Relationship Id="rId4" Type="http://schemas.openxmlformats.org/officeDocument/2006/relationships/tags" Target="../tags/tag133.xml"/><Relationship Id="rId9" Type="http://schemas.openxmlformats.org/officeDocument/2006/relationships/image" Target="../media/image148.png"/></Relationships>
</file>

<file path=ppt/slides/_rels/slide64.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3" Type="http://schemas.openxmlformats.org/officeDocument/2006/relationships/tags" Target="../tags/tag138.xml"/><Relationship Id="rId7" Type="http://schemas.openxmlformats.org/officeDocument/2006/relationships/image" Target="../media/image162.pn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slideLayout" Target="../slideLayouts/slideLayout27.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_rels/slide69.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tags" Target="../tags/tag145.xml"/><Relationship Id="rId7" Type="http://schemas.openxmlformats.org/officeDocument/2006/relationships/image" Target="../media/image176.png"/><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slideLayout" Target="../slideLayouts/slideLayout27.xml"/><Relationship Id="rId11" Type="http://schemas.openxmlformats.org/officeDocument/2006/relationships/image" Target="../media/image182.png"/><Relationship Id="rId5" Type="http://schemas.openxmlformats.org/officeDocument/2006/relationships/tags" Target="../tags/tag147.xml"/><Relationship Id="rId10" Type="http://schemas.openxmlformats.org/officeDocument/2006/relationships/image" Target="../media/image181.png"/><Relationship Id="rId4" Type="http://schemas.openxmlformats.org/officeDocument/2006/relationships/tags" Target="../tags/tag146.xml"/><Relationship Id="rId9" Type="http://schemas.openxmlformats.org/officeDocument/2006/relationships/image" Target="../media/image180.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image" Target="../media/image184.png"/><Relationship Id="rId4" Type="http://schemas.openxmlformats.org/officeDocument/2006/relationships/image" Target="../media/image183.png"/></Relationships>
</file>

<file path=ppt/slides/_rels/slide71.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87.png"/><Relationship Id="rId3" Type="http://schemas.openxmlformats.org/officeDocument/2006/relationships/tags" Target="../tags/tag152.xml"/><Relationship Id="rId7" Type="http://schemas.openxmlformats.org/officeDocument/2006/relationships/slideLayout" Target="../slideLayouts/slideLayout27.xml"/><Relationship Id="rId12" Type="http://schemas.openxmlformats.org/officeDocument/2006/relationships/image" Target="../media/image92.png"/><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image" Target="../media/image63.png"/><Relationship Id="rId5" Type="http://schemas.openxmlformats.org/officeDocument/2006/relationships/tags" Target="../tags/tag154.xml"/><Relationship Id="rId15" Type="http://schemas.openxmlformats.org/officeDocument/2006/relationships/image" Target="../media/image189.png"/><Relationship Id="rId10" Type="http://schemas.openxmlformats.org/officeDocument/2006/relationships/image" Target="../media/image62.png"/><Relationship Id="rId4" Type="http://schemas.openxmlformats.org/officeDocument/2006/relationships/tags" Target="../tags/tag153.xml"/><Relationship Id="rId9" Type="http://schemas.openxmlformats.org/officeDocument/2006/relationships/image" Target="../media/image186.png"/><Relationship Id="rId14" Type="http://schemas.openxmlformats.org/officeDocument/2006/relationships/image" Target="../media/image18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3.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tags" Target="../tags/tag158.xml"/><Relationship Id="rId7" Type="http://schemas.openxmlformats.org/officeDocument/2006/relationships/image" Target="../media/image83.png"/><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slideLayout" Target="../slideLayouts/slideLayout27.xml"/><Relationship Id="rId5" Type="http://schemas.openxmlformats.org/officeDocument/2006/relationships/tags" Target="../tags/tag160.xml"/><Relationship Id="rId10" Type="http://schemas.openxmlformats.org/officeDocument/2006/relationships/image" Target="../media/image92.png"/><Relationship Id="rId4" Type="http://schemas.openxmlformats.org/officeDocument/2006/relationships/tags" Target="../tags/tag159.xml"/><Relationship Id="rId9" Type="http://schemas.openxmlformats.org/officeDocument/2006/relationships/image" Target="../media/image19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5.xml.rels><?xml version="1.0" encoding="UTF-8" standalone="yes"?>
<Relationships xmlns="http://schemas.openxmlformats.org/package/2006/relationships"><Relationship Id="rId8" Type="http://schemas.openxmlformats.org/officeDocument/2006/relationships/image" Target="../media/image193.png"/><Relationship Id="rId3" Type="http://schemas.openxmlformats.org/officeDocument/2006/relationships/tags" Target="../tags/tag163.xml"/><Relationship Id="rId7" Type="http://schemas.openxmlformats.org/officeDocument/2006/relationships/image" Target="../media/image192.png"/><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image" Target="../media/image191.png"/><Relationship Id="rId5" Type="http://schemas.openxmlformats.org/officeDocument/2006/relationships/slideLayout" Target="../slideLayouts/slideLayout27.xml"/><Relationship Id="rId4" Type="http://schemas.openxmlformats.org/officeDocument/2006/relationships/tags" Target="../tags/tag164.xml"/><Relationship Id="rId9" Type="http://schemas.openxmlformats.org/officeDocument/2006/relationships/image" Target="../media/image19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8.xml.rels><?xml version="1.0" encoding="UTF-8" standalone="yes"?>
<Relationships xmlns="http://schemas.openxmlformats.org/package/2006/relationships"><Relationship Id="rId8" Type="http://schemas.openxmlformats.org/officeDocument/2006/relationships/customXml" Target="../ink/ink50.xml"/><Relationship Id="rId3" Type="http://schemas.openxmlformats.org/officeDocument/2006/relationships/slideLayout" Target="../slideLayouts/slideLayout27.xml"/><Relationship Id="rId7" Type="http://schemas.openxmlformats.org/officeDocument/2006/relationships/image" Target="../media/image2020.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customXml" Target="../ink/ink49.xml"/><Relationship Id="rId11" Type="http://schemas.openxmlformats.org/officeDocument/2006/relationships/image" Target="../media/image204.png"/><Relationship Id="rId5" Type="http://schemas.openxmlformats.org/officeDocument/2006/relationships/image" Target="../media/image201.png"/><Relationship Id="rId10" Type="http://schemas.openxmlformats.org/officeDocument/2006/relationships/customXml" Target="../ink/ink51.xml"/><Relationship Id="rId4" Type="http://schemas.openxmlformats.org/officeDocument/2006/relationships/image" Target="../media/image200.png"/><Relationship Id="rId9" Type="http://schemas.openxmlformats.org/officeDocument/2006/relationships/image" Target="../media/image2030.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image" Target="../media/image203.png"/><Relationship Id="rId4" Type="http://schemas.openxmlformats.org/officeDocument/2006/relationships/image" Target="../media/image202.png"/></Relationships>
</file>

<file path=ppt/slides/_rels/slide80.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81.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customXml" Target="../ink/ink52.xml"/><Relationship Id="rId3" Type="http://schemas.openxmlformats.org/officeDocument/2006/relationships/tags" Target="../tags/tag171.xml"/><Relationship Id="rId7" Type="http://schemas.openxmlformats.org/officeDocument/2006/relationships/image" Target="../media/image206.png"/><Relationship Id="rId12" Type="http://schemas.openxmlformats.org/officeDocument/2006/relationships/image" Target="../media/image207.png"/><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image" Target="../media/image205.png"/><Relationship Id="rId11" Type="http://schemas.openxmlformats.org/officeDocument/2006/relationships/chart" Target="../charts/chart12.xml"/><Relationship Id="rId5" Type="http://schemas.openxmlformats.org/officeDocument/2006/relationships/slideLayout" Target="../slideLayouts/slideLayout37.xml"/><Relationship Id="rId10" Type="http://schemas.openxmlformats.org/officeDocument/2006/relationships/chart" Target="../charts/chart11.xml"/><Relationship Id="rId4" Type="http://schemas.openxmlformats.org/officeDocument/2006/relationships/tags" Target="../tags/tag172.xml"/><Relationship Id="rId9" Type="http://schemas.openxmlformats.org/officeDocument/2006/relationships/chart" Target="../charts/chart10.xml"/><Relationship Id="rId14" Type="http://schemas.openxmlformats.org/officeDocument/2006/relationships/image" Target="../media/image211.png"/></Relationships>
</file>

<file path=ppt/slides/_rels/slide82.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tags" Target="../tags/tag175.xml"/><Relationship Id="rId7" Type="http://schemas.openxmlformats.org/officeDocument/2006/relationships/image" Target="../media/image209.png"/><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image" Target="../media/image208.png"/><Relationship Id="rId11" Type="http://schemas.openxmlformats.org/officeDocument/2006/relationships/image" Target="../media/image216.png"/><Relationship Id="rId5" Type="http://schemas.openxmlformats.org/officeDocument/2006/relationships/slideLayout" Target="../slideLayouts/slideLayout37.xml"/><Relationship Id="rId10" Type="http://schemas.openxmlformats.org/officeDocument/2006/relationships/customXml" Target="../ink/ink53.xml"/><Relationship Id="rId4" Type="http://schemas.openxmlformats.org/officeDocument/2006/relationships/tags" Target="../tags/tag176.xml"/><Relationship Id="rId9" Type="http://schemas.openxmlformats.org/officeDocument/2006/relationships/image" Target="../media/image212.png"/></Relationships>
</file>

<file path=ppt/slides/_rels/slide83.xml.rels><?xml version="1.0" encoding="UTF-8" standalone="yes"?>
<Relationships xmlns="http://schemas.openxmlformats.org/package/2006/relationships"><Relationship Id="rId3" Type="http://schemas.openxmlformats.org/officeDocument/2006/relationships/customXml" Target="../ink/ink54.xml"/><Relationship Id="rId2" Type="http://schemas.openxmlformats.org/officeDocument/2006/relationships/chart" Target="../charts/chart13.xml"/><Relationship Id="rId1" Type="http://schemas.openxmlformats.org/officeDocument/2006/relationships/slideLayout" Target="../slideLayouts/slideLayout27.xml"/><Relationship Id="rId4" Type="http://schemas.openxmlformats.org/officeDocument/2006/relationships/image" Target="../media/image1810.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43.png"/><Relationship Id="rId4" Type="http://schemas.openxmlformats.org/officeDocument/2006/relationships/image" Target="../media/image213.png"/></Relationships>
</file>

<file path=ppt/slides/_rels/slide85.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4.xml"/><Relationship Id="rId1" Type="http://schemas.openxmlformats.org/officeDocument/2006/relationships/slideLayout" Target="../slideLayouts/slideLayout37.xml"/></Relationships>
</file>

<file path=ppt/slides/_rels/slide86.xml.rels><?xml version="1.0" encoding="UTF-8" standalone="yes"?>
<Relationships xmlns="http://schemas.openxmlformats.org/package/2006/relationships"><Relationship Id="rId8" Type="http://schemas.openxmlformats.org/officeDocument/2006/relationships/image" Target="../media/image215.png"/><Relationship Id="rId13" Type="http://schemas.openxmlformats.org/officeDocument/2006/relationships/chart" Target="../charts/chart15.xml"/><Relationship Id="rId3" Type="http://schemas.openxmlformats.org/officeDocument/2006/relationships/tags" Target="../tags/tag181.xml"/><Relationship Id="rId7" Type="http://schemas.openxmlformats.org/officeDocument/2006/relationships/image" Target="../media/image214.png"/><Relationship Id="rId12" Type="http://schemas.openxmlformats.org/officeDocument/2006/relationships/chart" Target="../charts/chart14.xml"/><Relationship Id="rId17" Type="http://schemas.openxmlformats.org/officeDocument/2006/relationships/image" Target="../media/image1870.png"/><Relationship Id="rId2" Type="http://schemas.openxmlformats.org/officeDocument/2006/relationships/tags" Target="../tags/tag180.xml"/><Relationship Id="rId16" Type="http://schemas.openxmlformats.org/officeDocument/2006/relationships/customXml" Target="../ink/ink56.xml"/><Relationship Id="rId1" Type="http://schemas.openxmlformats.org/officeDocument/2006/relationships/tags" Target="../tags/tag179.xml"/><Relationship Id="rId6" Type="http://schemas.openxmlformats.org/officeDocument/2006/relationships/slideLayout" Target="../slideLayouts/slideLayout27.xml"/><Relationship Id="rId11" Type="http://schemas.openxmlformats.org/officeDocument/2006/relationships/image" Target="../media/image207.png"/><Relationship Id="rId5" Type="http://schemas.openxmlformats.org/officeDocument/2006/relationships/tags" Target="../tags/tag183.xml"/><Relationship Id="rId15" Type="http://schemas.openxmlformats.org/officeDocument/2006/relationships/image" Target="../media/image221.png"/><Relationship Id="rId10" Type="http://schemas.openxmlformats.org/officeDocument/2006/relationships/image" Target="../media/image110.png"/><Relationship Id="rId4" Type="http://schemas.openxmlformats.org/officeDocument/2006/relationships/tags" Target="../tags/tag182.xml"/><Relationship Id="rId9" Type="http://schemas.openxmlformats.org/officeDocument/2006/relationships/image" Target="../media/image217.png"/><Relationship Id="rId14" Type="http://schemas.openxmlformats.org/officeDocument/2006/relationships/customXml" Target="../ink/ink55.xml"/></Relationships>
</file>

<file path=ppt/slides/_rels/slide87.xml.rels><?xml version="1.0" encoding="UTF-8" standalone="yes"?>
<Relationships xmlns="http://schemas.openxmlformats.org/package/2006/relationships"><Relationship Id="rId8" Type="http://schemas.openxmlformats.org/officeDocument/2006/relationships/image" Target="../media/image218.png"/><Relationship Id="rId13" Type="http://schemas.openxmlformats.org/officeDocument/2006/relationships/image" Target="../media/image1920.png"/><Relationship Id="rId3" Type="http://schemas.openxmlformats.org/officeDocument/2006/relationships/tags" Target="../tags/tag186.xml"/><Relationship Id="rId7" Type="http://schemas.openxmlformats.org/officeDocument/2006/relationships/image" Target="../media/image53.png"/><Relationship Id="rId12" Type="http://schemas.openxmlformats.org/officeDocument/2006/relationships/customXml" Target="../ink/ink57.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slideLayout" Target="../slideLayouts/slideLayout37.xml"/><Relationship Id="rId11" Type="http://schemas.openxmlformats.org/officeDocument/2006/relationships/image" Target="../media/image222.png"/><Relationship Id="rId5" Type="http://schemas.openxmlformats.org/officeDocument/2006/relationships/tags" Target="../tags/tag188.xml"/><Relationship Id="rId10" Type="http://schemas.openxmlformats.org/officeDocument/2006/relationships/image" Target="../media/image220.png"/><Relationship Id="rId4" Type="http://schemas.openxmlformats.org/officeDocument/2006/relationships/tags" Target="../tags/tag187.xml"/><Relationship Id="rId9" Type="http://schemas.openxmlformats.org/officeDocument/2006/relationships/image" Target="../media/image219.png"/></Relationships>
</file>

<file path=ppt/slides/_rels/slide88.xml.rels><?xml version="1.0" encoding="UTF-8" standalone="yes"?>
<Relationships xmlns="http://schemas.openxmlformats.org/package/2006/relationships"><Relationship Id="rId8" Type="http://schemas.openxmlformats.org/officeDocument/2006/relationships/image" Target="../media/image1940.png"/><Relationship Id="rId3" Type="http://schemas.openxmlformats.org/officeDocument/2006/relationships/slideLayout" Target="../slideLayouts/slideLayout37.xml"/><Relationship Id="rId7" Type="http://schemas.openxmlformats.org/officeDocument/2006/relationships/customXml" Target="../ink/ink58.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chart" Target="../charts/chart16.xml"/><Relationship Id="rId5" Type="http://schemas.openxmlformats.org/officeDocument/2006/relationships/image" Target="../media/image223.png"/><Relationship Id="rId4" Type="http://schemas.openxmlformats.org/officeDocument/2006/relationships/image" Target="../media/image94.png"/></Relationships>
</file>

<file path=ppt/slides/_rels/slide89.xml.rels><?xml version="1.0" encoding="UTF-8" standalone="yes"?>
<Relationships xmlns="http://schemas.openxmlformats.org/package/2006/relationships"><Relationship Id="rId8" Type="http://schemas.openxmlformats.org/officeDocument/2006/relationships/image" Target="../media/image225.png"/><Relationship Id="rId3" Type="http://schemas.openxmlformats.org/officeDocument/2006/relationships/tags" Target="../tags/tag193.xml"/><Relationship Id="rId7" Type="http://schemas.openxmlformats.org/officeDocument/2006/relationships/image" Target="../media/image224.png"/><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slideLayout" Target="../slideLayouts/slideLayout37.xml"/><Relationship Id="rId5" Type="http://schemas.openxmlformats.org/officeDocument/2006/relationships/tags" Target="../tags/tag195.xml"/><Relationship Id="rId10" Type="http://schemas.openxmlformats.org/officeDocument/2006/relationships/image" Target="../media/image223.png"/><Relationship Id="rId4" Type="http://schemas.openxmlformats.org/officeDocument/2006/relationships/tags" Target="../tags/tag194.xml"/><Relationship Id="rId9" Type="http://schemas.openxmlformats.org/officeDocument/2006/relationships/image" Target="../media/image226.png"/></Relationships>
</file>

<file path=ppt/slides/_rels/slide90.xml.rels><?xml version="1.0" encoding="UTF-8" standalone="yes"?>
<Relationships xmlns="http://schemas.openxmlformats.org/package/2006/relationships"><Relationship Id="rId8" Type="http://schemas.openxmlformats.org/officeDocument/2006/relationships/image" Target="../media/image223.png"/><Relationship Id="rId13" Type="http://schemas.openxmlformats.org/officeDocument/2006/relationships/customXml" Target="../ink/ink59.xml"/><Relationship Id="rId3" Type="http://schemas.openxmlformats.org/officeDocument/2006/relationships/tags" Target="../tags/tag198.xml"/><Relationship Id="rId7" Type="http://schemas.openxmlformats.org/officeDocument/2006/relationships/image" Target="../media/image224.png"/><Relationship Id="rId12" Type="http://schemas.openxmlformats.org/officeDocument/2006/relationships/image" Target="../media/image207.png"/><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slideLayout" Target="../slideLayouts/slideLayout37.xml"/><Relationship Id="rId11" Type="http://schemas.openxmlformats.org/officeDocument/2006/relationships/chart" Target="../charts/chart17.xml"/><Relationship Id="rId5" Type="http://schemas.openxmlformats.org/officeDocument/2006/relationships/tags" Target="../tags/tag200.xml"/><Relationship Id="rId10" Type="http://schemas.openxmlformats.org/officeDocument/2006/relationships/image" Target="../media/image226.png"/><Relationship Id="rId4" Type="http://schemas.openxmlformats.org/officeDocument/2006/relationships/tags" Target="../tags/tag199.xml"/><Relationship Id="rId9" Type="http://schemas.openxmlformats.org/officeDocument/2006/relationships/image" Target="../media/image225.png"/><Relationship Id="rId14" Type="http://schemas.openxmlformats.org/officeDocument/2006/relationships/image" Target="../media/image1970.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7.xml"/><Relationship Id="rId7" Type="http://schemas.openxmlformats.org/officeDocument/2006/relationships/image" Target="../media/image1980.png"/><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customXml" Target="../ink/ink60.xml"/><Relationship Id="rId5" Type="http://schemas.openxmlformats.org/officeDocument/2006/relationships/image" Target="../media/image94.png"/><Relationship Id="rId4" Type="http://schemas.openxmlformats.org/officeDocument/2006/relationships/image" Target="../media/image223.png"/></Relationships>
</file>

<file path=ppt/slides/_rels/slide9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229.png"/><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228.png"/><Relationship Id="rId17" Type="http://schemas.openxmlformats.org/officeDocument/2006/relationships/image" Target="../media/image2040.png"/><Relationship Id="rId2" Type="http://schemas.openxmlformats.org/officeDocument/2006/relationships/tags" Target="../tags/tag204.xml"/><Relationship Id="rId16" Type="http://schemas.openxmlformats.org/officeDocument/2006/relationships/customXml" Target="../ink/ink61.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image" Target="../media/image63.png"/><Relationship Id="rId5" Type="http://schemas.openxmlformats.org/officeDocument/2006/relationships/tags" Target="../tags/tag207.xml"/><Relationship Id="rId15" Type="http://schemas.openxmlformats.org/officeDocument/2006/relationships/image" Target="../media/image231.png"/><Relationship Id="rId10" Type="http://schemas.openxmlformats.org/officeDocument/2006/relationships/image" Target="../media/image62.png"/><Relationship Id="rId4" Type="http://schemas.openxmlformats.org/officeDocument/2006/relationships/tags" Target="../tags/tag206.xml"/><Relationship Id="rId9" Type="http://schemas.openxmlformats.org/officeDocument/2006/relationships/image" Target="../media/image227.png"/><Relationship Id="rId14" Type="http://schemas.openxmlformats.org/officeDocument/2006/relationships/image" Target="../media/image230.png"/></Relationships>
</file>

<file path=ppt/slides/_rels/slide93.xml.rels><?xml version="1.0" encoding="UTF-8" standalone="yes"?>
<Relationships xmlns="http://schemas.openxmlformats.org/package/2006/relationships"><Relationship Id="rId8" Type="http://schemas.openxmlformats.org/officeDocument/2006/relationships/customXml" Target="../ink/ink62.xml"/><Relationship Id="rId3" Type="http://schemas.openxmlformats.org/officeDocument/2006/relationships/tags" Target="../tags/tag212.xml"/><Relationship Id="rId7" Type="http://schemas.openxmlformats.org/officeDocument/2006/relationships/image" Target="../media/image94.png"/><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image" Target="../media/image233.png"/><Relationship Id="rId5" Type="http://schemas.openxmlformats.org/officeDocument/2006/relationships/image" Target="../media/image232.png"/><Relationship Id="rId4" Type="http://schemas.openxmlformats.org/officeDocument/2006/relationships/slideLayout" Target="../slideLayouts/slideLayout37.xml"/><Relationship Id="rId9" Type="http://schemas.openxmlformats.org/officeDocument/2006/relationships/image" Target="../media/image2070.png"/></Relationships>
</file>

<file path=ppt/slides/_rels/slide94.xml.rels><?xml version="1.0" encoding="UTF-8" standalone="yes"?>
<Relationships xmlns="http://schemas.openxmlformats.org/package/2006/relationships"><Relationship Id="rId8" Type="http://schemas.openxmlformats.org/officeDocument/2006/relationships/image" Target="../media/image235.png"/><Relationship Id="rId3" Type="http://schemas.openxmlformats.org/officeDocument/2006/relationships/tags" Target="../tags/tag215.xml"/><Relationship Id="rId7" Type="http://schemas.openxmlformats.org/officeDocument/2006/relationships/image" Target="../media/image234.png"/><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133.png"/><Relationship Id="rId11" Type="http://schemas.openxmlformats.org/officeDocument/2006/relationships/image" Target="../media/image2111.png"/><Relationship Id="rId5" Type="http://schemas.openxmlformats.org/officeDocument/2006/relationships/slideLayout" Target="../slideLayouts/slideLayout37.xml"/><Relationship Id="rId10" Type="http://schemas.openxmlformats.org/officeDocument/2006/relationships/customXml" Target="../ink/ink63.xml"/><Relationship Id="rId4" Type="http://schemas.openxmlformats.org/officeDocument/2006/relationships/tags" Target="../tags/tag216.xml"/><Relationship Id="rId9" Type="http://schemas.openxmlformats.org/officeDocument/2006/relationships/image" Target="../media/image236.png"/></Relationships>
</file>

<file path=ppt/slides/_rels/slide95.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5.xml"/><Relationship Id="rId1" Type="http://schemas.openxmlformats.org/officeDocument/2006/relationships/slideLayout" Target="../slideLayouts/slideLayout37.xml"/></Relationships>
</file>

<file path=ppt/slides/_rels/slide96.xml.rels><?xml version="1.0" encoding="UTF-8" standalone="yes"?>
<Relationships xmlns="http://schemas.openxmlformats.org/package/2006/relationships"><Relationship Id="rId8" Type="http://schemas.openxmlformats.org/officeDocument/2006/relationships/image" Target="../media/image243.png"/><Relationship Id="rId3" Type="http://schemas.openxmlformats.org/officeDocument/2006/relationships/slideLayout" Target="../slideLayouts/slideLayout37.xml"/><Relationship Id="rId7" Type="http://schemas.openxmlformats.org/officeDocument/2006/relationships/customXml" Target="../ink/ink64.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s>
</file>

<file path=ppt/slides/_rels/slide97.xml.rels><?xml version="1.0" encoding="UTF-8" standalone="yes"?>
<Relationships xmlns="http://schemas.openxmlformats.org/package/2006/relationships"><Relationship Id="rId8" Type="http://schemas.openxmlformats.org/officeDocument/2006/relationships/image" Target="../media/image227.png"/><Relationship Id="rId13" Type="http://schemas.openxmlformats.org/officeDocument/2006/relationships/image" Target="../media/image230.png"/><Relationship Id="rId3" Type="http://schemas.openxmlformats.org/officeDocument/2006/relationships/tags" Target="../tags/tag221.xml"/><Relationship Id="rId7" Type="http://schemas.openxmlformats.org/officeDocument/2006/relationships/slideLayout" Target="../slideLayouts/slideLayout37.xml"/><Relationship Id="rId12" Type="http://schemas.openxmlformats.org/officeDocument/2006/relationships/image" Target="../media/image229.png"/><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tags" Target="../tags/tag224.xml"/><Relationship Id="rId11" Type="http://schemas.openxmlformats.org/officeDocument/2006/relationships/image" Target="../media/image228.png"/><Relationship Id="rId5" Type="http://schemas.openxmlformats.org/officeDocument/2006/relationships/tags" Target="../tags/tag223.xml"/><Relationship Id="rId15" Type="http://schemas.openxmlformats.org/officeDocument/2006/relationships/image" Target="../media/image2160.png"/><Relationship Id="rId10" Type="http://schemas.openxmlformats.org/officeDocument/2006/relationships/image" Target="../media/image63.png"/><Relationship Id="rId4" Type="http://schemas.openxmlformats.org/officeDocument/2006/relationships/tags" Target="../tags/tag222.xml"/><Relationship Id="rId9" Type="http://schemas.openxmlformats.org/officeDocument/2006/relationships/image" Target="../media/image62.png"/><Relationship Id="rId14" Type="http://schemas.openxmlformats.org/officeDocument/2006/relationships/customXml" Target="../ink/ink65.xml"/></Relationships>
</file>

<file path=ppt/slides/_rels/slide98.xml.rels><?xml version="1.0" encoding="UTF-8" standalone="yes"?>
<Relationships xmlns="http://schemas.openxmlformats.org/package/2006/relationships"><Relationship Id="rId8" Type="http://schemas.openxmlformats.org/officeDocument/2006/relationships/tags" Target="../tags/tag232.xml"/><Relationship Id="rId13" Type="http://schemas.openxmlformats.org/officeDocument/2006/relationships/image" Target="../media/image241.png"/><Relationship Id="rId18" Type="http://schemas.openxmlformats.org/officeDocument/2006/relationships/image" Target="../media/image247.png"/><Relationship Id="rId3" Type="http://schemas.openxmlformats.org/officeDocument/2006/relationships/tags" Target="../tags/tag227.xml"/><Relationship Id="rId21" Type="http://schemas.openxmlformats.org/officeDocument/2006/relationships/image" Target="../media/image250.png"/><Relationship Id="rId7" Type="http://schemas.openxmlformats.org/officeDocument/2006/relationships/tags" Target="../tags/tag231.xml"/><Relationship Id="rId12" Type="http://schemas.openxmlformats.org/officeDocument/2006/relationships/image" Target="../media/image240.png"/><Relationship Id="rId17" Type="http://schemas.openxmlformats.org/officeDocument/2006/relationships/image" Target="../media/image246.png"/><Relationship Id="rId2" Type="http://schemas.openxmlformats.org/officeDocument/2006/relationships/tags" Target="../tags/tag226.xml"/><Relationship Id="rId16" Type="http://schemas.openxmlformats.org/officeDocument/2006/relationships/image" Target="../media/image245.png"/><Relationship Id="rId20" Type="http://schemas.openxmlformats.org/officeDocument/2006/relationships/image" Target="../media/image249.png"/><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slideLayout" Target="../slideLayouts/slideLayout37.xml"/><Relationship Id="rId5" Type="http://schemas.openxmlformats.org/officeDocument/2006/relationships/tags" Target="../tags/tag229.xml"/><Relationship Id="rId15" Type="http://schemas.openxmlformats.org/officeDocument/2006/relationships/image" Target="../media/image244.png"/><Relationship Id="rId23" Type="http://schemas.openxmlformats.org/officeDocument/2006/relationships/image" Target="../media/image2270.png"/><Relationship Id="rId10" Type="http://schemas.openxmlformats.org/officeDocument/2006/relationships/tags" Target="../tags/tag234.xml"/><Relationship Id="rId19" Type="http://schemas.openxmlformats.org/officeDocument/2006/relationships/image" Target="../media/image248.png"/><Relationship Id="rId4" Type="http://schemas.openxmlformats.org/officeDocument/2006/relationships/tags" Target="../tags/tag228.xml"/><Relationship Id="rId9" Type="http://schemas.openxmlformats.org/officeDocument/2006/relationships/tags" Target="../tags/tag233.xml"/><Relationship Id="rId14" Type="http://schemas.openxmlformats.org/officeDocument/2006/relationships/image" Target="../media/image242.png"/><Relationship Id="rId22" Type="http://schemas.openxmlformats.org/officeDocument/2006/relationships/customXml" Target="../ink/ink66.xml"/></Relationships>
</file>

<file path=ppt/slides/_rels/slide99.xml.rels><?xml version="1.0" encoding="UTF-8" standalone="yes"?>
<Relationships xmlns="http://schemas.openxmlformats.org/package/2006/relationships"><Relationship Id="rId2" Type="http://schemas.openxmlformats.org/officeDocument/2006/relationships/image" Target="../media/image251.jpeg"/><Relationship Id="rId1" Type="http://schemas.openxmlformats.org/officeDocument/2006/relationships/slideLayout" Target="../slideLayouts/slideLayout2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01.xml.rels><?xml version="1.0" encoding="UTF-8" standalone="yes"?>
<Relationships xmlns="http://schemas.openxmlformats.org/package/2006/relationships"><Relationship Id="rId2" Type="http://schemas.openxmlformats.org/officeDocument/2006/relationships/image" Target="../media/image252.png"/><Relationship Id="rId1" Type="http://schemas.openxmlformats.org/officeDocument/2006/relationships/slideLayout" Target="../slideLayouts/slideLayout2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es-BO" sz="3200" b="1" dirty="0"/>
              <a:t>SIS420, COM300 – INTELIGENCIA ARTIFICIAL I</a:t>
            </a:r>
          </a:p>
        </p:txBody>
      </p:sp>
      <p:sp>
        <p:nvSpPr>
          <p:cNvPr id="3" name="Subtítulo 2"/>
          <p:cNvSpPr>
            <a:spLocks noGrp="1"/>
          </p:cNvSpPr>
          <p:nvPr>
            <p:ph type="subTitle" idx="1"/>
          </p:nvPr>
        </p:nvSpPr>
        <p:spPr/>
        <p:txBody>
          <a:bodyPr>
            <a:normAutofit/>
          </a:bodyPr>
          <a:lstStyle/>
          <a:p>
            <a:r>
              <a:rPr lang="es-419" sz="3600" b="1" dirty="0"/>
              <a:t>MACHINE LEARNING</a:t>
            </a:r>
            <a:endParaRPr lang="es-BO" sz="3600" b="1" dirty="0"/>
          </a:p>
          <a:p>
            <a:r>
              <a:rPr lang="es-BO" b="1" i="1" dirty="0"/>
              <a:t>Ing. Carlos Walter Pacheco Lora </a:t>
            </a:r>
            <a:r>
              <a:rPr lang="es-BO" b="1" i="1" dirty="0" err="1"/>
              <a:t>Ph.D</a:t>
            </a:r>
            <a:r>
              <a:rPr lang="es-BO" b="1" i="1" dirty="0"/>
              <a:t>.</a:t>
            </a:r>
          </a:p>
        </p:txBody>
      </p:sp>
      <p:sp>
        <p:nvSpPr>
          <p:cNvPr id="4" name="CuadroTexto 3"/>
          <p:cNvSpPr txBox="1"/>
          <p:nvPr/>
        </p:nvSpPr>
        <p:spPr>
          <a:xfrm>
            <a:off x="8328249" y="6363314"/>
            <a:ext cx="3668976" cy="461665"/>
          </a:xfrm>
          <a:prstGeom prst="rect">
            <a:avLst/>
          </a:prstGeom>
          <a:noFill/>
        </p:spPr>
        <p:txBody>
          <a:bodyPr wrap="square" rtlCol="0">
            <a:spAutoFit/>
          </a:bodyPr>
          <a:lstStyle/>
          <a:p>
            <a:pPr algn="ctr"/>
            <a:r>
              <a:rPr lang="es-BO" sz="2400" b="1" i="1" dirty="0">
                <a:solidFill>
                  <a:schemeClr val="bg1"/>
                </a:solidFill>
                <a:latin typeface="Trebuchet MS" panose="020B0603020202020204" pitchFamily="34" charset="0"/>
              </a:rPr>
              <a:t>SUCRE – BOLIVIA, 2024</a:t>
            </a:r>
          </a:p>
        </p:txBody>
      </p:sp>
      <p:sp>
        <p:nvSpPr>
          <p:cNvPr id="5" name="CuadroTexto 4"/>
          <p:cNvSpPr txBox="1"/>
          <p:nvPr/>
        </p:nvSpPr>
        <p:spPr>
          <a:xfrm>
            <a:off x="1761203" y="164757"/>
            <a:ext cx="8750278" cy="1077218"/>
          </a:xfrm>
          <a:prstGeom prst="rect">
            <a:avLst/>
          </a:prstGeom>
          <a:noFill/>
        </p:spPr>
        <p:txBody>
          <a:bodyPr wrap="square" rtlCol="0">
            <a:spAutoFit/>
          </a:bodyPr>
          <a:lstStyle/>
          <a:p>
            <a:pPr algn="ctr"/>
            <a:r>
              <a:rPr lang="es-BO" sz="3200" b="1" dirty="0">
                <a:latin typeface="Trebuchet MS" panose="020B0603020202020204" pitchFamily="34" charset="0"/>
              </a:rPr>
              <a:t>UNIVERSIDAD MAYOR REAL Y PONTIFICIAL DE </a:t>
            </a:r>
            <a:br>
              <a:rPr lang="es-BO" sz="3200" b="1" dirty="0">
                <a:latin typeface="Trebuchet MS" panose="020B0603020202020204" pitchFamily="34" charset="0"/>
              </a:rPr>
            </a:br>
            <a:r>
              <a:rPr lang="es-BO" sz="3200" b="1" dirty="0">
                <a:latin typeface="Trebuchet MS" panose="020B0603020202020204" pitchFamily="34" charset="0"/>
              </a:rPr>
              <a:t>SAN FRANCISCO XAVIER DE CHUQUISACA</a:t>
            </a:r>
          </a:p>
        </p:txBody>
      </p:sp>
      <p:sp>
        <p:nvSpPr>
          <p:cNvPr id="6" name="CuadroTexto 5"/>
          <p:cNvSpPr txBox="1"/>
          <p:nvPr/>
        </p:nvSpPr>
        <p:spPr>
          <a:xfrm>
            <a:off x="4119219" y="1348227"/>
            <a:ext cx="4034246" cy="461665"/>
          </a:xfrm>
          <a:prstGeom prst="rect">
            <a:avLst/>
          </a:prstGeom>
          <a:noFill/>
        </p:spPr>
        <p:txBody>
          <a:bodyPr wrap="none" rtlCol="0">
            <a:spAutoFit/>
          </a:bodyPr>
          <a:lstStyle/>
          <a:p>
            <a:r>
              <a:rPr lang="es-BO" sz="2400" b="1" dirty="0">
                <a:latin typeface="Trebuchet MS" panose="020B0603020202020204" pitchFamily="34" charset="0"/>
              </a:rPr>
              <a:t>FACULTAD DE TECNOLOGIA</a:t>
            </a:r>
          </a:p>
        </p:txBody>
      </p:sp>
      <p:sp>
        <p:nvSpPr>
          <p:cNvPr id="7" name="CuadroTexto 6"/>
          <p:cNvSpPr txBox="1"/>
          <p:nvPr/>
        </p:nvSpPr>
        <p:spPr>
          <a:xfrm>
            <a:off x="1812753" y="1959234"/>
            <a:ext cx="8998489" cy="707886"/>
          </a:xfrm>
          <a:prstGeom prst="rect">
            <a:avLst/>
          </a:prstGeom>
          <a:noFill/>
        </p:spPr>
        <p:txBody>
          <a:bodyPr wrap="none" rtlCol="0">
            <a:spAutoFit/>
          </a:bodyPr>
          <a:lstStyle/>
          <a:p>
            <a:r>
              <a:rPr lang="es-BO" sz="2000" b="1" dirty="0">
                <a:latin typeface="Trebuchet MS" panose="020B0603020202020204" pitchFamily="34" charset="0"/>
              </a:rPr>
              <a:t>INGENIERIA DE SISTEMAS, INGENIERIA EN CIENCIAS DE LA COMPUTACION E </a:t>
            </a:r>
          </a:p>
          <a:p>
            <a:pPr algn="ctr"/>
            <a:r>
              <a:rPr lang="es-BO" sz="2000" b="1" dirty="0">
                <a:latin typeface="Trebuchet MS" panose="020B0603020202020204" pitchFamily="34" charset="0"/>
              </a:rPr>
              <a:t>INGENIERIA EN DISENO Y ANIMACION DIGITAL</a:t>
            </a:r>
          </a:p>
        </p:txBody>
      </p:sp>
    </p:spTree>
    <p:extLst>
      <p:ext uri="{BB962C8B-B14F-4D97-AF65-F5344CB8AC3E}">
        <p14:creationId xmlns:p14="http://schemas.microsoft.com/office/powerpoint/2010/main" val="86106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3D05C0FB-274F-4E28-88ED-CE3E7CBE3933}"/>
              </a:ext>
            </a:extLst>
          </p:cNvPr>
          <p:cNvSpPr>
            <a:spLocks noGrp="1"/>
          </p:cNvSpPr>
          <p:nvPr>
            <p:ph type="title"/>
          </p:nvPr>
        </p:nvSpPr>
        <p:spPr/>
        <p:txBody>
          <a:bodyPr/>
          <a:lstStyle/>
          <a:p>
            <a:r>
              <a:rPr lang="es-BO" dirty="0"/>
              <a:t>¿Qué es Machine Learning?</a:t>
            </a:r>
          </a:p>
        </p:txBody>
      </p:sp>
      <p:sp>
        <p:nvSpPr>
          <p:cNvPr id="3" name="2 Marcador de número de diapositiva"/>
          <p:cNvSpPr>
            <a:spLocks noGrp="1"/>
          </p:cNvSpPr>
          <p:nvPr>
            <p:ph type="sldNum" sz="quarter" idx="12"/>
          </p:nvPr>
        </p:nvSpPr>
        <p:spPr/>
        <p:txBody>
          <a:bodyPr/>
          <a:lstStyle/>
          <a:p>
            <a:fld id="{BC27CD9C-C814-4D7E-9230-8D1C34D1498B}" type="slidenum">
              <a:rPr lang="es-ES" smtClean="0"/>
              <a:t>2</a:t>
            </a:fld>
            <a:endParaRPr lang="es-ES"/>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96200" y="1826752"/>
            <a:ext cx="4176464" cy="4482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1 Título"/>
          <p:cNvSpPr txBox="1">
            <a:spLocks/>
          </p:cNvSpPr>
          <p:nvPr/>
        </p:nvSpPr>
        <p:spPr>
          <a:xfrm>
            <a:off x="609600" y="366184"/>
            <a:ext cx="10972800" cy="1524000"/>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
        <p:nvSpPr>
          <p:cNvPr id="8" name="Marcador de contenido 7">
            <a:extLst>
              <a:ext uri="{FF2B5EF4-FFF2-40B4-BE49-F238E27FC236}">
                <a16:creationId xmlns:a16="http://schemas.microsoft.com/office/drawing/2014/main" id="{DFB49E06-5FC4-4773-8787-AB9FFD8A4B83}"/>
              </a:ext>
            </a:extLst>
          </p:cNvPr>
          <p:cNvSpPr>
            <a:spLocks noGrp="1"/>
          </p:cNvSpPr>
          <p:nvPr>
            <p:ph idx="1"/>
          </p:nvPr>
        </p:nvSpPr>
        <p:spPr>
          <a:xfrm>
            <a:off x="677334" y="2160589"/>
            <a:ext cx="7938946" cy="3880773"/>
          </a:xfrm>
        </p:spPr>
        <p:txBody>
          <a:bodyPr>
            <a:noAutofit/>
          </a:bodyPr>
          <a:lstStyle/>
          <a:p>
            <a:pPr algn="just"/>
            <a:r>
              <a:rPr lang="es-419" b="1" dirty="0"/>
              <a:t>“El machine </a:t>
            </a:r>
            <a:r>
              <a:rPr lang="es-419" b="1" dirty="0" err="1"/>
              <a:t>learning</a:t>
            </a:r>
            <a:r>
              <a:rPr lang="es-419" b="1" dirty="0"/>
              <a:t> (aprendizaje automático) es una subcategoría de la inteligencia artificial (IA) que se centra en el desarrollo de algoritmos y modelos que permiten a las máquinas aprender patrones a partir de datos y hacer predicciones o tomar decisiones sin ser explícitamente programadas para cada tarea”</a:t>
            </a:r>
          </a:p>
          <a:p>
            <a:endParaRPr lang="es-419" b="1" dirty="0"/>
          </a:p>
          <a:p>
            <a:r>
              <a:rPr lang="es-419" b="1" dirty="0"/>
              <a:t>Permite:</a:t>
            </a:r>
          </a:p>
          <a:p>
            <a:pPr lvl="1"/>
            <a:r>
              <a:rPr lang="es-ES" dirty="0"/>
              <a:t>Aprender de los datos</a:t>
            </a:r>
          </a:p>
          <a:p>
            <a:pPr lvl="1"/>
            <a:r>
              <a:rPr lang="es-ES" dirty="0"/>
              <a:t>No programación explícita</a:t>
            </a:r>
          </a:p>
          <a:p>
            <a:pPr lvl="1"/>
            <a:r>
              <a:rPr lang="es-ES" dirty="0"/>
              <a:t>Descubrimiento de patrones ocultos</a:t>
            </a:r>
          </a:p>
          <a:p>
            <a:pPr lvl="1"/>
            <a:r>
              <a:rPr lang="es-ES" dirty="0"/>
              <a:t>Toma de decisiones basada en los datos</a:t>
            </a:r>
          </a:p>
          <a:p>
            <a:endParaRPr lang="es-BO" dirty="0"/>
          </a:p>
        </p:txBody>
      </p:sp>
      <p:pic>
        <p:nvPicPr>
          <p:cNvPr id="2" name="Picture 2" descr="Resultado de imagen de machine learning cats">
            <a:extLst>
              <a:ext uri="{FF2B5EF4-FFF2-40B4-BE49-F238E27FC236}">
                <a16:creationId xmlns:a16="http://schemas.microsoft.com/office/drawing/2014/main" id="{88460443-15C5-0934-0EB7-0A0992EC8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872" y="3760733"/>
            <a:ext cx="4023611" cy="2414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392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DF96DA5-E1AC-4014-BDA6-E4197D3A4943}"/>
              </a:ext>
            </a:extLst>
          </p:cNvPr>
          <p:cNvSpPr>
            <a:spLocks noGrp="1"/>
          </p:cNvSpPr>
          <p:nvPr>
            <p:ph type="title"/>
          </p:nvPr>
        </p:nvSpPr>
        <p:spPr/>
        <p:txBody>
          <a:bodyPr>
            <a:normAutofit/>
          </a:bodyPr>
          <a:lstStyle/>
          <a:p>
            <a:r>
              <a:rPr lang="es-ES" dirty="0"/>
              <a:t>Programación tradicional VS Machine Learning</a:t>
            </a:r>
            <a:endParaRPr lang="es-BO" dirty="0"/>
          </a:p>
        </p:txBody>
      </p:sp>
      <p:sp>
        <p:nvSpPr>
          <p:cNvPr id="21" name="2 Título"/>
          <p:cNvSpPr txBox="1">
            <a:spLocks/>
          </p:cNvSpPr>
          <p:nvPr/>
        </p:nvSpPr>
        <p:spPr>
          <a:xfrm>
            <a:off x="609600" y="366184"/>
            <a:ext cx="10972800" cy="854571"/>
          </a:xfrm>
          <a:prstGeom prst="rect">
            <a:avLst/>
          </a:prstGeom>
        </p:spPr>
        <p:txBody>
          <a:bodyPr>
            <a:normAutofit fontScale="97500"/>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
        <p:nvSpPr>
          <p:cNvPr id="22" name="21 Rectángulo redondeado"/>
          <p:cNvSpPr/>
          <p:nvPr/>
        </p:nvSpPr>
        <p:spPr>
          <a:xfrm>
            <a:off x="1439482" y="2474919"/>
            <a:ext cx="1824203" cy="37686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2400" dirty="0"/>
              <a:t>Datos</a:t>
            </a:r>
          </a:p>
        </p:txBody>
      </p:sp>
      <p:sp>
        <p:nvSpPr>
          <p:cNvPr id="23" name="22 Rectángulo redondeado"/>
          <p:cNvSpPr/>
          <p:nvPr/>
        </p:nvSpPr>
        <p:spPr>
          <a:xfrm>
            <a:off x="1439482" y="3427844"/>
            <a:ext cx="1824203" cy="37686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ES" sz="2400" dirty="0">
                <a:solidFill>
                  <a:schemeClr val="bg1"/>
                </a:solidFill>
              </a:rPr>
              <a:t>Programa</a:t>
            </a:r>
          </a:p>
        </p:txBody>
      </p:sp>
      <p:sp>
        <p:nvSpPr>
          <p:cNvPr id="24" name="23 Rectángulo redondeado"/>
          <p:cNvSpPr/>
          <p:nvPr/>
        </p:nvSpPr>
        <p:spPr>
          <a:xfrm>
            <a:off x="1439482" y="4791155"/>
            <a:ext cx="1824203" cy="37686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sz="2400" dirty="0"/>
              <a:t>Datos</a:t>
            </a:r>
          </a:p>
        </p:txBody>
      </p:sp>
      <p:sp>
        <p:nvSpPr>
          <p:cNvPr id="25" name="24 Rectángulo redondeado"/>
          <p:cNvSpPr/>
          <p:nvPr/>
        </p:nvSpPr>
        <p:spPr>
          <a:xfrm>
            <a:off x="1439482" y="5642860"/>
            <a:ext cx="1824203" cy="376861"/>
          </a:xfrm>
          <a:prstGeom prst="roundRect">
            <a:avLst/>
          </a:prstGeom>
          <a:solidFill>
            <a:srgbClr val="7030A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sz="2400" dirty="0"/>
              <a:t>Resultado</a:t>
            </a:r>
          </a:p>
        </p:txBody>
      </p:sp>
      <p:sp>
        <p:nvSpPr>
          <p:cNvPr id="26" name="25 Rectángulo redondeado"/>
          <p:cNvSpPr/>
          <p:nvPr/>
        </p:nvSpPr>
        <p:spPr>
          <a:xfrm>
            <a:off x="4511823" y="2931646"/>
            <a:ext cx="2400267" cy="5922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Computadora</a:t>
            </a:r>
          </a:p>
        </p:txBody>
      </p:sp>
      <p:sp>
        <p:nvSpPr>
          <p:cNvPr id="27" name="26 Rectángulo redondeado"/>
          <p:cNvSpPr/>
          <p:nvPr/>
        </p:nvSpPr>
        <p:spPr>
          <a:xfrm>
            <a:off x="4511823" y="5175196"/>
            <a:ext cx="2400267" cy="5922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Computadora</a:t>
            </a:r>
          </a:p>
        </p:txBody>
      </p:sp>
      <p:sp>
        <p:nvSpPr>
          <p:cNvPr id="28" name="27 Rectángulo redondeado"/>
          <p:cNvSpPr/>
          <p:nvPr/>
        </p:nvSpPr>
        <p:spPr>
          <a:xfrm>
            <a:off x="8352250" y="3043801"/>
            <a:ext cx="1824203" cy="376861"/>
          </a:xfrm>
          <a:prstGeom prst="roundRect">
            <a:avLst/>
          </a:prstGeom>
          <a:solidFill>
            <a:srgbClr val="7030A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s-ES" sz="2400" dirty="0"/>
              <a:t>Resultado</a:t>
            </a:r>
          </a:p>
        </p:txBody>
      </p:sp>
      <p:sp>
        <p:nvSpPr>
          <p:cNvPr id="29" name="28 Rectángulo redondeado"/>
          <p:cNvSpPr/>
          <p:nvPr/>
        </p:nvSpPr>
        <p:spPr>
          <a:xfrm>
            <a:off x="8352250" y="5287351"/>
            <a:ext cx="1824203" cy="37686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ES" sz="2400" dirty="0">
                <a:solidFill>
                  <a:schemeClr val="bg1"/>
                </a:solidFill>
              </a:rPr>
              <a:t>Programa</a:t>
            </a:r>
          </a:p>
        </p:txBody>
      </p:sp>
      <p:cxnSp>
        <p:nvCxnSpPr>
          <p:cNvPr id="30" name="29 Conector recto de flecha"/>
          <p:cNvCxnSpPr>
            <a:stCxn id="22" idx="3"/>
            <a:endCxn id="26" idx="1"/>
          </p:cNvCxnSpPr>
          <p:nvPr/>
        </p:nvCxnSpPr>
        <p:spPr>
          <a:xfrm>
            <a:off x="3263684" y="2663350"/>
            <a:ext cx="1248139" cy="56440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1" name="30 Conector recto de flecha"/>
          <p:cNvCxnSpPr>
            <a:stCxn id="23" idx="3"/>
            <a:endCxn id="26" idx="1"/>
          </p:cNvCxnSpPr>
          <p:nvPr/>
        </p:nvCxnSpPr>
        <p:spPr>
          <a:xfrm flipV="1">
            <a:off x="3263684" y="3227751"/>
            <a:ext cx="1248139" cy="38852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2" name="31 Conector recto de flecha"/>
          <p:cNvCxnSpPr>
            <a:stCxn id="24" idx="3"/>
            <a:endCxn id="27" idx="1"/>
          </p:cNvCxnSpPr>
          <p:nvPr/>
        </p:nvCxnSpPr>
        <p:spPr>
          <a:xfrm>
            <a:off x="3263684" y="4979585"/>
            <a:ext cx="1248139" cy="49171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3" name="32 Conector recto de flecha"/>
          <p:cNvCxnSpPr>
            <a:endCxn id="27" idx="1"/>
          </p:cNvCxnSpPr>
          <p:nvPr/>
        </p:nvCxnSpPr>
        <p:spPr>
          <a:xfrm flipV="1">
            <a:off x="3263684" y="5471300"/>
            <a:ext cx="1248139" cy="388524"/>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4" name="33 Conector recto de flecha"/>
          <p:cNvCxnSpPr>
            <a:stCxn id="26" idx="3"/>
            <a:endCxn id="28" idx="1"/>
          </p:cNvCxnSpPr>
          <p:nvPr/>
        </p:nvCxnSpPr>
        <p:spPr>
          <a:xfrm>
            <a:off x="6912090" y="3227751"/>
            <a:ext cx="1440160" cy="448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5" name="34 Conector recto de flecha"/>
          <p:cNvCxnSpPr>
            <a:stCxn id="27" idx="3"/>
            <a:endCxn id="29" idx="1"/>
          </p:cNvCxnSpPr>
          <p:nvPr/>
        </p:nvCxnSpPr>
        <p:spPr>
          <a:xfrm>
            <a:off x="6912090" y="5471301"/>
            <a:ext cx="1440160" cy="4481"/>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6" name="35 CuadroTexto"/>
          <p:cNvSpPr txBox="1"/>
          <p:nvPr/>
        </p:nvSpPr>
        <p:spPr>
          <a:xfrm>
            <a:off x="1055440" y="4293096"/>
            <a:ext cx="2707793" cy="461665"/>
          </a:xfrm>
          <a:prstGeom prst="rect">
            <a:avLst/>
          </a:prstGeom>
          <a:noFill/>
        </p:spPr>
        <p:txBody>
          <a:bodyPr wrap="none" rtlCol="0">
            <a:spAutoFit/>
          </a:bodyPr>
          <a:lstStyle/>
          <a:p>
            <a:r>
              <a:rPr lang="es-ES" sz="2400" b="1" u="sng" dirty="0"/>
              <a:t>Machine Learning</a:t>
            </a:r>
          </a:p>
        </p:txBody>
      </p:sp>
      <p:sp>
        <p:nvSpPr>
          <p:cNvPr id="37" name="36 CuadroTexto"/>
          <p:cNvSpPr txBox="1"/>
          <p:nvPr/>
        </p:nvSpPr>
        <p:spPr>
          <a:xfrm>
            <a:off x="1055440" y="1730337"/>
            <a:ext cx="3772186" cy="461665"/>
          </a:xfrm>
          <a:prstGeom prst="rect">
            <a:avLst/>
          </a:prstGeom>
          <a:noFill/>
        </p:spPr>
        <p:txBody>
          <a:bodyPr wrap="none" rtlCol="0">
            <a:spAutoFit/>
          </a:bodyPr>
          <a:lstStyle/>
          <a:p>
            <a:r>
              <a:rPr lang="es-ES" sz="2400" b="1" u="sng" dirty="0"/>
              <a:t>Programación tradicional</a:t>
            </a:r>
          </a:p>
        </p:txBody>
      </p:sp>
    </p:spTree>
    <p:extLst>
      <p:ext uri="{BB962C8B-B14F-4D97-AF65-F5344CB8AC3E}">
        <p14:creationId xmlns:p14="http://schemas.microsoft.com/office/powerpoint/2010/main" val="4197165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779680CE-F874-424E-A9F0-87D579F84586}"/>
              </a:ext>
            </a:extLst>
          </p:cNvPr>
          <p:cNvSpPr>
            <a:spLocks noGrp="1"/>
          </p:cNvSpPr>
          <p:nvPr>
            <p:ph type="title"/>
          </p:nvPr>
        </p:nvSpPr>
        <p:spPr/>
        <p:txBody>
          <a:bodyPr/>
          <a:lstStyle/>
          <a:p>
            <a:r>
              <a:rPr lang="es-ES" dirty="0"/>
              <a:t>Multidisciplinar</a:t>
            </a:r>
            <a:endParaRPr lang="es-BO" dirty="0"/>
          </a:p>
        </p:txBody>
      </p:sp>
      <p:sp>
        <p:nvSpPr>
          <p:cNvPr id="7" name="Marcador de contenido 6">
            <a:extLst>
              <a:ext uri="{FF2B5EF4-FFF2-40B4-BE49-F238E27FC236}">
                <a16:creationId xmlns:a16="http://schemas.microsoft.com/office/drawing/2014/main" id="{EEF32F21-53E3-4BF7-9BE0-A66641FC2FB9}"/>
              </a:ext>
            </a:extLst>
          </p:cNvPr>
          <p:cNvSpPr>
            <a:spLocks noGrp="1"/>
          </p:cNvSpPr>
          <p:nvPr>
            <p:ph idx="1"/>
          </p:nvPr>
        </p:nvSpPr>
        <p:spPr/>
        <p:txBody>
          <a:bodyPr/>
          <a:lstStyle/>
          <a:p>
            <a:endParaRPr lang="es-BO"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4</a:t>
            </a:fld>
            <a:endParaRPr lang="es-ES"/>
          </a:p>
        </p:txBody>
      </p:sp>
      <p:sp>
        <p:nvSpPr>
          <p:cNvPr id="4" name="2 Título"/>
          <p:cNvSpPr txBox="1">
            <a:spLocks/>
          </p:cNvSpPr>
          <p:nvPr/>
        </p:nvSpPr>
        <p:spPr>
          <a:xfrm>
            <a:off x="609600" y="366184"/>
            <a:ext cx="10972800" cy="1524000"/>
          </a:xfrm>
          <a:prstGeom prst="rect">
            <a:avLst/>
          </a:prstGeom>
        </p:spPr>
        <p:txBody>
          <a:bodyPr>
            <a:normAutofit/>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
        <p:nvSpPr>
          <p:cNvPr id="2" name="Elipse 1">
            <a:extLst>
              <a:ext uri="{FF2B5EF4-FFF2-40B4-BE49-F238E27FC236}">
                <a16:creationId xmlns:a16="http://schemas.microsoft.com/office/drawing/2014/main" id="{43E3A1B2-5398-5908-49B5-2FEF88600321}"/>
              </a:ext>
            </a:extLst>
          </p:cNvPr>
          <p:cNvSpPr/>
          <p:nvPr/>
        </p:nvSpPr>
        <p:spPr>
          <a:xfrm>
            <a:off x="4560141" y="743752"/>
            <a:ext cx="3524758" cy="3528392"/>
          </a:xfrm>
          <a:prstGeom prst="ellipse">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dirty="0">
                <a:solidFill>
                  <a:schemeClr val="tx1"/>
                </a:solidFill>
              </a:rPr>
              <a:t>CIENCIAS DE LA COMPUTACION &amp; INTELIGENCIA</a:t>
            </a:r>
            <a:br>
              <a:rPr lang="es-ES" b="1" dirty="0">
                <a:solidFill>
                  <a:schemeClr val="tx1"/>
                </a:solidFill>
              </a:rPr>
            </a:br>
            <a:r>
              <a:rPr lang="es-ES" b="1" dirty="0">
                <a:solidFill>
                  <a:schemeClr val="tx1"/>
                </a:solidFill>
              </a:rPr>
              <a:t>ARTIFICIAL</a:t>
            </a:r>
            <a:endParaRPr lang="es-419" b="1" dirty="0">
              <a:solidFill>
                <a:schemeClr val="tx1"/>
              </a:solidFill>
            </a:endParaRPr>
          </a:p>
        </p:txBody>
      </p:sp>
      <p:sp>
        <p:nvSpPr>
          <p:cNvPr id="8" name="Elipse 7">
            <a:extLst>
              <a:ext uri="{FF2B5EF4-FFF2-40B4-BE49-F238E27FC236}">
                <a16:creationId xmlns:a16="http://schemas.microsoft.com/office/drawing/2014/main" id="{EFF5D848-3879-1110-074B-7687215BB43D}"/>
              </a:ext>
            </a:extLst>
          </p:cNvPr>
          <p:cNvSpPr/>
          <p:nvPr/>
        </p:nvSpPr>
        <p:spPr>
          <a:xfrm>
            <a:off x="6808383" y="749950"/>
            <a:ext cx="3528392" cy="3528392"/>
          </a:xfrm>
          <a:prstGeom prst="ellipse">
            <a:avLst/>
          </a:prstGeom>
          <a:solidFill>
            <a:schemeClr val="accent3">
              <a:alpha val="5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r"/>
            <a:r>
              <a:rPr lang="es-ES" b="1" dirty="0">
                <a:solidFill>
                  <a:schemeClr val="tx1"/>
                </a:solidFill>
              </a:rPr>
              <a:t>MATEMÁTICAS &amp; ESTADISTICA</a:t>
            </a:r>
            <a:endParaRPr lang="es-419" b="1" dirty="0">
              <a:solidFill>
                <a:schemeClr val="tx1"/>
              </a:solidFill>
            </a:endParaRPr>
          </a:p>
        </p:txBody>
      </p:sp>
      <p:sp>
        <p:nvSpPr>
          <p:cNvPr id="9" name="Elipse 8">
            <a:extLst>
              <a:ext uri="{FF2B5EF4-FFF2-40B4-BE49-F238E27FC236}">
                <a16:creationId xmlns:a16="http://schemas.microsoft.com/office/drawing/2014/main" id="{95226C97-BE70-D3FD-C117-2BB13A332A4D}"/>
              </a:ext>
            </a:extLst>
          </p:cNvPr>
          <p:cNvSpPr/>
          <p:nvPr/>
        </p:nvSpPr>
        <p:spPr>
          <a:xfrm>
            <a:off x="5807968" y="2475899"/>
            <a:ext cx="3524758" cy="3528392"/>
          </a:xfrm>
          <a:prstGeom prst="ellipse">
            <a:avLst/>
          </a:prstGeom>
          <a:solidFill>
            <a:schemeClr val="accent5">
              <a:alpha val="50000"/>
            </a:schemeClr>
          </a:solidFill>
        </p:spPr>
        <p:style>
          <a:lnRef idx="3">
            <a:schemeClr val="lt1"/>
          </a:lnRef>
          <a:fillRef idx="1">
            <a:schemeClr val="accent5"/>
          </a:fillRef>
          <a:effectRef idx="1">
            <a:schemeClr val="accent5"/>
          </a:effectRef>
          <a:fontRef idx="minor">
            <a:schemeClr val="lt1"/>
          </a:fontRef>
        </p:style>
        <p:txBody>
          <a:bodyPr rtlCol="0" anchor="b"/>
          <a:lstStyle/>
          <a:p>
            <a:pPr algn="ctr"/>
            <a:r>
              <a:rPr lang="es-ES" b="1" dirty="0">
                <a:solidFill>
                  <a:schemeClr val="tx1"/>
                </a:solidFill>
              </a:rPr>
              <a:t>DOMINIO DEL CONOCIMIENTO</a:t>
            </a:r>
            <a:endParaRPr lang="es-419" b="1" dirty="0">
              <a:solidFill>
                <a:schemeClr val="tx1"/>
              </a:solidFill>
            </a:endParaRPr>
          </a:p>
        </p:txBody>
      </p:sp>
      <p:sp>
        <p:nvSpPr>
          <p:cNvPr id="10" name="CuadroTexto 9">
            <a:extLst>
              <a:ext uri="{FF2B5EF4-FFF2-40B4-BE49-F238E27FC236}">
                <a16:creationId xmlns:a16="http://schemas.microsoft.com/office/drawing/2014/main" id="{06F31CFA-7E5D-FDE2-5E16-A7F875B053F3}"/>
              </a:ext>
            </a:extLst>
          </p:cNvPr>
          <p:cNvSpPr txBox="1"/>
          <p:nvPr/>
        </p:nvSpPr>
        <p:spPr>
          <a:xfrm>
            <a:off x="6910795" y="2560337"/>
            <a:ext cx="1174104" cy="646331"/>
          </a:xfrm>
          <a:prstGeom prst="rect">
            <a:avLst/>
          </a:prstGeom>
          <a:noFill/>
        </p:spPr>
        <p:txBody>
          <a:bodyPr wrap="none" rtlCol="0">
            <a:spAutoFit/>
          </a:bodyPr>
          <a:lstStyle/>
          <a:p>
            <a:r>
              <a:rPr lang="es-ES" b="1" dirty="0">
                <a:solidFill>
                  <a:schemeClr val="bg1"/>
                </a:solidFill>
              </a:rPr>
              <a:t>MACHINE</a:t>
            </a:r>
            <a:br>
              <a:rPr lang="es-ES" b="1" dirty="0">
                <a:solidFill>
                  <a:schemeClr val="bg1"/>
                </a:solidFill>
              </a:rPr>
            </a:br>
            <a:r>
              <a:rPr lang="es-ES" b="1" dirty="0">
                <a:solidFill>
                  <a:schemeClr val="bg1"/>
                </a:solidFill>
              </a:rPr>
              <a:t>LEARNING</a:t>
            </a:r>
            <a:endParaRPr lang="es-419" b="1" dirty="0">
              <a:solidFill>
                <a:schemeClr val="bg1"/>
              </a:solidFill>
            </a:endParaRPr>
          </a:p>
        </p:txBody>
      </p:sp>
    </p:spTree>
    <p:extLst>
      <p:ext uri="{BB962C8B-B14F-4D97-AF65-F5344CB8AC3E}">
        <p14:creationId xmlns:p14="http://schemas.microsoft.com/office/powerpoint/2010/main" val="2639909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E2EA0ED4-0C3F-4F43-AE8D-1DDF418A27DC}"/>
              </a:ext>
            </a:extLst>
          </p:cNvPr>
          <p:cNvSpPr>
            <a:spLocks noGrp="1"/>
          </p:cNvSpPr>
          <p:nvPr>
            <p:ph type="title"/>
          </p:nvPr>
        </p:nvSpPr>
        <p:spPr/>
        <p:txBody>
          <a:bodyPr/>
          <a:lstStyle/>
          <a:p>
            <a:r>
              <a:rPr lang="es-ES" dirty="0"/>
              <a:t>Ejemplo: SPAM</a:t>
            </a:r>
            <a:endParaRPr lang="es-BO" dirty="0"/>
          </a:p>
        </p:txBody>
      </p:sp>
      <p:sp>
        <p:nvSpPr>
          <p:cNvPr id="6" name="Marcador de contenido 5">
            <a:extLst>
              <a:ext uri="{FF2B5EF4-FFF2-40B4-BE49-F238E27FC236}">
                <a16:creationId xmlns:a16="http://schemas.microsoft.com/office/drawing/2014/main" id="{7C1A9D3E-270D-4707-AF74-6F7424BC8D69}"/>
              </a:ext>
            </a:extLst>
          </p:cNvPr>
          <p:cNvSpPr>
            <a:spLocks noGrp="1"/>
          </p:cNvSpPr>
          <p:nvPr>
            <p:ph idx="1"/>
          </p:nvPr>
        </p:nvSpPr>
        <p:spPr/>
        <p:txBody>
          <a:bodyPr/>
          <a:lstStyle/>
          <a:p>
            <a:endParaRPr lang="es-BO"/>
          </a:p>
        </p:txBody>
      </p:sp>
      <p:sp>
        <p:nvSpPr>
          <p:cNvPr id="3" name="2 Marcador de número de diapositiva"/>
          <p:cNvSpPr>
            <a:spLocks noGrp="1"/>
          </p:cNvSpPr>
          <p:nvPr>
            <p:ph type="sldNum" sz="quarter" idx="12"/>
          </p:nvPr>
        </p:nvSpPr>
        <p:spPr/>
        <p:txBody>
          <a:bodyPr/>
          <a:lstStyle/>
          <a:p>
            <a:fld id="{BC27CD9C-C814-4D7E-9230-8D1C34D1498B}" type="slidenum">
              <a:rPr lang="es-ES" smtClean="0"/>
              <a:t>5</a:t>
            </a:fld>
            <a:endParaRPr lang="es-ES"/>
          </a:p>
        </p:txBody>
      </p:sp>
      <p:sp>
        <p:nvSpPr>
          <p:cNvPr id="21" name="2 Título"/>
          <p:cNvSpPr txBox="1">
            <a:spLocks/>
          </p:cNvSpPr>
          <p:nvPr/>
        </p:nvSpPr>
        <p:spPr>
          <a:xfrm>
            <a:off x="609600" y="366184"/>
            <a:ext cx="10972800" cy="854571"/>
          </a:xfrm>
          <a:prstGeom prst="rect">
            <a:avLst/>
          </a:prstGeom>
        </p:spPr>
        <p:txBody>
          <a:bodyPr>
            <a:normAutofit fontScale="97500"/>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pic>
        <p:nvPicPr>
          <p:cNvPr id="1028" name="Picture 4">
            <a:extLst>
              <a:ext uri="{FF2B5EF4-FFF2-40B4-BE49-F238E27FC236}">
                <a16:creationId xmlns:a16="http://schemas.microsoft.com/office/drawing/2014/main" id="{53698D93-19EB-4D2F-8A2B-28E5564E2A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512" y="1683769"/>
            <a:ext cx="7989782" cy="4510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960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7279741A-2683-4CE9-BC71-4ACE06A7FA0D}"/>
              </a:ext>
            </a:extLst>
          </p:cNvPr>
          <p:cNvSpPr>
            <a:spLocks noGrp="1"/>
          </p:cNvSpPr>
          <p:nvPr>
            <p:ph type="title"/>
          </p:nvPr>
        </p:nvSpPr>
        <p:spPr/>
        <p:txBody>
          <a:bodyPr>
            <a:normAutofit fontScale="90000"/>
          </a:bodyPr>
          <a:lstStyle/>
          <a:p>
            <a:r>
              <a:rPr lang="es-ES" dirty="0"/>
              <a:t>Ejemplo de aplicación: Detección de fraude en tarjetas de crédito</a:t>
            </a:r>
            <a:br>
              <a:rPr lang="es-ES" dirty="0"/>
            </a:br>
            <a:endParaRPr lang="es-BO" dirty="0"/>
          </a:p>
        </p:txBody>
      </p:sp>
      <p:sp>
        <p:nvSpPr>
          <p:cNvPr id="8" name="Marcador de contenido 7">
            <a:extLst>
              <a:ext uri="{FF2B5EF4-FFF2-40B4-BE49-F238E27FC236}">
                <a16:creationId xmlns:a16="http://schemas.microsoft.com/office/drawing/2014/main" id="{7134A62E-56A9-410B-BAAF-727206F1C4EF}"/>
              </a:ext>
            </a:extLst>
          </p:cNvPr>
          <p:cNvSpPr>
            <a:spLocks noGrp="1"/>
          </p:cNvSpPr>
          <p:nvPr>
            <p:ph idx="1"/>
          </p:nvPr>
        </p:nvSpPr>
        <p:spPr/>
        <p:txBody>
          <a:bodyPr/>
          <a:lstStyle/>
          <a:p>
            <a:endParaRPr lang="es-BO"/>
          </a:p>
        </p:txBody>
      </p:sp>
      <p:sp>
        <p:nvSpPr>
          <p:cNvPr id="3" name="2 Marcador de número de diapositiva"/>
          <p:cNvSpPr>
            <a:spLocks noGrp="1"/>
          </p:cNvSpPr>
          <p:nvPr>
            <p:ph type="sldNum" sz="quarter" idx="12"/>
          </p:nvPr>
        </p:nvSpPr>
        <p:spPr/>
        <p:txBody>
          <a:bodyPr/>
          <a:lstStyle/>
          <a:p>
            <a:fld id="{BC27CD9C-C814-4D7E-9230-8D1C34D1498B}" type="slidenum">
              <a:rPr lang="es-ES" smtClean="0"/>
              <a:t>6</a:t>
            </a:fld>
            <a:endParaRPr lang="es-ES"/>
          </a:p>
        </p:txBody>
      </p:sp>
      <p:sp>
        <p:nvSpPr>
          <p:cNvPr id="4" name="2 Título"/>
          <p:cNvSpPr txBox="1">
            <a:spLocks/>
          </p:cNvSpPr>
          <p:nvPr/>
        </p:nvSpPr>
        <p:spPr>
          <a:xfrm>
            <a:off x="609600" y="366184"/>
            <a:ext cx="10972800" cy="1524000"/>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
        <p:nvSpPr>
          <p:cNvPr id="5" name="4 CuadroTexto"/>
          <p:cNvSpPr txBox="1"/>
          <p:nvPr/>
        </p:nvSpPr>
        <p:spPr>
          <a:xfrm>
            <a:off x="1295467" y="1220755"/>
            <a:ext cx="9889099" cy="646331"/>
          </a:xfrm>
          <a:prstGeom prst="rect">
            <a:avLst/>
          </a:prstGeom>
          <a:noFill/>
        </p:spPr>
        <p:txBody>
          <a:bodyPr wrap="square" rtlCol="0">
            <a:spAutoFit/>
          </a:bodyPr>
          <a:lstStyle/>
          <a:p>
            <a:endParaRPr lang="es-ES" sz="3600" dirty="0"/>
          </a:p>
        </p:txBody>
      </p:sp>
      <p:pic>
        <p:nvPicPr>
          <p:cNvPr id="6" name="Picture 4" descr="Tarjeta De Crédito, Pago, Dinero, Compras, De Plástic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025" y="2084851"/>
            <a:ext cx="6085339" cy="4291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003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ED2449C9-4A83-49A0-97E2-61C21EA02B16}"/>
              </a:ext>
            </a:extLst>
          </p:cNvPr>
          <p:cNvSpPr>
            <a:spLocks noGrp="1"/>
          </p:cNvSpPr>
          <p:nvPr>
            <p:ph type="title"/>
          </p:nvPr>
        </p:nvSpPr>
        <p:spPr/>
        <p:txBody>
          <a:bodyPr>
            <a:normAutofit/>
          </a:bodyPr>
          <a:lstStyle/>
          <a:p>
            <a:r>
              <a:rPr lang="es-ES" dirty="0"/>
              <a:t>Ejemplo de aplicación: Recomendaciones de compra</a:t>
            </a:r>
            <a:endParaRPr lang="es-BO" dirty="0"/>
          </a:p>
        </p:txBody>
      </p:sp>
      <p:sp>
        <p:nvSpPr>
          <p:cNvPr id="8" name="Marcador de contenido 7">
            <a:extLst>
              <a:ext uri="{FF2B5EF4-FFF2-40B4-BE49-F238E27FC236}">
                <a16:creationId xmlns:a16="http://schemas.microsoft.com/office/drawing/2014/main" id="{62C68DF1-9EC7-48C0-B453-B4C1B906261B}"/>
              </a:ext>
            </a:extLst>
          </p:cNvPr>
          <p:cNvSpPr>
            <a:spLocks noGrp="1"/>
          </p:cNvSpPr>
          <p:nvPr>
            <p:ph idx="1"/>
          </p:nvPr>
        </p:nvSpPr>
        <p:spPr/>
        <p:txBody>
          <a:bodyPr/>
          <a:lstStyle/>
          <a:p>
            <a:endParaRPr lang="es-BO"/>
          </a:p>
        </p:txBody>
      </p:sp>
      <p:sp>
        <p:nvSpPr>
          <p:cNvPr id="3" name="2 Marcador de número de diapositiva"/>
          <p:cNvSpPr>
            <a:spLocks noGrp="1"/>
          </p:cNvSpPr>
          <p:nvPr>
            <p:ph type="sldNum" sz="quarter" idx="12"/>
          </p:nvPr>
        </p:nvSpPr>
        <p:spPr/>
        <p:txBody>
          <a:bodyPr/>
          <a:lstStyle/>
          <a:p>
            <a:fld id="{BC27CD9C-C814-4D7E-9230-8D1C34D1498B}" type="slidenum">
              <a:rPr lang="es-ES" smtClean="0"/>
              <a:t>7</a:t>
            </a:fld>
            <a:endParaRPr lang="es-ES"/>
          </a:p>
        </p:txBody>
      </p:sp>
      <p:sp>
        <p:nvSpPr>
          <p:cNvPr id="4" name="2 Título"/>
          <p:cNvSpPr txBox="1">
            <a:spLocks/>
          </p:cNvSpPr>
          <p:nvPr/>
        </p:nvSpPr>
        <p:spPr>
          <a:xfrm>
            <a:off x="609600" y="366184"/>
            <a:ext cx="10972800" cy="1524000"/>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pic>
        <p:nvPicPr>
          <p:cNvPr id="6" name="Picture 2" descr="Resultado de imagen de recommendation e-commer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905" y="1737360"/>
            <a:ext cx="6539012" cy="4479224"/>
          </a:xfrm>
          <a:prstGeom prst="rect">
            <a:avLst/>
          </a:prstGeom>
          <a:noFill/>
          <a:ln w="28575">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69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CEC9B596-D538-4278-95C8-3502D09334F4}"/>
              </a:ext>
            </a:extLst>
          </p:cNvPr>
          <p:cNvSpPr>
            <a:spLocks noGrp="1"/>
          </p:cNvSpPr>
          <p:nvPr>
            <p:ph type="title"/>
          </p:nvPr>
        </p:nvSpPr>
        <p:spPr/>
        <p:txBody>
          <a:bodyPr/>
          <a:lstStyle/>
          <a:p>
            <a:r>
              <a:rPr lang="es-ES" dirty="0"/>
              <a:t>Otros ejemplos de aplicación</a:t>
            </a:r>
            <a:endParaRPr lang="es-BO" dirty="0"/>
          </a:p>
        </p:txBody>
      </p:sp>
      <p:sp>
        <p:nvSpPr>
          <p:cNvPr id="7" name="Marcador de contenido 6">
            <a:extLst>
              <a:ext uri="{FF2B5EF4-FFF2-40B4-BE49-F238E27FC236}">
                <a16:creationId xmlns:a16="http://schemas.microsoft.com/office/drawing/2014/main" id="{9ADA496E-969D-44D8-845E-9AB57B2F0A5A}"/>
              </a:ext>
            </a:extLst>
          </p:cNvPr>
          <p:cNvSpPr>
            <a:spLocks noGrp="1"/>
          </p:cNvSpPr>
          <p:nvPr>
            <p:ph idx="1"/>
          </p:nvPr>
        </p:nvSpPr>
        <p:spPr>
          <a:xfrm>
            <a:off x="677334" y="2160589"/>
            <a:ext cx="9019066" cy="3880773"/>
          </a:xfrm>
        </p:spPr>
        <p:txBody>
          <a:bodyPr>
            <a:normAutofit/>
          </a:bodyPr>
          <a:lstStyle/>
          <a:p>
            <a:pPr>
              <a:buFont typeface="Wingdings" panose="05000000000000000000" pitchFamily="2" charset="2"/>
              <a:buChar char="§"/>
            </a:pPr>
            <a:r>
              <a:rPr lang="es-ES" sz="2800" dirty="0"/>
              <a:t>Anuncios orientados en aplicaciones móviles</a:t>
            </a:r>
          </a:p>
          <a:p>
            <a:pPr>
              <a:buFont typeface="Wingdings" panose="05000000000000000000" pitchFamily="2" charset="2"/>
              <a:buChar char="§"/>
            </a:pPr>
            <a:r>
              <a:rPr lang="es-ES" sz="2800" dirty="0"/>
              <a:t>Análisis de sentimiento en las redes sociales</a:t>
            </a:r>
          </a:p>
          <a:p>
            <a:pPr>
              <a:buFont typeface="Wingdings" panose="05000000000000000000" pitchFamily="2" charset="2"/>
              <a:buChar char="§"/>
            </a:pPr>
            <a:r>
              <a:rPr lang="es-ES" sz="2800" dirty="0"/>
              <a:t>Monitorización climática para detectar patrones estacionales</a:t>
            </a:r>
          </a:p>
          <a:p>
            <a:pPr>
              <a:buFont typeface="Wingdings" panose="05000000000000000000" pitchFamily="2" charset="2"/>
              <a:buChar char="§"/>
            </a:pPr>
            <a:r>
              <a:rPr lang="es-ES" sz="2800" dirty="0"/>
              <a:t>Detección de patrones en la lucha contra el crimen</a:t>
            </a:r>
          </a:p>
          <a:p>
            <a:pPr>
              <a:buFont typeface="Wingdings" panose="05000000000000000000" pitchFamily="2" charset="2"/>
              <a:buChar char="§"/>
            </a:pPr>
            <a:r>
              <a:rPr lang="es-ES" sz="2800" dirty="0"/>
              <a:t>Aplicación en sanidad</a:t>
            </a:r>
          </a:p>
          <a:p>
            <a:pPr>
              <a:buFont typeface="Wingdings" panose="05000000000000000000" pitchFamily="2" charset="2"/>
              <a:buChar char="§"/>
            </a:pPr>
            <a:r>
              <a:rPr lang="es-ES" sz="2800" dirty="0"/>
              <a:t>Entre muchas otras mas …</a:t>
            </a:r>
          </a:p>
        </p:txBody>
      </p:sp>
      <p:sp>
        <p:nvSpPr>
          <p:cNvPr id="3" name="2 Marcador de número de diapositiva"/>
          <p:cNvSpPr>
            <a:spLocks noGrp="1"/>
          </p:cNvSpPr>
          <p:nvPr>
            <p:ph type="sldNum" sz="quarter" idx="12"/>
          </p:nvPr>
        </p:nvSpPr>
        <p:spPr/>
        <p:txBody>
          <a:bodyPr/>
          <a:lstStyle/>
          <a:p>
            <a:fld id="{BC27CD9C-C814-4D7E-9230-8D1C34D1498B}" type="slidenum">
              <a:rPr lang="es-ES" smtClean="0"/>
              <a:t>8</a:t>
            </a:fld>
            <a:endParaRPr lang="es-ES"/>
          </a:p>
        </p:txBody>
      </p:sp>
      <p:sp>
        <p:nvSpPr>
          <p:cNvPr id="4" name="1 Marcador de contenido"/>
          <p:cNvSpPr txBox="1">
            <a:spLocks/>
          </p:cNvSpPr>
          <p:nvPr/>
        </p:nvSpPr>
        <p:spPr>
          <a:xfrm>
            <a:off x="609600" y="1426832"/>
            <a:ext cx="10972800" cy="60346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s-ES" sz="3200" dirty="0"/>
          </a:p>
        </p:txBody>
      </p:sp>
      <p:sp>
        <p:nvSpPr>
          <p:cNvPr id="5" name="2 Título"/>
          <p:cNvSpPr txBox="1">
            <a:spLocks/>
          </p:cNvSpPr>
          <p:nvPr/>
        </p:nvSpPr>
        <p:spPr>
          <a:xfrm>
            <a:off x="609600" y="366184"/>
            <a:ext cx="10972800" cy="1142603"/>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Tree>
    <p:extLst>
      <p:ext uri="{BB962C8B-B14F-4D97-AF65-F5344CB8AC3E}">
        <p14:creationId xmlns:p14="http://schemas.microsoft.com/office/powerpoint/2010/main" val="2601749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Rectángulo"/>
          <p:cNvSpPr/>
          <p:nvPr/>
        </p:nvSpPr>
        <p:spPr>
          <a:xfrm>
            <a:off x="4439816" y="2016067"/>
            <a:ext cx="3456384" cy="3744416"/>
          </a:xfrm>
          <a:prstGeom prst="rect">
            <a:avLst/>
          </a:prstGeom>
          <a:solidFill>
            <a:schemeClr val="accent3">
              <a:lumMod val="60000"/>
              <a:lumOff val="4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ES" sz="2400">
              <a:solidFill>
                <a:schemeClr val="accent4">
                  <a:lumMod val="60000"/>
                  <a:lumOff val="40000"/>
                </a:schemeClr>
              </a:solidFill>
            </a:endParaRPr>
          </a:p>
        </p:txBody>
      </p:sp>
      <p:sp>
        <p:nvSpPr>
          <p:cNvPr id="8" name="7 Rectángulo"/>
          <p:cNvSpPr/>
          <p:nvPr/>
        </p:nvSpPr>
        <p:spPr>
          <a:xfrm>
            <a:off x="839416" y="2016067"/>
            <a:ext cx="3456384" cy="3744416"/>
          </a:xfrm>
          <a:prstGeom prst="rect">
            <a:avLst/>
          </a:prstGeom>
          <a:solidFill>
            <a:schemeClr val="accent3">
              <a:lumMod val="60000"/>
              <a:lumOff val="4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ES" sz="2400" dirty="0"/>
          </a:p>
        </p:txBody>
      </p:sp>
      <p:sp>
        <p:nvSpPr>
          <p:cNvPr id="13" name="Título 12">
            <a:extLst>
              <a:ext uri="{FF2B5EF4-FFF2-40B4-BE49-F238E27FC236}">
                <a16:creationId xmlns:a16="http://schemas.microsoft.com/office/drawing/2014/main" id="{24A8AC76-528F-41EC-AA06-7EC04713325F}"/>
              </a:ext>
            </a:extLst>
          </p:cNvPr>
          <p:cNvSpPr>
            <a:spLocks noGrp="1"/>
          </p:cNvSpPr>
          <p:nvPr>
            <p:ph type="title"/>
          </p:nvPr>
        </p:nvSpPr>
        <p:spPr/>
        <p:txBody>
          <a:bodyPr anchor="t">
            <a:normAutofit/>
          </a:bodyPr>
          <a:lstStyle/>
          <a:p>
            <a:r>
              <a:rPr lang="es-ES" dirty="0"/>
              <a:t>Tipos de aprendizaje</a:t>
            </a:r>
            <a:endParaRPr lang="es-BO"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9</a:t>
            </a:fld>
            <a:endParaRPr lang="es-ES"/>
          </a:p>
        </p:txBody>
      </p:sp>
      <p:sp>
        <p:nvSpPr>
          <p:cNvPr id="4" name="3 Rectángulo redondeado"/>
          <p:cNvSpPr/>
          <p:nvPr/>
        </p:nvSpPr>
        <p:spPr>
          <a:xfrm>
            <a:off x="1187023" y="4532418"/>
            <a:ext cx="2784309" cy="9601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Clasificación</a:t>
            </a:r>
          </a:p>
        </p:txBody>
      </p:sp>
      <p:sp>
        <p:nvSpPr>
          <p:cNvPr id="5" name="4 Rectángulo redondeado"/>
          <p:cNvSpPr/>
          <p:nvPr/>
        </p:nvSpPr>
        <p:spPr>
          <a:xfrm>
            <a:off x="1175453" y="3264205"/>
            <a:ext cx="2784309" cy="9601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Regresión</a:t>
            </a:r>
          </a:p>
        </p:txBody>
      </p:sp>
      <p:sp>
        <p:nvSpPr>
          <p:cNvPr id="6" name="5 Rectángulo redondeado"/>
          <p:cNvSpPr/>
          <p:nvPr/>
        </p:nvSpPr>
        <p:spPr>
          <a:xfrm>
            <a:off x="4775854" y="3264206"/>
            <a:ext cx="2784309" cy="9601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Segmentación</a:t>
            </a:r>
          </a:p>
        </p:txBody>
      </p:sp>
      <p:sp>
        <p:nvSpPr>
          <p:cNvPr id="7" name="6 Rectángulo redondeado"/>
          <p:cNvSpPr/>
          <p:nvPr/>
        </p:nvSpPr>
        <p:spPr>
          <a:xfrm>
            <a:off x="4775854" y="4512344"/>
            <a:ext cx="2784309" cy="9601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Asociación</a:t>
            </a:r>
          </a:p>
        </p:txBody>
      </p:sp>
      <p:sp>
        <p:nvSpPr>
          <p:cNvPr id="10" name="9 CuadroTexto"/>
          <p:cNvSpPr txBox="1"/>
          <p:nvPr/>
        </p:nvSpPr>
        <p:spPr>
          <a:xfrm>
            <a:off x="1223459" y="2304099"/>
            <a:ext cx="2784309" cy="748988"/>
          </a:xfrm>
          <a:prstGeom prst="rect">
            <a:avLst/>
          </a:prstGeom>
          <a:noFill/>
        </p:spPr>
        <p:txBody>
          <a:bodyPr wrap="square" rtlCol="0">
            <a:spAutoFit/>
          </a:bodyPr>
          <a:lstStyle/>
          <a:p>
            <a:r>
              <a:rPr lang="es-ES" sz="2400" b="1" dirty="0"/>
              <a:t>Supervisado</a:t>
            </a:r>
          </a:p>
          <a:p>
            <a:r>
              <a:rPr lang="es-ES" sz="1867" dirty="0">
                <a:solidFill>
                  <a:srgbClr val="0070C0"/>
                </a:solidFill>
              </a:rPr>
              <a:t>Target</a:t>
            </a:r>
          </a:p>
        </p:txBody>
      </p:sp>
      <p:sp>
        <p:nvSpPr>
          <p:cNvPr id="11" name="10 CuadroTexto"/>
          <p:cNvSpPr txBox="1"/>
          <p:nvPr/>
        </p:nvSpPr>
        <p:spPr>
          <a:xfrm>
            <a:off x="4775854" y="2291710"/>
            <a:ext cx="2784309" cy="748988"/>
          </a:xfrm>
          <a:prstGeom prst="rect">
            <a:avLst/>
          </a:prstGeom>
          <a:noFill/>
        </p:spPr>
        <p:txBody>
          <a:bodyPr wrap="square" rtlCol="0">
            <a:spAutoFit/>
          </a:bodyPr>
          <a:lstStyle/>
          <a:p>
            <a:r>
              <a:rPr lang="es-ES" sz="2400" b="1" dirty="0"/>
              <a:t>No Supervisado</a:t>
            </a:r>
          </a:p>
          <a:p>
            <a:r>
              <a:rPr lang="es-ES" sz="1867" dirty="0">
                <a:solidFill>
                  <a:srgbClr val="0070C0"/>
                </a:solidFill>
              </a:rPr>
              <a:t>Sin Target</a:t>
            </a:r>
          </a:p>
        </p:txBody>
      </p:sp>
      <p:sp>
        <p:nvSpPr>
          <p:cNvPr id="12" name="2 Título"/>
          <p:cNvSpPr txBox="1">
            <a:spLocks/>
          </p:cNvSpPr>
          <p:nvPr/>
        </p:nvSpPr>
        <p:spPr>
          <a:xfrm>
            <a:off x="609600" y="366184"/>
            <a:ext cx="10972800" cy="950581"/>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
        <p:nvSpPr>
          <p:cNvPr id="2" name="8 Rectángulo">
            <a:extLst>
              <a:ext uri="{FF2B5EF4-FFF2-40B4-BE49-F238E27FC236}">
                <a16:creationId xmlns:a16="http://schemas.microsoft.com/office/drawing/2014/main" id="{D60A488B-86A0-CA4D-E93F-57FF3A44A329}"/>
              </a:ext>
            </a:extLst>
          </p:cNvPr>
          <p:cNvSpPr/>
          <p:nvPr/>
        </p:nvSpPr>
        <p:spPr>
          <a:xfrm>
            <a:off x="8012040" y="1988840"/>
            <a:ext cx="3456384" cy="3744416"/>
          </a:xfrm>
          <a:prstGeom prst="rect">
            <a:avLst/>
          </a:prstGeom>
          <a:solidFill>
            <a:schemeClr val="accent3">
              <a:lumMod val="60000"/>
              <a:lumOff val="4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ES" sz="2400">
              <a:solidFill>
                <a:schemeClr val="accent4">
                  <a:lumMod val="60000"/>
                  <a:lumOff val="40000"/>
                </a:schemeClr>
              </a:solidFill>
            </a:endParaRPr>
          </a:p>
        </p:txBody>
      </p:sp>
      <p:sp>
        <p:nvSpPr>
          <p:cNvPr id="15" name="5 Rectángulo redondeado">
            <a:extLst>
              <a:ext uri="{FF2B5EF4-FFF2-40B4-BE49-F238E27FC236}">
                <a16:creationId xmlns:a16="http://schemas.microsoft.com/office/drawing/2014/main" id="{E07A1EF8-07FE-E9F7-D7F4-B69AC0F3FF90}"/>
              </a:ext>
            </a:extLst>
          </p:cNvPr>
          <p:cNvSpPr/>
          <p:nvPr/>
        </p:nvSpPr>
        <p:spPr>
          <a:xfrm>
            <a:off x="8348078" y="3236979"/>
            <a:ext cx="2784309" cy="9601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Q-</a:t>
            </a:r>
            <a:r>
              <a:rPr lang="es-ES" sz="2400" dirty="0" err="1"/>
              <a:t>learning</a:t>
            </a:r>
            <a:endParaRPr lang="es-ES" sz="2400" dirty="0"/>
          </a:p>
        </p:txBody>
      </p:sp>
      <p:sp>
        <p:nvSpPr>
          <p:cNvPr id="16" name="6 Rectángulo redondeado">
            <a:extLst>
              <a:ext uri="{FF2B5EF4-FFF2-40B4-BE49-F238E27FC236}">
                <a16:creationId xmlns:a16="http://schemas.microsoft.com/office/drawing/2014/main" id="{309530AB-A55E-DDC2-AF58-9DBDA274D4A8}"/>
              </a:ext>
            </a:extLst>
          </p:cNvPr>
          <p:cNvSpPr/>
          <p:nvPr/>
        </p:nvSpPr>
        <p:spPr>
          <a:xfrm>
            <a:off x="8348078" y="4485117"/>
            <a:ext cx="2784309" cy="9601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Sarsa</a:t>
            </a:r>
          </a:p>
        </p:txBody>
      </p:sp>
      <p:sp>
        <p:nvSpPr>
          <p:cNvPr id="17" name="10 CuadroTexto">
            <a:extLst>
              <a:ext uri="{FF2B5EF4-FFF2-40B4-BE49-F238E27FC236}">
                <a16:creationId xmlns:a16="http://schemas.microsoft.com/office/drawing/2014/main" id="{686C280B-1E3B-4F78-5C02-1C21523A839B}"/>
              </a:ext>
            </a:extLst>
          </p:cNvPr>
          <p:cNvSpPr txBox="1"/>
          <p:nvPr/>
        </p:nvSpPr>
        <p:spPr>
          <a:xfrm>
            <a:off x="8348078" y="2264483"/>
            <a:ext cx="2784309" cy="461665"/>
          </a:xfrm>
          <a:prstGeom prst="rect">
            <a:avLst/>
          </a:prstGeom>
          <a:noFill/>
        </p:spPr>
        <p:txBody>
          <a:bodyPr wrap="square" rtlCol="0">
            <a:spAutoFit/>
          </a:bodyPr>
          <a:lstStyle/>
          <a:p>
            <a:r>
              <a:rPr lang="es-ES" sz="2400" b="1" dirty="0"/>
              <a:t>Por refuerzo</a:t>
            </a:r>
            <a:endParaRPr lang="es-ES" sz="1867" dirty="0">
              <a:solidFill>
                <a:srgbClr val="0070C0"/>
              </a:solidFill>
            </a:endParaRPr>
          </a:p>
        </p:txBody>
      </p:sp>
    </p:spTree>
    <p:extLst>
      <p:ext uri="{BB962C8B-B14F-4D97-AF65-F5344CB8AC3E}">
        <p14:creationId xmlns:p14="http://schemas.microsoft.com/office/powerpoint/2010/main" val="1890837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8C7C9-F219-0FF6-88A4-14E128BA19AE}"/>
              </a:ext>
            </a:extLst>
          </p:cNvPr>
          <p:cNvSpPr>
            <a:spLocks noGrp="1"/>
          </p:cNvSpPr>
          <p:nvPr>
            <p:ph type="title"/>
          </p:nvPr>
        </p:nvSpPr>
        <p:spPr/>
        <p:txBody>
          <a:bodyPr/>
          <a:lstStyle/>
          <a:p>
            <a:r>
              <a:rPr lang="es-ES" dirty="0"/>
              <a:t>Conjunto de datos</a:t>
            </a:r>
            <a:endParaRPr lang="es-BO" dirty="0"/>
          </a:p>
        </p:txBody>
      </p:sp>
      <p:sp>
        <p:nvSpPr>
          <p:cNvPr id="3" name="Marcador de contenido 2">
            <a:extLst>
              <a:ext uri="{FF2B5EF4-FFF2-40B4-BE49-F238E27FC236}">
                <a16:creationId xmlns:a16="http://schemas.microsoft.com/office/drawing/2014/main" id="{A43A0DEC-5A6A-8D96-6FAA-701038216F3B}"/>
              </a:ext>
            </a:extLst>
          </p:cNvPr>
          <p:cNvSpPr>
            <a:spLocks noGrp="1"/>
          </p:cNvSpPr>
          <p:nvPr>
            <p:ph idx="1"/>
          </p:nvPr>
        </p:nvSpPr>
        <p:spPr/>
        <p:txBody>
          <a:bodyPr/>
          <a:lstStyle/>
          <a:p>
            <a:r>
              <a:rPr lang="es-US" b="1" i="1" u="sng" dirty="0" err="1"/>
              <a:t>Datasets</a:t>
            </a:r>
            <a:r>
              <a:rPr lang="es-US" b="1" i="1" u="sng" dirty="0"/>
              <a:t>:</a:t>
            </a:r>
          </a:p>
          <a:p>
            <a:pPr lvl="1"/>
            <a:r>
              <a:rPr lang="es-US" dirty="0"/>
              <a:t>Conjunto de datos,</a:t>
            </a:r>
          </a:p>
          <a:p>
            <a:pPr lvl="1"/>
            <a:r>
              <a:rPr lang="es-US" dirty="0"/>
              <a:t>Soporte digital, </a:t>
            </a:r>
          </a:p>
          <a:p>
            <a:pPr lvl="1"/>
            <a:r>
              <a:rPr lang="es-US" dirty="0"/>
              <a:t>Varios formatos </a:t>
            </a:r>
          </a:p>
          <a:p>
            <a:pPr lvl="1"/>
            <a:r>
              <a:rPr lang="es-US" dirty="0"/>
              <a:t>Similar a una o mas tablas de una base de datos, </a:t>
            </a:r>
          </a:p>
          <a:p>
            <a:pPr lvl="1"/>
            <a:r>
              <a:rPr lang="es-US" dirty="0"/>
              <a:t>Almacenan características y </a:t>
            </a:r>
            <a:r>
              <a:rPr lang="es-US" dirty="0" err="1"/>
              <a:t>etiquecas</a:t>
            </a:r>
            <a:endParaRPr lang="es-US" dirty="0"/>
          </a:p>
          <a:p>
            <a:r>
              <a:rPr lang="es-US" b="1" i="1" u="sng" dirty="0"/>
              <a:t>Presentación y formato:</a:t>
            </a:r>
          </a:p>
          <a:p>
            <a:pPr lvl="1"/>
            <a:r>
              <a:rPr lang="es-US" dirty="0"/>
              <a:t>Archivos de texto</a:t>
            </a:r>
          </a:p>
          <a:p>
            <a:pPr lvl="1"/>
            <a:r>
              <a:rPr lang="es-US" dirty="0"/>
              <a:t>Hojas de calculo</a:t>
            </a:r>
          </a:p>
          <a:p>
            <a:pPr lvl="1"/>
            <a:r>
              <a:rPr lang="es-US" dirty="0"/>
              <a:t>Carpeta con imágenes</a:t>
            </a:r>
          </a:p>
          <a:p>
            <a:pPr lvl="1"/>
            <a:r>
              <a:rPr lang="es-BO" dirty="0"/>
              <a:t>Carpeta con sonidos</a:t>
            </a:r>
          </a:p>
          <a:p>
            <a:pPr lvl="1"/>
            <a:r>
              <a:rPr lang="es-BO" dirty="0"/>
              <a:t>Muchos otros.</a:t>
            </a:r>
          </a:p>
        </p:txBody>
      </p:sp>
      <p:sp>
        <p:nvSpPr>
          <p:cNvPr id="4" name="Marcador de número de diapositiva 3">
            <a:extLst>
              <a:ext uri="{FF2B5EF4-FFF2-40B4-BE49-F238E27FC236}">
                <a16:creationId xmlns:a16="http://schemas.microsoft.com/office/drawing/2014/main" id="{984A6FD2-38F3-06DD-5A0C-0C49144F753B}"/>
              </a:ext>
            </a:extLst>
          </p:cNvPr>
          <p:cNvSpPr>
            <a:spLocks noGrp="1"/>
          </p:cNvSpPr>
          <p:nvPr>
            <p:ph type="sldNum" sz="quarter" idx="12"/>
          </p:nvPr>
        </p:nvSpPr>
        <p:spPr/>
        <p:txBody>
          <a:bodyPr/>
          <a:lstStyle/>
          <a:p>
            <a:fld id="{6D22F896-40B5-4ADD-8801-0D06FADFA095}" type="slidenum">
              <a:rPr lang="en-US" smtClean="0"/>
              <a:t>10</a:t>
            </a:fld>
            <a:endParaRPr lang="en-US" dirty="0"/>
          </a:p>
        </p:txBody>
      </p:sp>
      <p:pic>
        <p:nvPicPr>
          <p:cNvPr id="6" name="Imagen 5">
            <a:extLst>
              <a:ext uri="{FF2B5EF4-FFF2-40B4-BE49-F238E27FC236}">
                <a16:creationId xmlns:a16="http://schemas.microsoft.com/office/drawing/2014/main" id="{B5AA9690-C154-CDF5-9C60-9BF1F97CF03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7716554" y="1845734"/>
            <a:ext cx="4367808" cy="4367808"/>
          </a:xfrm>
          <a:prstGeom prst="rect">
            <a:avLst/>
          </a:prstGeom>
        </p:spPr>
      </p:pic>
      <p:pic>
        <p:nvPicPr>
          <p:cNvPr id="5" name="Imagen 4">
            <a:extLst>
              <a:ext uri="{FF2B5EF4-FFF2-40B4-BE49-F238E27FC236}">
                <a16:creationId xmlns:a16="http://schemas.microsoft.com/office/drawing/2014/main" id="{8876D3BD-5DA0-9C24-164A-2AAB981442AC}"/>
              </a:ext>
            </a:extLst>
          </p:cNvPr>
          <p:cNvPicPr>
            <a:picLocks noChangeAspect="1"/>
          </p:cNvPicPr>
          <p:nvPr/>
        </p:nvPicPr>
        <p:blipFill>
          <a:blip r:embed="rId4"/>
          <a:stretch>
            <a:fillRect/>
          </a:stretch>
        </p:blipFill>
        <p:spPr>
          <a:xfrm>
            <a:off x="6312024" y="1819430"/>
            <a:ext cx="1941546" cy="1947651"/>
          </a:xfrm>
          <a:prstGeom prst="rect">
            <a:avLst/>
          </a:prstGeom>
        </p:spPr>
      </p:pic>
    </p:spTree>
    <p:extLst>
      <p:ext uri="{BB962C8B-B14F-4D97-AF65-F5344CB8AC3E}">
        <p14:creationId xmlns:p14="http://schemas.microsoft.com/office/powerpoint/2010/main" val="1396079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1F5DC-D650-4D71-8898-C060C7CC2CC2}"/>
              </a:ext>
            </a:extLst>
          </p:cNvPr>
          <p:cNvSpPr>
            <a:spLocks noGrp="1"/>
          </p:cNvSpPr>
          <p:nvPr>
            <p:ph type="title"/>
          </p:nvPr>
        </p:nvSpPr>
        <p:spPr/>
        <p:txBody>
          <a:bodyPr>
            <a:normAutofit/>
          </a:bodyPr>
          <a:lstStyle/>
          <a:p>
            <a:r>
              <a:rPr lang="es-ES" dirty="0"/>
              <a:t>Diferencias entre inteligencia artificial, Machine Learning y Deep Learning</a:t>
            </a:r>
            <a:endParaRPr lang="es-BO" dirty="0"/>
          </a:p>
        </p:txBody>
      </p:sp>
      <p:sp>
        <p:nvSpPr>
          <p:cNvPr id="3" name="Marcador de contenido 2">
            <a:extLst>
              <a:ext uri="{FF2B5EF4-FFF2-40B4-BE49-F238E27FC236}">
                <a16:creationId xmlns:a16="http://schemas.microsoft.com/office/drawing/2014/main" id="{4AA65B69-FFDA-4732-9D8C-C7C2E929F7F3}"/>
              </a:ext>
            </a:extLst>
          </p:cNvPr>
          <p:cNvSpPr>
            <a:spLocks noGrp="1"/>
          </p:cNvSpPr>
          <p:nvPr>
            <p:ph idx="1"/>
          </p:nvPr>
        </p:nvSpPr>
        <p:spPr>
          <a:xfrm>
            <a:off x="335360" y="2160589"/>
            <a:ext cx="9721080" cy="4436763"/>
          </a:xfrm>
        </p:spPr>
        <p:txBody>
          <a:bodyPr>
            <a:normAutofit fontScale="92500" lnSpcReduction="20000"/>
          </a:bodyPr>
          <a:lstStyle/>
          <a:p>
            <a:pPr algn="just"/>
            <a:r>
              <a:rPr lang="es-ES" dirty="0"/>
              <a:t>Inteligencia Artificial (IA), Machine Learning y Deep Learning conceptos relacionados, pero tedioso vislumbrar la diferencia entre ellos.</a:t>
            </a:r>
            <a:endParaRPr lang="es-BO" dirty="0"/>
          </a:p>
          <a:p>
            <a:pPr lvl="0" algn="just"/>
            <a:r>
              <a:rPr lang="es-ES" b="1" dirty="0"/>
              <a:t>Inteligencia artificial</a:t>
            </a:r>
            <a:r>
              <a:rPr lang="es-ES" dirty="0"/>
              <a:t> concepto amplio, objetivo es que las máquinas sean capaces de realizar tareas de la misma forma en que las haría un ser humano. Esto se desarrolla a través de la ejecución de reglas previamente programadas. Se definió en la Conferencia de Inteligencia Artificial de Dartmouth (1956) como “todos los aspectos del aprendizaje o cualquier otra característica de la inteligencia que puede, en principio, ser precisamente descrita de tal forma que una maquina pueda realizarla”. Ya desde principios de siglo XX tenemos algunos ejemplos de ello en pioneros como Alan Turing quien descifró la máquina Enigma en lo que fue la primera aparición de lo que hoy llamaríamos las redes neuronales.</a:t>
            </a:r>
            <a:endParaRPr lang="es-BO" dirty="0"/>
          </a:p>
          <a:p>
            <a:pPr lvl="0" algn="just"/>
            <a:r>
              <a:rPr lang="es-ES" b="1" dirty="0"/>
              <a:t>Aprendizaje automático (ML)</a:t>
            </a:r>
            <a:r>
              <a:rPr lang="es-ES" dirty="0"/>
              <a:t> rama de la IA, “el conjunto de métodos que puede detectar patrones automáticamente en un conjunto de datos y usarlos para predecir datos futuros, o para llevar a cabo otro tipo de decisiones en entornos de incertidumbre”.</a:t>
            </a:r>
            <a:endParaRPr lang="es-BO" dirty="0"/>
          </a:p>
          <a:p>
            <a:pPr lvl="0" algn="just"/>
            <a:r>
              <a:rPr lang="es-ES" b="1" dirty="0"/>
              <a:t>Deep Learning o aprendizaje profundo</a:t>
            </a:r>
            <a:r>
              <a:rPr lang="es-ES" dirty="0"/>
              <a:t> es una rama del Machine Learning, definido en su aspecto más básico, se puede explicar como un sistema de probabilidad que permite a modelos computacionales que están compuestos de múltiples capas de procesamiento aprender sobre datos con múltiples niveles de abstracción</a:t>
            </a:r>
            <a:r>
              <a:rPr lang="es-BO" dirty="0"/>
              <a:t>.</a:t>
            </a:r>
          </a:p>
          <a:p>
            <a:pPr algn="just"/>
            <a:endParaRPr lang="es-BO" dirty="0"/>
          </a:p>
        </p:txBody>
      </p:sp>
      <p:sp>
        <p:nvSpPr>
          <p:cNvPr id="4" name="Marcador de número de diapositiva 3">
            <a:extLst>
              <a:ext uri="{FF2B5EF4-FFF2-40B4-BE49-F238E27FC236}">
                <a16:creationId xmlns:a16="http://schemas.microsoft.com/office/drawing/2014/main" id="{05E9A691-B9C0-4636-84B3-A100DC817FD1}"/>
              </a:ext>
            </a:extLst>
          </p:cNvPr>
          <p:cNvSpPr>
            <a:spLocks noGrp="1"/>
          </p:cNvSpPr>
          <p:nvPr>
            <p:ph type="sldNum" sz="quarter" idx="12"/>
          </p:nvPr>
        </p:nvSpPr>
        <p:spPr/>
        <p:txBody>
          <a:bodyPr/>
          <a:lstStyle/>
          <a:p>
            <a:fld id="{6D22F896-40B5-4ADD-8801-0D06FADFA095}" type="slidenum">
              <a:rPr lang="en-US" smtClean="0"/>
              <a:t>11</a:t>
            </a:fld>
            <a:endParaRPr lang="en-US" dirty="0"/>
          </a:p>
        </p:txBody>
      </p:sp>
    </p:spTree>
    <p:extLst>
      <p:ext uri="{BB962C8B-B14F-4D97-AF65-F5344CB8AC3E}">
        <p14:creationId xmlns:p14="http://schemas.microsoft.com/office/powerpoint/2010/main" val="468680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40ECA8-EC1C-7B54-46A1-F7DDD1A70BE1}"/>
              </a:ext>
            </a:extLst>
          </p:cNvPr>
          <p:cNvSpPr>
            <a:spLocks noGrp="1"/>
          </p:cNvSpPr>
          <p:nvPr>
            <p:ph type="title"/>
          </p:nvPr>
        </p:nvSpPr>
        <p:spPr/>
        <p:txBody>
          <a:bodyPr/>
          <a:lstStyle/>
          <a:p>
            <a:r>
              <a:rPr lang="es-ES" dirty="0"/>
              <a:t>Aplicaciones y herramientas para machine </a:t>
            </a:r>
            <a:r>
              <a:rPr lang="es-ES" dirty="0" err="1"/>
              <a:t>learning</a:t>
            </a:r>
            <a:endParaRPr lang="es-BO" dirty="0"/>
          </a:p>
        </p:txBody>
      </p:sp>
      <p:sp>
        <p:nvSpPr>
          <p:cNvPr id="3" name="Marcador de contenido 2">
            <a:extLst>
              <a:ext uri="{FF2B5EF4-FFF2-40B4-BE49-F238E27FC236}">
                <a16:creationId xmlns:a16="http://schemas.microsoft.com/office/drawing/2014/main" id="{7BADA343-D0C0-19BC-13D6-ACFA1F387391}"/>
              </a:ext>
            </a:extLst>
          </p:cNvPr>
          <p:cNvSpPr>
            <a:spLocks noGrp="1"/>
          </p:cNvSpPr>
          <p:nvPr>
            <p:ph idx="1"/>
          </p:nvPr>
        </p:nvSpPr>
        <p:spPr/>
        <p:txBody>
          <a:bodyPr/>
          <a:lstStyle/>
          <a:p>
            <a:endParaRPr lang="es-BO"/>
          </a:p>
        </p:txBody>
      </p:sp>
      <p:sp>
        <p:nvSpPr>
          <p:cNvPr id="4" name="Marcador de número de diapositiva 3">
            <a:extLst>
              <a:ext uri="{FF2B5EF4-FFF2-40B4-BE49-F238E27FC236}">
                <a16:creationId xmlns:a16="http://schemas.microsoft.com/office/drawing/2014/main" id="{0530BB48-827A-86D9-503F-7D58C678DC8A}"/>
              </a:ext>
            </a:extLst>
          </p:cNvPr>
          <p:cNvSpPr>
            <a:spLocks noGrp="1"/>
          </p:cNvSpPr>
          <p:nvPr>
            <p:ph type="sldNum" sz="quarter" idx="12"/>
          </p:nvPr>
        </p:nvSpPr>
        <p:spPr/>
        <p:txBody>
          <a:bodyPr/>
          <a:lstStyle/>
          <a:p>
            <a:fld id="{6D22F896-40B5-4ADD-8801-0D06FADFA095}" type="slidenum">
              <a:rPr lang="en-US" smtClean="0"/>
              <a:t>12</a:t>
            </a:fld>
            <a:endParaRPr lang="en-US" dirty="0"/>
          </a:p>
        </p:txBody>
      </p:sp>
    </p:spTree>
    <p:extLst>
      <p:ext uri="{BB962C8B-B14F-4D97-AF65-F5344CB8AC3E}">
        <p14:creationId xmlns:p14="http://schemas.microsoft.com/office/powerpoint/2010/main" val="298261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6E7F34-C707-C5F1-D081-62C5FD416A32}"/>
              </a:ext>
            </a:extLst>
          </p:cNvPr>
          <p:cNvSpPr>
            <a:spLocks noGrp="1"/>
          </p:cNvSpPr>
          <p:nvPr>
            <p:ph type="title"/>
          </p:nvPr>
        </p:nvSpPr>
        <p:spPr/>
        <p:txBody>
          <a:bodyPr/>
          <a:lstStyle/>
          <a:p>
            <a:r>
              <a:rPr lang="es-ES" dirty="0"/>
              <a:t>Aprendizaje supervisado</a:t>
            </a:r>
            <a:endParaRPr lang="es-BO" dirty="0"/>
          </a:p>
        </p:txBody>
      </p:sp>
      <p:sp>
        <p:nvSpPr>
          <p:cNvPr id="3" name="Marcador de contenido 2">
            <a:extLst>
              <a:ext uri="{FF2B5EF4-FFF2-40B4-BE49-F238E27FC236}">
                <a16:creationId xmlns:a16="http://schemas.microsoft.com/office/drawing/2014/main" id="{FDFB4BD4-7146-572D-0863-73AFDCE4ECAA}"/>
              </a:ext>
            </a:extLst>
          </p:cNvPr>
          <p:cNvSpPr>
            <a:spLocks noGrp="1"/>
          </p:cNvSpPr>
          <p:nvPr>
            <p:ph idx="1"/>
          </p:nvPr>
        </p:nvSpPr>
        <p:spPr/>
        <p:txBody>
          <a:bodyPr/>
          <a:lstStyle/>
          <a:p>
            <a:pPr lvl="1"/>
            <a:r>
              <a:rPr lang="es-US" dirty="0"/>
              <a:t>Regresión</a:t>
            </a:r>
          </a:p>
          <a:p>
            <a:pPr lvl="1"/>
            <a:r>
              <a:rPr lang="es-US" dirty="0"/>
              <a:t>Clasificación</a:t>
            </a:r>
            <a:endParaRPr lang="es-BO" dirty="0"/>
          </a:p>
        </p:txBody>
      </p:sp>
      <p:sp>
        <p:nvSpPr>
          <p:cNvPr id="4" name="Marcador de número de diapositiva 3">
            <a:extLst>
              <a:ext uri="{FF2B5EF4-FFF2-40B4-BE49-F238E27FC236}">
                <a16:creationId xmlns:a16="http://schemas.microsoft.com/office/drawing/2014/main" id="{6BA4F552-C42B-68B0-4899-CB9061BDC42B}"/>
              </a:ext>
            </a:extLst>
          </p:cNvPr>
          <p:cNvSpPr>
            <a:spLocks noGrp="1"/>
          </p:cNvSpPr>
          <p:nvPr>
            <p:ph type="sldNum" sz="quarter" idx="12"/>
          </p:nvPr>
        </p:nvSpPr>
        <p:spPr/>
        <p:txBody>
          <a:bodyPr/>
          <a:lstStyle/>
          <a:p>
            <a:fld id="{6D22F896-40B5-4ADD-8801-0D06FADFA095}" type="slidenum">
              <a:rPr lang="en-US" smtClean="0"/>
              <a:t>13</a:t>
            </a:fld>
            <a:endParaRPr lang="en-US" dirty="0"/>
          </a:p>
        </p:txBody>
      </p:sp>
    </p:spTree>
    <p:extLst>
      <p:ext uri="{BB962C8B-B14F-4D97-AF65-F5344CB8AC3E}">
        <p14:creationId xmlns:p14="http://schemas.microsoft.com/office/powerpoint/2010/main" val="540506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C668A27F-E0A1-4D84-AD9D-A8D08ECF9770}"/>
              </a:ext>
            </a:extLst>
          </p:cNvPr>
          <p:cNvSpPr>
            <a:spLocks noGrp="1"/>
          </p:cNvSpPr>
          <p:nvPr>
            <p:ph type="title"/>
          </p:nvPr>
        </p:nvSpPr>
        <p:spPr/>
        <p:txBody>
          <a:bodyPr/>
          <a:lstStyle/>
          <a:p>
            <a:r>
              <a:rPr lang="es-ES" dirty="0"/>
              <a:t>Regresión</a:t>
            </a:r>
            <a:endParaRPr lang="es-BO" dirty="0"/>
          </a:p>
        </p:txBody>
      </p:sp>
      <p:sp>
        <p:nvSpPr>
          <p:cNvPr id="8" name="Marcador de contenido 7">
            <a:extLst>
              <a:ext uri="{FF2B5EF4-FFF2-40B4-BE49-F238E27FC236}">
                <a16:creationId xmlns:a16="http://schemas.microsoft.com/office/drawing/2014/main" id="{E88E375B-89EE-4DDA-B7A0-76387ED2078D}"/>
              </a:ext>
            </a:extLst>
          </p:cNvPr>
          <p:cNvSpPr>
            <a:spLocks noGrp="1"/>
          </p:cNvSpPr>
          <p:nvPr>
            <p:ph idx="1"/>
          </p:nvPr>
        </p:nvSpPr>
        <p:spPr>
          <a:xfrm>
            <a:off x="677334" y="2160589"/>
            <a:ext cx="4986618" cy="3880773"/>
          </a:xfrm>
        </p:spPr>
        <p:txBody>
          <a:bodyPr>
            <a:normAutofit/>
          </a:bodyPr>
          <a:lstStyle/>
          <a:p>
            <a:pPr marL="0" indent="0">
              <a:buNone/>
            </a:pPr>
            <a:r>
              <a:rPr lang="es-ES" sz="2400" dirty="0">
                <a:solidFill>
                  <a:srgbClr val="00B050"/>
                </a:solidFill>
              </a:rPr>
              <a:t>Objetivo</a:t>
            </a:r>
            <a:r>
              <a:rPr lang="es-ES" sz="2400" dirty="0"/>
              <a:t>: </a:t>
            </a:r>
          </a:p>
          <a:p>
            <a:pPr marL="0" indent="0">
              <a:buNone/>
            </a:pPr>
            <a:r>
              <a:rPr lang="es-ES" sz="2400" dirty="0"/>
              <a:t>Predecir un valor numérico</a:t>
            </a:r>
          </a:p>
          <a:p>
            <a:pPr marL="0" indent="0">
              <a:buNone/>
            </a:pPr>
            <a:endParaRPr lang="es-BO" sz="2400"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14</a:t>
            </a:fld>
            <a:endParaRPr lang="es-ES"/>
          </a:p>
        </p:txBody>
      </p:sp>
      <p:pic>
        <p:nvPicPr>
          <p:cNvPr id="6" name="Picture 2" descr="Stock Exchange, Alemán, Frankfurt, En Coch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5880" y="1006707"/>
            <a:ext cx="6752751" cy="5064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686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D42CD3A3-E557-4B12-A58E-B4BB99262675}"/>
              </a:ext>
            </a:extLst>
          </p:cNvPr>
          <p:cNvSpPr>
            <a:spLocks noGrp="1"/>
          </p:cNvSpPr>
          <p:nvPr>
            <p:ph type="title"/>
          </p:nvPr>
        </p:nvSpPr>
        <p:spPr/>
        <p:txBody>
          <a:bodyPr/>
          <a:lstStyle/>
          <a:p>
            <a:r>
              <a:rPr lang="es-ES" dirty="0"/>
              <a:t>Ejemplos de aplicación de la regresión</a:t>
            </a:r>
            <a:endParaRPr lang="es-BO" dirty="0"/>
          </a:p>
        </p:txBody>
      </p:sp>
      <p:sp>
        <p:nvSpPr>
          <p:cNvPr id="7" name="Marcador de contenido 6">
            <a:extLst>
              <a:ext uri="{FF2B5EF4-FFF2-40B4-BE49-F238E27FC236}">
                <a16:creationId xmlns:a16="http://schemas.microsoft.com/office/drawing/2014/main" id="{BF732296-9162-4528-A311-2321108C82D3}"/>
              </a:ext>
            </a:extLst>
          </p:cNvPr>
          <p:cNvSpPr>
            <a:spLocks noGrp="1"/>
          </p:cNvSpPr>
          <p:nvPr>
            <p:ph idx="1"/>
          </p:nvPr>
        </p:nvSpPr>
        <p:spPr/>
        <p:txBody>
          <a:bodyPr>
            <a:normAutofit/>
          </a:bodyPr>
          <a:lstStyle/>
          <a:p>
            <a:pPr>
              <a:buFont typeface="Wingdings" panose="05000000000000000000" pitchFamily="2" charset="2"/>
              <a:buChar char="§"/>
            </a:pPr>
            <a:r>
              <a:rPr lang="es-ES" sz="2800" dirty="0"/>
              <a:t>Pronóstico de ventas</a:t>
            </a:r>
          </a:p>
          <a:p>
            <a:pPr>
              <a:buFont typeface="Wingdings" panose="05000000000000000000" pitchFamily="2" charset="2"/>
              <a:buChar char="§"/>
            </a:pPr>
            <a:r>
              <a:rPr lang="es-ES" sz="2800" dirty="0"/>
              <a:t>Valor de cliente a futuro</a:t>
            </a:r>
          </a:p>
          <a:p>
            <a:pPr>
              <a:buFont typeface="Wingdings" panose="05000000000000000000" pitchFamily="2" charset="2"/>
              <a:buChar char="§"/>
            </a:pPr>
            <a:r>
              <a:rPr lang="es-ES" sz="2800" dirty="0"/>
              <a:t>Predecir cantidad de lluvia</a:t>
            </a:r>
          </a:p>
          <a:p>
            <a:pPr>
              <a:buFont typeface="Wingdings" panose="05000000000000000000" pitchFamily="2" charset="2"/>
              <a:buChar char="§"/>
            </a:pPr>
            <a:r>
              <a:rPr lang="es-ES" sz="2800" dirty="0"/>
              <a:t>Muchas otras mas …</a:t>
            </a:r>
          </a:p>
          <a:p>
            <a:endParaRPr lang="es-BO" sz="2800"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15</a:t>
            </a:fld>
            <a:endParaRPr lang="es-ES"/>
          </a:p>
        </p:txBody>
      </p:sp>
      <p:sp>
        <p:nvSpPr>
          <p:cNvPr id="4" name="1 Marcador de contenido"/>
          <p:cNvSpPr txBox="1">
            <a:spLocks/>
          </p:cNvSpPr>
          <p:nvPr/>
        </p:nvSpPr>
        <p:spPr>
          <a:xfrm>
            <a:off x="609600" y="1975105"/>
            <a:ext cx="10972800" cy="60346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s-ES" sz="2667" dirty="0"/>
          </a:p>
        </p:txBody>
      </p:sp>
      <p:sp>
        <p:nvSpPr>
          <p:cNvPr id="5" name="2 Título"/>
          <p:cNvSpPr txBox="1">
            <a:spLocks/>
          </p:cNvSpPr>
          <p:nvPr/>
        </p:nvSpPr>
        <p:spPr>
          <a:xfrm>
            <a:off x="609600" y="366184"/>
            <a:ext cx="10972800" cy="1046592"/>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Tree>
    <p:extLst>
      <p:ext uri="{BB962C8B-B14F-4D97-AF65-F5344CB8AC3E}">
        <p14:creationId xmlns:p14="http://schemas.microsoft.com/office/powerpoint/2010/main" val="2623268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ítulo 14">
            <a:extLst>
              <a:ext uri="{FF2B5EF4-FFF2-40B4-BE49-F238E27FC236}">
                <a16:creationId xmlns:a16="http://schemas.microsoft.com/office/drawing/2014/main" id="{1DA77AAA-2644-47D5-9D32-113F41A43961}"/>
              </a:ext>
            </a:extLst>
          </p:cNvPr>
          <p:cNvSpPr>
            <a:spLocks noGrp="1"/>
          </p:cNvSpPr>
          <p:nvPr>
            <p:ph type="title"/>
          </p:nvPr>
        </p:nvSpPr>
        <p:spPr/>
        <p:txBody>
          <a:bodyPr/>
          <a:lstStyle/>
          <a:p>
            <a:r>
              <a:rPr lang="es-ES" dirty="0"/>
              <a:t>Clasificación</a:t>
            </a:r>
            <a:endParaRPr lang="es-BO" dirty="0"/>
          </a:p>
        </p:txBody>
      </p:sp>
      <p:sp>
        <p:nvSpPr>
          <p:cNvPr id="16" name="Marcador de contenido 15">
            <a:extLst>
              <a:ext uri="{FF2B5EF4-FFF2-40B4-BE49-F238E27FC236}">
                <a16:creationId xmlns:a16="http://schemas.microsoft.com/office/drawing/2014/main" id="{E53F56B6-70C8-4F5A-BECD-5ADF72E16764}"/>
              </a:ext>
            </a:extLst>
          </p:cNvPr>
          <p:cNvSpPr>
            <a:spLocks noGrp="1"/>
          </p:cNvSpPr>
          <p:nvPr>
            <p:ph idx="1"/>
          </p:nvPr>
        </p:nvSpPr>
        <p:spPr>
          <a:xfrm>
            <a:off x="677334" y="1844824"/>
            <a:ext cx="8596668" cy="3880773"/>
          </a:xfrm>
        </p:spPr>
        <p:txBody>
          <a:bodyPr>
            <a:normAutofit/>
          </a:bodyPr>
          <a:lstStyle/>
          <a:p>
            <a:r>
              <a:rPr lang="es-ES" sz="2800" dirty="0">
                <a:solidFill>
                  <a:srgbClr val="00B050"/>
                </a:solidFill>
              </a:rPr>
              <a:t>Objetivo</a:t>
            </a:r>
            <a:r>
              <a:rPr lang="es-ES" sz="2800" dirty="0"/>
              <a:t>: Predecir una categoría</a:t>
            </a:r>
          </a:p>
          <a:p>
            <a:endParaRPr lang="es-BO" sz="2800" dirty="0"/>
          </a:p>
        </p:txBody>
      </p:sp>
      <p:sp>
        <p:nvSpPr>
          <p:cNvPr id="3" name="2 Marcador de número de diapositiva"/>
          <p:cNvSpPr>
            <a:spLocks noGrp="1"/>
          </p:cNvSpPr>
          <p:nvPr>
            <p:ph type="sldNum" sz="quarter" idx="12"/>
          </p:nvPr>
        </p:nvSpPr>
        <p:spPr>
          <a:xfrm>
            <a:off x="9540488" y="6303197"/>
            <a:ext cx="683339" cy="365125"/>
          </a:xfrm>
        </p:spPr>
        <p:txBody>
          <a:bodyPr/>
          <a:lstStyle/>
          <a:p>
            <a:fld id="{BC27CD9C-C814-4D7E-9230-8D1C34D1498B}" type="slidenum">
              <a:rPr lang="es-ES" smtClean="0"/>
              <a:t>16</a:t>
            </a:fld>
            <a:endParaRPr lang="es-ES"/>
          </a:p>
        </p:txBody>
      </p:sp>
      <p:sp>
        <p:nvSpPr>
          <p:cNvPr id="4" name="2 Título"/>
          <p:cNvSpPr txBox="1">
            <a:spLocks/>
          </p:cNvSpPr>
          <p:nvPr/>
        </p:nvSpPr>
        <p:spPr>
          <a:xfrm>
            <a:off x="623392" y="347531"/>
            <a:ext cx="10972800" cy="969235"/>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pic>
        <p:nvPicPr>
          <p:cNvPr id="5" name="Picture 2" descr="Nublado, Soleado, Sol, La Lluvia, Lluvias, Gota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62456" y="2310682"/>
            <a:ext cx="3211357" cy="3120348"/>
          </a:xfrm>
          <a:prstGeom prst="rect">
            <a:avLst/>
          </a:prstGeom>
          <a:noFill/>
          <a:extLst>
            <a:ext uri="{909E8E84-426E-40DD-AFC4-6F175D3DCCD1}">
              <a14:hiddenFill xmlns:a14="http://schemas.microsoft.com/office/drawing/2010/main">
                <a:solidFill>
                  <a:srgbClr val="FFFFFF"/>
                </a:solidFill>
              </a14:hiddenFill>
            </a:ext>
          </a:extLst>
        </p:spPr>
      </p:pic>
      <p:sp>
        <p:nvSpPr>
          <p:cNvPr id="6" name="5 Elipse"/>
          <p:cNvSpPr/>
          <p:nvPr/>
        </p:nvSpPr>
        <p:spPr>
          <a:xfrm>
            <a:off x="8290136" y="1963906"/>
            <a:ext cx="2159753" cy="78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Soleado</a:t>
            </a:r>
          </a:p>
        </p:txBody>
      </p:sp>
      <p:sp>
        <p:nvSpPr>
          <p:cNvPr id="7" name="6 Elipse"/>
          <p:cNvSpPr/>
          <p:nvPr/>
        </p:nvSpPr>
        <p:spPr>
          <a:xfrm>
            <a:off x="8753045" y="2966622"/>
            <a:ext cx="2159753" cy="78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Ventoso</a:t>
            </a:r>
          </a:p>
        </p:txBody>
      </p:sp>
      <p:sp>
        <p:nvSpPr>
          <p:cNvPr id="8" name="7 Elipse"/>
          <p:cNvSpPr/>
          <p:nvPr/>
        </p:nvSpPr>
        <p:spPr>
          <a:xfrm>
            <a:off x="8812189" y="3978320"/>
            <a:ext cx="2159753" cy="78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Lluvioso</a:t>
            </a:r>
          </a:p>
        </p:txBody>
      </p:sp>
      <p:sp>
        <p:nvSpPr>
          <p:cNvPr id="9" name="8 Elipse"/>
          <p:cNvSpPr/>
          <p:nvPr/>
        </p:nvSpPr>
        <p:spPr>
          <a:xfrm>
            <a:off x="8275154" y="4827421"/>
            <a:ext cx="2159753" cy="780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400" dirty="0"/>
              <a:t>Nublado</a:t>
            </a:r>
          </a:p>
        </p:txBody>
      </p:sp>
      <p:cxnSp>
        <p:nvCxnSpPr>
          <p:cNvPr id="10" name="9 Conector recto de flecha"/>
          <p:cNvCxnSpPr>
            <a:cxnSpLocks/>
            <a:stCxn id="5" idx="3"/>
            <a:endCxn id="6" idx="2"/>
          </p:cNvCxnSpPr>
          <p:nvPr/>
        </p:nvCxnSpPr>
        <p:spPr>
          <a:xfrm flipV="1">
            <a:off x="6673813" y="2353950"/>
            <a:ext cx="1616323" cy="151690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a:stCxn id="5" idx="3"/>
            <a:endCxn id="7" idx="2"/>
          </p:cNvCxnSpPr>
          <p:nvPr/>
        </p:nvCxnSpPr>
        <p:spPr>
          <a:xfrm flipV="1">
            <a:off x="6673813" y="3356666"/>
            <a:ext cx="2079232" cy="51419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a:cxnSpLocks/>
            <a:stCxn id="5" idx="3"/>
            <a:endCxn id="8" idx="2"/>
          </p:cNvCxnSpPr>
          <p:nvPr/>
        </p:nvCxnSpPr>
        <p:spPr>
          <a:xfrm>
            <a:off x="6673813" y="3870856"/>
            <a:ext cx="2138376" cy="49750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12 Conector recto de flecha"/>
          <p:cNvCxnSpPr>
            <a:cxnSpLocks/>
            <a:stCxn id="5" idx="3"/>
            <a:endCxn id="9" idx="1"/>
          </p:cNvCxnSpPr>
          <p:nvPr/>
        </p:nvCxnSpPr>
        <p:spPr>
          <a:xfrm>
            <a:off x="6673813" y="3870856"/>
            <a:ext cx="1917630" cy="1070806"/>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15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9197AE32-43F5-41E5-BA8E-111E4A905AB8}"/>
              </a:ext>
            </a:extLst>
          </p:cNvPr>
          <p:cNvSpPr>
            <a:spLocks noGrp="1"/>
          </p:cNvSpPr>
          <p:nvPr>
            <p:ph type="title"/>
          </p:nvPr>
        </p:nvSpPr>
        <p:spPr/>
        <p:txBody>
          <a:bodyPr/>
          <a:lstStyle/>
          <a:p>
            <a:r>
              <a:rPr lang="es-ES" dirty="0"/>
              <a:t>Ejemplos de clasificación</a:t>
            </a:r>
            <a:endParaRPr lang="es-BO" dirty="0"/>
          </a:p>
        </p:txBody>
      </p:sp>
      <p:sp>
        <p:nvSpPr>
          <p:cNvPr id="7" name="Marcador de contenido 6">
            <a:extLst>
              <a:ext uri="{FF2B5EF4-FFF2-40B4-BE49-F238E27FC236}">
                <a16:creationId xmlns:a16="http://schemas.microsoft.com/office/drawing/2014/main" id="{747549AC-7075-4A80-8070-CC9699512E4A}"/>
              </a:ext>
            </a:extLst>
          </p:cNvPr>
          <p:cNvSpPr>
            <a:spLocks noGrp="1"/>
          </p:cNvSpPr>
          <p:nvPr>
            <p:ph idx="1"/>
          </p:nvPr>
        </p:nvSpPr>
        <p:spPr/>
        <p:txBody>
          <a:bodyPr>
            <a:normAutofit/>
          </a:bodyPr>
          <a:lstStyle/>
          <a:p>
            <a:pPr>
              <a:buFont typeface="Wingdings" panose="05000000000000000000" pitchFamily="2" charset="2"/>
              <a:buChar char="§"/>
            </a:pPr>
            <a:r>
              <a:rPr lang="es-ES" sz="2800" dirty="0"/>
              <a:t>Propensión de compra</a:t>
            </a:r>
          </a:p>
          <a:p>
            <a:pPr>
              <a:buFont typeface="Wingdings" panose="05000000000000000000" pitchFamily="2" charset="2"/>
              <a:buChar char="§"/>
            </a:pPr>
            <a:r>
              <a:rPr lang="es-ES" sz="2800" dirty="0"/>
              <a:t>Clasificación de un tumor como benignos o malignos </a:t>
            </a:r>
            <a:r>
              <a:rPr lang="es-ES" sz="2800" dirty="0">
                <a:sym typeface="Wingdings" panose="05000000000000000000" pitchFamily="2" charset="2"/>
              </a:rPr>
              <a:t>(Binaria)</a:t>
            </a:r>
            <a:endParaRPr lang="es-ES" sz="2800" dirty="0"/>
          </a:p>
          <a:p>
            <a:pPr>
              <a:buFont typeface="Wingdings" panose="05000000000000000000" pitchFamily="2" charset="2"/>
              <a:buChar char="§"/>
            </a:pPr>
            <a:r>
              <a:rPr lang="es-ES" sz="2800" dirty="0"/>
              <a:t>Determinación de riesgo (alto, medio, bajo) para una solicitud de préstamo. </a:t>
            </a:r>
          </a:p>
          <a:p>
            <a:pPr>
              <a:buFont typeface="Wingdings" panose="05000000000000000000" pitchFamily="2" charset="2"/>
              <a:buChar char="§"/>
            </a:pPr>
            <a:r>
              <a:rPr lang="es-ES" sz="2800" dirty="0"/>
              <a:t>Sentimiento en las redes sociales como positivo, negativo o neutro</a:t>
            </a:r>
          </a:p>
          <a:p>
            <a:pPr>
              <a:buFont typeface="Wingdings" panose="05000000000000000000" pitchFamily="2" charset="2"/>
              <a:buChar char="§"/>
            </a:pPr>
            <a:r>
              <a:rPr lang="es-ES" sz="2800" dirty="0"/>
              <a:t>Entre muchos otros mas …</a:t>
            </a:r>
          </a:p>
          <a:p>
            <a:endParaRPr lang="es-BO" sz="2800"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17</a:t>
            </a:fld>
            <a:endParaRPr lang="es-ES"/>
          </a:p>
        </p:txBody>
      </p:sp>
      <p:sp>
        <p:nvSpPr>
          <p:cNvPr id="4" name="1 Marcador de contenido"/>
          <p:cNvSpPr txBox="1">
            <a:spLocks/>
          </p:cNvSpPr>
          <p:nvPr/>
        </p:nvSpPr>
        <p:spPr>
          <a:xfrm>
            <a:off x="609600" y="1412776"/>
            <a:ext cx="10972800" cy="45243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s-ES" sz="3200" dirty="0"/>
          </a:p>
        </p:txBody>
      </p:sp>
      <p:sp>
        <p:nvSpPr>
          <p:cNvPr id="5" name="2 Título"/>
          <p:cNvSpPr txBox="1">
            <a:spLocks/>
          </p:cNvSpPr>
          <p:nvPr/>
        </p:nvSpPr>
        <p:spPr>
          <a:xfrm>
            <a:off x="609600" y="366184"/>
            <a:ext cx="10972800" cy="1142603"/>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Tree>
    <p:extLst>
      <p:ext uri="{BB962C8B-B14F-4D97-AF65-F5344CB8AC3E}">
        <p14:creationId xmlns:p14="http://schemas.microsoft.com/office/powerpoint/2010/main" val="988789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24E3E4C4-5298-4533-B411-860B83BEEA6C}"/>
              </a:ext>
            </a:extLst>
          </p:cNvPr>
          <p:cNvSpPr>
            <a:spLocks noGrp="1"/>
          </p:cNvSpPr>
          <p:nvPr>
            <p:ph type="title"/>
          </p:nvPr>
        </p:nvSpPr>
        <p:spPr/>
        <p:txBody>
          <a:bodyPr>
            <a:normAutofit/>
          </a:bodyPr>
          <a:lstStyle/>
          <a:p>
            <a:r>
              <a:rPr lang="es-ES" sz="4800" dirty="0"/>
              <a:t>Aplicaciones: </a:t>
            </a:r>
            <a:r>
              <a:rPr lang="es-ES" dirty="0"/>
              <a:t>Tipologías de problemas</a:t>
            </a:r>
            <a:br>
              <a:rPr lang="es-ES" dirty="0"/>
            </a:br>
            <a:endParaRPr lang="es-BO" dirty="0"/>
          </a:p>
        </p:txBody>
      </p:sp>
      <p:sp>
        <p:nvSpPr>
          <p:cNvPr id="6" name="Marcador de contenido 5">
            <a:extLst>
              <a:ext uri="{FF2B5EF4-FFF2-40B4-BE49-F238E27FC236}">
                <a16:creationId xmlns:a16="http://schemas.microsoft.com/office/drawing/2014/main" id="{FA779845-1B9F-4611-AE43-E97C7D16B34E}"/>
              </a:ext>
            </a:extLst>
          </p:cNvPr>
          <p:cNvSpPr>
            <a:spLocks noGrp="1"/>
          </p:cNvSpPr>
          <p:nvPr>
            <p:ph idx="1"/>
          </p:nvPr>
        </p:nvSpPr>
        <p:spPr/>
        <p:txBody>
          <a:bodyPr/>
          <a:lstStyle/>
          <a:p>
            <a:endParaRPr lang="es-BO"/>
          </a:p>
        </p:txBody>
      </p:sp>
      <p:sp>
        <p:nvSpPr>
          <p:cNvPr id="3" name="2 Marcador de número de diapositiva"/>
          <p:cNvSpPr>
            <a:spLocks noGrp="1"/>
          </p:cNvSpPr>
          <p:nvPr>
            <p:ph type="sldNum" sz="quarter" idx="12"/>
          </p:nvPr>
        </p:nvSpPr>
        <p:spPr/>
        <p:txBody>
          <a:bodyPr/>
          <a:lstStyle/>
          <a:p>
            <a:fld id="{BC27CD9C-C814-4D7E-9230-8D1C34D1498B}" type="slidenum">
              <a:rPr lang="es-ES" smtClean="0"/>
              <a:t>18</a:t>
            </a:fld>
            <a:endParaRPr lang="es-ES"/>
          </a:p>
        </p:txBody>
      </p:sp>
      <p:sp>
        <p:nvSpPr>
          <p:cNvPr id="5" name="2 Título"/>
          <p:cNvSpPr txBox="1">
            <a:spLocks/>
          </p:cNvSpPr>
          <p:nvPr/>
        </p:nvSpPr>
        <p:spPr>
          <a:xfrm>
            <a:off x="609600" y="366184"/>
            <a:ext cx="10972800" cy="950581"/>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2667" b="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676" y="1316765"/>
            <a:ext cx="8943176" cy="5004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9392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Título"/>
          <p:cNvSpPr>
            <a:spLocks noGrp="1"/>
          </p:cNvSpPr>
          <p:nvPr>
            <p:ph type="title"/>
          </p:nvPr>
        </p:nvSpPr>
        <p:spPr/>
        <p:txBody>
          <a:bodyPr>
            <a:normAutofit/>
          </a:bodyPr>
          <a:lstStyle/>
          <a:p>
            <a:r>
              <a:rPr lang="es-BO" dirty="0"/>
              <a:t>Terminología básica de Machine Learning</a:t>
            </a:r>
            <a:endParaRPr lang="es-ES" sz="2800" dirty="0"/>
          </a:p>
        </p:txBody>
      </p:sp>
      <p:sp>
        <p:nvSpPr>
          <p:cNvPr id="3" name="2 Marcador de contenido"/>
          <p:cNvSpPr>
            <a:spLocks noGrp="1"/>
          </p:cNvSpPr>
          <p:nvPr>
            <p:ph idx="1"/>
          </p:nvPr>
        </p:nvSpPr>
        <p:spPr>
          <a:xfrm>
            <a:off x="1097280" y="1845734"/>
            <a:ext cx="10327312" cy="4023360"/>
          </a:xfrm>
        </p:spPr>
        <p:txBody>
          <a:bodyPr>
            <a:normAutofit/>
          </a:bodyPr>
          <a:lstStyle/>
          <a:p>
            <a:r>
              <a:rPr lang="es-ES" sz="2400" b="1" dirty="0"/>
              <a:t>Etiqueta</a:t>
            </a:r>
            <a:r>
              <a:rPr lang="es-ES" sz="2400" dirty="0"/>
              <a:t> (</a:t>
            </a:r>
            <a:r>
              <a:rPr lang="es-ES" sz="2400" dirty="0" err="1"/>
              <a:t>Label</a:t>
            </a:r>
            <a:r>
              <a:rPr lang="es-ES" sz="2400" dirty="0"/>
              <a:t>), lo que se intenta predecir con un modelo.  </a:t>
            </a:r>
          </a:p>
          <a:p>
            <a:r>
              <a:rPr lang="es-ES" sz="2400" b="1" dirty="0"/>
              <a:t>Variable de entrada </a:t>
            </a:r>
            <a:r>
              <a:rPr lang="es-ES" sz="2400" dirty="0"/>
              <a:t>(</a:t>
            </a:r>
            <a:r>
              <a:rPr lang="es-ES" sz="2400" dirty="0" err="1"/>
              <a:t>Feature</a:t>
            </a:r>
            <a:r>
              <a:rPr lang="es-ES" sz="2400" dirty="0"/>
              <a:t>) (“característica” o “variable” de un ejemplo o dato de entrada).</a:t>
            </a:r>
          </a:p>
          <a:p>
            <a:r>
              <a:rPr lang="es-ES" sz="2400" b="1" dirty="0"/>
              <a:t>Modelo</a:t>
            </a:r>
            <a:r>
              <a:rPr lang="es-ES" sz="2400" dirty="0"/>
              <a:t> (</a:t>
            </a:r>
            <a:r>
              <a:rPr lang="es-ES" sz="2400" dirty="0" err="1"/>
              <a:t>Model</a:t>
            </a:r>
            <a:r>
              <a:rPr lang="es-ES" sz="2400" dirty="0"/>
              <a:t>) define la relación entre </a:t>
            </a:r>
            <a:r>
              <a:rPr lang="es-ES" sz="2400" dirty="0" err="1"/>
              <a:t>features</a:t>
            </a:r>
            <a:r>
              <a:rPr lang="es-ES" sz="2400" dirty="0"/>
              <a:t> y </a:t>
            </a:r>
            <a:r>
              <a:rPr lang="es-ES" sz="2400" dirty="0" err="1"/>
              <a:t>labels</a:t>
            </a:r>
            <a:r>
              <a:rPr lang="es-ES" sz="2400" dirty="0"/>
              <a:t> y tiene dos fases claramente diferenciadas:</a:t>
            </a:r>
          </a:p>
          <a:p>
            <a:pPr lvl="1"/>
            <a:r>
              <a:rPr lang="es-ES" sz="2000" b="1" dirty="0"/>
              <a:t>Fase de entrenamiento o aprendizaje (training)</a:t>
            </a:r>
            <a:r>
              <a:rPr lang="es-ES" sz="2000" dirty="0"/>
              <a:t>, cuando se crea o se “aprende” el modelo, mostrándole los ejemplos de entrada que se tienen etiquetados; de esta manera se consigue que el modelo aprenda iterativamente las relaciones entre las </a:t>
            </a:r>
            <a:r>
              <a:rPr lang="es-ES" sz="2000" dirty="0" err="1"/>
              <a:t>features</a:t>
            </a:r>
            <a:r>
              <a:rPr lang="es-ES" sz="2000" dirty="0"/>
              <a:t> y </a:t>
            </a:r>
            <a:r>
              <a:rPr lang="es-ES" sz="2000" dirty="0" err="1"/>
              <a:t>labels</a:t>
            </a:r>
            <a:r>
              <a:rPr lang="es-ES" sz="2000" dirty="0"/>
              <a:t> de los ejemplos.</a:t>
            </a:r>
          </a:p>
          <a:p>
            <a:pPr lvl="1"/>
            <a:r>
              <a:rPr lang="es-ES" sz="2000" b="1" dirty="0"/>
              <a:t>Fase de inferencia o predicción (</a:t>
            </a:r>
            <a:r>
              <a:rPr lang="es-ES" sz="2000" b="1" dirty="0" err="1"/>
              <a:t>inference</a:t>
            </a:r>
            <a:r>
              <a:rPr lang="es-ES" sz="2000" b="1" dirty="0"/>
              <a:t>)</a:t>
            </a:r>
            <a:r>
              <a:rPr lang="es-ES" sz="2000" dirty="0"/>
              <a:t>, proceso de hacer predicciones mediante la aplicación del modelo ya entrenado a ejemplos no etiquetados.</a:t>
            </a:r>
          </a:p>
        </p:txBody>
      </p:sp>
    </p:spTree>
    <p:extLst>
      <p:ext uri="{BB962C8B-B14F-4D97-AF65-F5344CB8AC3E}">
        <p14:creationId xmlns:p14="http://schemas.microsoft.com/office/powerpoint/2010/main" val="2300168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B88556-6673-4732-95BC-E30EAF08C7D6}"/>
              </a:ext>
            </a:extLst>
          </p:cNvPr>
          <p:cNvSpPr>
            <a:spLocks noGrp="1"/>
          </p:cNvSpPr>
          <p:nvPr>
            <p:ph type="title"/>
          </p:nvPr>
        </p:nvSpPr>
        <p:spPr/>
        <p:txBody>
          <a:bodyPr>
            <a:normAutofit/>
          </a:bodyPr>
          <a:lstStyle/>
          <a:p>
            <a:r>
              <a:rPr lang="es-ES" dirty="0"/>
              <a:t>Modelo que expresa una relación lineal entre </a:t>
            </a:r>
            <a:r>
              <a:rPr lang="es-ES" dirty="0" err="1"/>
              <a:t>features</a:t>
            </a:r>
            <a:r>
              <a:rPr lang="es-ES" dirty="0"/>
              <a:t> y </a:t>
            </a:r>
            <a:r>
              <a:rPr lang="es-ES" dirty="0" err="1"/>
              <a:t>labels</a:t>
            </a:r>
            <a:endParaRPr lang="es-BO" dirty="0"/>
          </a:p>
        </p:txBody>
      </p:sp>
      <p:sp>
        <p:nvSpPr>
          <p:cNvPr id="3" name="Marcador de contenido 2">
            <a:extLst>
              <a:ext uri="{FF2B5EF4-FFF2-40B4-BE49-F238E27FC236}">
                <a16:creationId xmlns:a16="http://schemas.microsoft.com/office/drawing/2014/main" id="{88BDA7A5-B11F-453C-ABA6-A8B6A4DA6E76}"/>
              </a:ext>
            </a:extLst>
          </p:cNvPr>
          <p:cNvSpPr>
            <a:spLocks noGrp="1"/>
          </p:cNvSpPr>
          <p:nvPr>
            <p:ph idx="1"/>
          </p:nvPr>
        </p:nvSpPr>
        <p:spPr/>
        <p:txBody>
          <a:bodyPr>
            <a:normAutofit/>
          </a:bodyPr>
          <a:lstStyle/>
          <a:p>
            <a:endParaRPr lang="es-ES" b="1" dirty="0"/>
          </a:p>
          <a:p>
            <a:endParaRPr lang="es-ES" b="1" dirty="0"/>
          </a:p>
          <a:p>
            <a:r>
              <a:rPr lang="es-ES" b="1" dirty="0"/>
              <a:t>y</a:t>
            </a:r>
            <a:r>
              <a:rPr lang="es-ES" dirty="0"/>
              <a:t> es la </a:t>
            </a:r>
            <a:r>
              <a:rPr lang="es-ES" dirty="0" err="1"/>
              <a:t>label</a:t>
            </a:r>
            <a:r>
              <a:rPr lang="es-ES" dirty="0"/>
              <a:t> o etiqueta de un ejemplo de entrada.</a:t>
            </a:r>
          </a:p>
          <a:p>
            <a:r>
              <a:rPr lang="es-ES" b="1" dirty="0"/>
              <a:t>x</a:t>
            </a:r>
            <a:r>
              <a:rPr lang="es-ES" dirty="0"/>
              <a:t> la </a:t>
            </a:r>
            <a:r>
              <a:rPr lang="es-ES" dirty="0" err="1"/>
              <a:t>feature</a:t>
            </a:r>
            <a:r>
              <a:rPr lang="es-ES" dirty="0"/>
              <a:t> de ese ejemplo de entrada.</a:t>
            </a:r>
          </a:p>
          <a:p>
            <a:r>
              <a:rPr lang="es-ES" b="1" dirty="0"/>
              <a:t>w</a:t>
            </a:r>
            <a:r>
              <a:rPr lang="es-ES" dirty="0"/>
              <a:t> es la pendiente de la recta y que en general le llamaremos “peso” (o </a:t>
            </a:r>
            <a:r>
              <a:rPr lang="es-ES" dirty="0" err="1"/>
              <a:t>weight</a:t>
            </a:r>
            <a:r>
              <a:rPr lang="es-ES" dirty="0"/>
              <a:t> en inglés) y es uno de los dos parámetros que se tienen que aprender el modelo durante el proceso de entrenamiento para poder usarlo luego para inferencia.</a:t>
            </a:r>
          </a:p>
          <a:p>
            <a:r>
              <a:rPr lang="es-ES" b="1" dirty="0"/>
              <a:t>b</a:t>
            </a:r>
            <a:r>
              <a:rPr lang="es-ES" dirty="0"/>
              <a:t> es el punto de intersección de la recta en el eje y que llamamos “sesgo” (o </a:t>
            </a:r>
            <a:r>
              <a:rPr lang="es-ES" dirty="0" err="1"/>
              <a:t>bias</a:t>
            </a:r>
            <a:r>
              <a:rPr lang="es-ES" dirty="0"/>
              <a:t> en inglés). Este es el otro de los parámetros que deben ser aprendidos por el modelo.</a:t>
            </a:r>
          </a:p>
          <a:p>
            <a:endParaRPr lang="es-BO" dirty="0"/>
          </a:p>
        </p:txBody>
      </p:sp>
      <p:sp>
        <p:nvSpPr>
          <p:cNvPr id="4" name="Marcador de número de diapositiva 3">
            <a:extLst>
              <a:ext uri="{FF2B5EF4-FFF2-40B4-BE49-F238E27FC236}">
                <a16:creationId xmlns:a16="http://schemas.microsoft.com/office/drawing/2014/main" id="{D9906EDC-05D9-4D6C-8F33-F667AF6D3434}"/>
              </a:ext>
            </a:extLst>
          </p:cNvPr>
          <p:cNvSpPr>
            <a:spLocks noGrp="1"/>
          </p:cNvSpPr>
          <p:nvPr>
            <p:ph type="sldNum" sz="quarter" idx="12"/>
          </p:nvPr>
        </p:nvSpPr>
        <p:spPr/>
        <p:txBody>
          <a:bodyPr/>
          <a:lstStyle/>
          <a:p>
            <a:fld id="{6D22F896-40B5-4ADD-8801-0D06FADFA095}" type="slidenum">
              <a:rPr lang="en-US" smtClean="0"/>
              <a:t>20</a:t>
            </a:fld>
            <a:endParaRPr lang="en-US" dirty="0"/>
          </a:p>
        </p:txBody>
      </p:sp>
      <p:pic>
        <p:nvPicPr>
          <p:cNvPr id="5" name="Imagen 4" descr="https://torres.ai/wp-content/uploads/2018/04/modelo-regression-simple.png">
            <a:extLst>
              <a:ext uri="{FF2B5EF4-FFF2-40B4-BE49-F238E27FC236}">
                <a16:creationId xmlns:a16="http://schemas.microsoft.com/office/drawing/2014/main" id="{0AB5025B-4081-430F-BA85-8ABEE487539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9696" y="1737360"/>
            <a:ext cx="5888688" cy="1080120"/>
          </a:xfrm>
          <a:prstGeom prst="rect">
            <a:avLst/>
          </a:prstGeom>
          <a:noFill/>
          <a:ln>
            <a:noFill/>
          </a:ln>
        </p:spPr>
      </p:pic>
    </p:spTree>
    <p:extLst>
      <p:ext uri="{BB962C8B-B14F-4D97-AF65-F5344CB8AC3E}">
        <p14:creationId xmlns:p14="http://schemas.microsoft.com/office/powerpoint/2010/main" val="3257080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0E0543-403B-47E4-B6E0-DC6B1722E86A}"/>
              </a:ext>
            </a:extLst>
          </p:cNvPr>
          <p:cNvSpPr>
            <a:spLocks noGrp="1"/>
          </p:cNvSpPr>
          <p:nvPr>
            <p:ph type="title"/>
          </p:nvPr>
        </p:nvSpPr>
        <p:spPr/>
        <p:txBody>
          <a:bodyPr/>
          <a:lstStyle/>
          <a:p>
            <a:r>
              <a:rPr lang="es-ES" dirty="0"/>
              <a:t>Formulación</a:t>
            </a:r>
            <a:endParaRPr lang="es-BO" dirty="0"/>
          </a:p>
        </p:txBody>
      </p:sp>
      <p:sp>
        <p:nvSpPr>
          <p:cNvPr id="3" name="Marcador de contenido 2">
            <a:extLst>
              <a:ext uri="{FF2B5EF4-FFF2-40B4-BE49-F238E27FC236}">
                <a16:creationId xmlns:a16="http://schemas.microsoft.com/office/drawing/2014/main" id="{A79E94C0-2AF0-486F-93F4-AAD028A1E97C}"/>
              </a:ext>
            </a:extLst>
          </p:cNvPr>
          <p:cNvSpPr>
            <a:spLocks noGrp="1"/>
          </p:cNvSpPr>
          <p:nvPr>
            <p:ph idx="1"/>
          </p:nvPr>
        </p:nvSpPr>
        <p:spPr/>
        <p:txBody>
          <a:bodyPr>
            <a:normAutofit lnSpcReduction="10000"/>
          </a:bodyPr>
          <a:lstStyle/>
          <a:p>
            <a:pPr algn="just"/>
            <a:r>
              <a:rPr lang="es-BO" dirty="0"/>
              <a:t>Aunque en este modelo simple que hemos representado solo tenemos una </a:t>
            </a:r>
            <a:r>
              <a:rPr lang="es-BO" i="1" dirty="0" err="1"/>
              <a:t>feature</a:t>
            </a:r>
            <a:r>
              <a:rPr lang="es-BO" dirty="0"/>
              <a:t> de entrada, en el caso de Deep Learning veremos que tenemos muchas variables de entrada, cada una con su peso </a:t>
            </a:r>
            <a:r>
              <a:rPr lang="es-BO" i="1" dirty="0" err="1"/>
              <a:t>w</a:t>
            </a:r>
            <a:r>
              <a:rPr lang="es-BO" i="1" baseline="-25000" dirty="0" err="1"/>
              <a:t>i</a:t>
            </a:r>
            <a:r>
              <a:rPr lang="es-BO" dirty="0"/>
              <a:t>. Por ejemplo, un modelo basado en tres </a:t>
            </a:r>
            <a:r>
              <a:rPr lang="es-BO" i="1" dirty="0" err="1"/>
              <a:t>features</a:t>
            </a:r>
            <a:r>
              <a:rPr lang="es-BO" dirty="0"/>
              <a:t> (x</a:t>
            </a:r>
            <a:r>
              <a:rPr lang="es-BO" baseline="-25000" dirty="0"/>
              <a:t>1</a:t>
            </a:r>
            <a:r>
              <a:rPr lang="es-BO" dirty="0"/>
              <a:t>, x</a:t>
            </a:r>
            <a:r>
              <a:rPr lang="es-BO" baseline="-25000" dirty="0"/>
              <a:t>2</a:t>
            </a:r>
            <a:r>
              <a:rPr lang="es-BO" dirty="0"/>
              <a:t>, x</a:t>
            </a:r>
            <a:r>
              <a:rPr lang="es-BO" baseline="-25000" dirty="0"/>
              <a:t>3</a:t>
            </a:r>
            <a:r>
              <a:rPr lang="es-BO" dirty="0"/>
              <a:t>) puede expresarse de la siguiente manera:</a:t>
            </a:r>
          </a:p>
          <a:p>
            <a:pPr algn="just"/>
            <a:endParaRPr lang="es-BO" dirty="0"/>
          </a:p>
          <a:p>
            <a:pPr algn="just"/>
            <a:endParaRPr lang="es-BO" dirty="0"/>
          </a:p>
          <a:p>
            <a:pPr algn="just"/>
            <a:r>
              <a:rPr lang="es-BO" dirty="0"/>
              <a:t>O, de manera más general, se puede expresar como:</a:t>
            </a:r>
          </a:p>
          <a:p>
            <a:pPr algn="just"/>
            <a:endParaRPr lang="es-BO" dirty="0"/>
          </a:p>
          <a:p>
            <a:pPr algn="just"/>
            <a:endParaRPr lang="es-BO" dirty="0"/>
          </a:p>
          <a:p>
            <a:pPr algn="just"/>
            <a:r>
              <a:rPr lang="es-BO" dirty="0"/>
              <a:t>que expresa el sumatorio del producto escalar entre los dos vectores (X y W) y luego suma el sesgo.</a:t>
            </a:r>
          </a:p>
          <a:p>
            <a:pPr marL="0" indent="0" algn="just">
              <a:buNone/>
            </a:pPr>
            <a:endParaRPr lang="es-BO" dirty="0"/>
          </a:p>
        </p:txBody>
      </p:sp>
      <p:sp>
        <p:nvSpPr>
          <p:cNvPr id="4" name="Marcador de número de diapositiva 3">
            <a:extLst>
              <a:ext uri="{FF2B5EF4-FFF2-40B4-BE49-F238E27FC236}">
                <a16:creationId xmlns:a16="http://schemas.microsoft.com/office/drawing/2014/main" id="{2D60807B-D6CF-4845-9D8F-DB1534EB6CA0}"/>
              </a:ext>
            </a:extLst>
          </p:cNvPr>
          <p:cNvSpPr>
            <a:spLocks noGrp="1"/>
          </p:cNvSpPr>
          <p:nvPr>
            <p:ph type="sldNum" sz="quarter" idx="12"/>
          </p:nvPr>
        </p:nvSpPr>
        <p:spPr/>
        <p:txBody>
          <a:bodyPr/>
          <a:lstStyle/>
          <a:p>
            <a:fld id="{6D22F896-40B5-4ADD-8801-0D06FADFA095}" type="slidenum">
              <a:rPr lang="en-US" smtClean="0"/>
              <a:t>21</a:t>
            </a:fld>
            <a:endParaRPr lang="en-US" dirty="0"/>
          </a:p>
        </p:txBody>
      </p:sp>
      <p:pic>
        <p:nvPicPr>
          <p:cNvPr id="5" name="Imagen 4" descr="https://torres.ai/wp-content/uploads/2018/04/modelo-regression.png">
            <a:extLst>
              <a:ext uri="{FF2B5EF4-FFF2-40B4-BE49-F238E27FC236}">
                <a16:creationId xmlns:a16="http://schemas.microsoft.com/office/drawing/2014/main" id="{1451D527-EE5F-4A14-B869-5B4218FCCEE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80765" y="2921118"/>
            <a:ext cx="4691430" cy="720080"/>
          </a:xfrm>
          <a:prstGeom prst="rect">
            <a:avLst/>
          </a:prstGeom>
          <a:noFill/>
          <a:ln>
            <a:noFill/>
          </a:ln>
        </p:spPr>
      </p:pic>
      <p:pic>
        <p:nvPicPr>
          <p:cNvPr id="6" name="Imagen 5" descr="https://torres.ai/wp-content/uploads/2018/04/modelo-regression-general.png">
            <a:extLst>
              <a:ext uri="{FF2B5EF4-FFF2-40B4-BE49-F238E27FC236}">
                <a16:creationId xmlns:a16="http://schemas.microsoft.com/office/drawing/2014/main" id="{A6A74580-7A3E-4024-98B0-7CE94AE9958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24781" y="4221088"/>
            <a:ext cx="3942438" cy="720080"/>
          </a:xfrm>
          <a:prstGeom prst="rect">
            <a:avLst/>
          </a:prstGeom>
          <a:noFill/>
          <a:ln>
            <a:noFill/>
          </a:ln>
        </p:spPr>
      </p:pic>
    </p:spTree>
    <p:extLst>
      <p:ext uri="{BB962C8B-B14F-4D97-AF65-F5344CB8AC3E}">
        <p14:creationId xmlns:p14="http://schemas.microsoft.com/office/powerpoint/2010/main" val="2664109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201207-5A7B-4248-AAB6-1217657D23FE}"/>
              </a:ext>
            </a:extLst>
          </p:cNvPr>
          <p:cNvSpPr>
            <a:spLocks noGrp="1"/>
          </p:cNvSpPr>
          <p:nvPr>
            <p:ph type="title"/>
          </p:nvPr>
        </p:nvSpPr>
        <p:spPr/>
        <p:txBody>
          <a:bodyPr/>
          <a:lstStyle/>
          <a:p>
            <a:r>
              <a:rPr lang="es-BO" dirty="0"/>
              <a:t>Regresión</a:t>
            </a:r>
          </a:p>
        </p:txBody>
      </p:sp>
      <p:sp>
        <p:nvSpPr>
          <p:cNvPr id="3" name="Marcador de contenido 2">
            <a:extLst>
              <a:ext uri="{FF2B5EF4-FFF2-40B4-BE49-F238E27FC236}">
                <a16:creationId xmlns:a16="http://schemas.microsoft.com/office/drawing/2014/main" id="{34A170F6-71CF-4A2F-915F-29E708A8BA33}"/>
              </a:ext>
            </a:extLst>
          </p:cNvPr>
          <p:cNvSpPr>
            <a:spLocks noGrp="1"/>
          </p:cNvSpPr>
          <p:nvPr>
            <p:ph idx="1"/>
          </p:nvPr>
        </p:nvSpPr>
        <p:spPr>
          <a:xfrm>
            <a:off x="335360" y="1967802"/>
            <a:ext cx="10820320" cy="3901291"/>
          </a:xfrm>
        </p:spPr>
        <p:txBody>
          <a:bodyPr>
            <a:normAutofit/>
          </a:bodyPr>
          <a:lstStyle/>
          <a:p>
            <a:pPr>
              <a:buFont typeface="Arial" panose="020B0604020202020204" pitchFamily="34" charset="0"/>
              <a:buChar char="•"/>
            </a:pPr>
            <a:r>
              <a:rPr lang="es-ES" sz="2800" dirty="0">
                <a:solidFill>
                  <a:schemeClr val="tx1"/>
                </a:solidFill>
              </a:rPr>
              <a:t>Aprendizaje supervisado</a:t>
            </a:r>
          </a:p>
          <a:p>
            <a:pPr lvl="1">
              <a:buFont typeface="Arial" panose="020B0604020202020204" pitchFamily="34" charset="0"/>
              <a:buChar char="•"/>
            </a:pPr>
            <a:r>
              <a:rPr lang="es-ES" sz="2000" dirty="0">
                <a:solidFill>
                  <a:schemeClr val="tx1"/>
                </a:solidFill>
              </a:rPr>
              <a:t>Regresión -&gt; Valores continuos</a:t>
            </a:r>
          </a:p>
          <a:p>
            <a:pPr lvl="1">
              <a:buFont typeface="Arial" panose="020B0604020202020204" pitchFamily="34" charset="0"/>
              <a:buChar char="•"/>
            </a:pPr>
            <a:r>
              <a:rPr lang="es-ES" sz="2000" dirty="0">
                <a:solidFill>
                  <a:schemeClr val="tx1"/>
                </a:solidFill>
              </a:rPr>
              <a:t>Clasificación -&gt; Valores discretos</a:t>
            </a:r>
            <a:endParaRPr lang="es-BO" sz="2000" dirty="0">
              <a:solidFill>
                <a:schemeClr val="tx1"/>
              </a:solidFill>
            </a:endParaRPr>
          </a:p>
        </p:txBody>
      </p:sp>
      <p:sp>
        <p:nvSpPr>
          <p:cNvPr id="4" name="Marcador de número de diapositiva 3">
            <a:extLst>
              <a:ext uri="{FF2B5EF4-FFF2-40B4-BE49-F238E27FC236}">
                <a16:creationId xmlns:a16="http://schemas.microsoft.com/office/drawing/2014/main" id="{45C69EAA-EB8D-465D-913E-0B045177AB08}"/>
              </a:ext>
            </a:extLst>
          </p:cNvPr>
          <p:cNvSpPr>
            <a:spLocks noGrp="1"/>
          </p:cNvSpPr>
          <p:nvPr>
            <p:ph type="sldNum" sz="quarter" idx="12"/>
          </p:nvPr>
        </p:nvSpPr>
        <p:spPr/>
        <p:txBody>
          <a:bodyPr/>
          <a:lstStyle/>
          <a:p>
            <a:fld id="{6D22F896-40B5-4ADD-8801-0D06FADFA095}" type="slidenum">
              <a:rPr lang="en-US" smtClean="0"/>
              <a:t>22</a:t>
            </a:fld>
            <a:endParaRPr lang="en-US" dirty="0"/>
          </a:p>
        </p:txBody>
      </p:sp>
      <p:pic>
        <p:nvPicPr>
          <p:cNvPr id="1026" name="Picture 2" descr="Regresión lineal múltiple. Introducción a alto nivel - StatDeveloper">
            <a:extLst>
              <a:ext uri="{FF2B5EF4-FFF2-40B4-BE49-F238E27FC236}">
                <a16:creationId xmlns:a16="http://schemas.microsoft.com/office/drawing/2014/main" id="{A1A9AD3F-6335-CBAA-CC2C-38249B430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5210" y="1844824"/>
            <a:ext cx="7864606" cy="4384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507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34101" y="5583831"/>
            <a:ext cx="5334000" cy="1200329"/>
          </a:xfrm>
          <a:prstGeom prst="rect">
            <a:avLst/>
          </a:prstGeom>
          <a:noFill/>
        </p:spPr>
        <p:txBody>
          <a:bodyPr wrap="square" rtlCol="0">
            <a:spAutoFit/>
          </a:bodyPr>
          <a:lstStyle/>
          <a:p>
            <a:r>
              <a:rPr lang="en-US" sz="2400" u="sng" dirty="0" err="1"/>
              <a:t>Aprendizaje</a:t>
            </a:r>
            <a:r>
              <a:rPr lang="en-US" sz="2400" u="sng" dirty="0"/>
              <a:t> </a:t>
            </a:r>
            <a:r>
              <a:rPr lang="en-US" sz="2400" u="sng" dirty="0" err="1"/>
              <a:t>supervisado</a:t>
            </a:r>
            <a:r>
              <a:rPr lang="en-US" sz="2400" u="sng" dirty="0"/>
              <a:t>: </a:t>
            </a:r>
            <a:endParaRPr lang="en-US" sz="1100" dirty="0"/>
          </a:p>
          <a:p>
            <a:r>
              <a:rPr lang="en-US" sz="2400" dirty="0"/>
              <a:t>Dado un conjunto de </a:t>
            </a:r>
            <a:r>
              <a:rPr lang="en-US" sz="2400" dirty="0" err="1"/>
              <a:t>datos</a:t>
            </a:r>
            <a:r>
              <a:rPr lang="en-US" sz="2400" dirty="0"/>
              <a:t> </a:t>
            </a:r>
            <a:r>
              <a:rPr lang="en-US" sz="2400" dirty="0" err="1"/>
              <a:t>ejemplo</a:t>
            </a:r>
            <a:r>
              <a:rPr lang="en-US" sz="2400" dirty="0"/>
              <a:t> </a:t>
            </a:r>
            <a:r>
              <a:rPr lang="en-US" sz="2400" dirty="0" err="1"/>
              <a:t>correctos</a:t>
            </a:r>
            <a:endParaRPr lang="en-US" sz="2400" dirty="0"/>
          </a:p>
        </p:txBody>
      </p:sp>
      <p:sp>
        <p:nvSpPr>
          <p:cNvPr id="12" name="TextBox 11"/>
          <p:cNvSpPr txBox="1"/>
          <p:nvPr/>
        </p:nvSpPr>
        <p:spPr>
          <a:xfrm>
            <a:off x="5834939" y="6027003"/>
            <a:ext cx="6095995" cy="830997"/>
          </a:xfrm>
          <a:prstGeom prst="rect">
            <a:avLst/>
          </a:prstGeom>
          <a:noFill/>
        </p:spPr>
        <p:txBody>
          <a:bodyPr wrap="square" rtlCol="0">
            <a:spAutoFit/>
          </a:bodyPr>
          <a:lstStyle/>
          <a:p>
            <a:r>
              <a:rPr lang="en-US" sz="2400" u="sng" dirty="0" err="1"/>
              <a:t>Problema</a:t>
            </a:r>
            <a:r>
              <a:rPr lang="en-US" sz="2400" u="sng" dirty="0"/>
              <a:t> de </a:t>
            </a:r>
            <a:r>
              <a:rPr lang="en-US" sz="2400" u="sng" dirty="0" err="1"/>
              <a:t>regresión</a:t>
            </a:r>
            <a:r>
              <a:rPr lang="en-US" sz="2400" u="sng" dirty="0"/>
              <a:t>:</a:t>
            </a:r>
            <a:endParaRPr lang="en-US" sz="1100" dirty="0"/>
          </a:p>
          <a:p>
            <a:r>
              <a:rPr lang="en-US" sz="2400" dirty="0" err="1"/>
              <a:t>Predice</a:t>
            </a:r>
            <a:r>
              <a:rPr lang="en-US" sz="2400" dirty="0"/>
              <a:t> una </a:t>
            </a:r>
            <a:r>
              <a:rPr lang="en-US" sz="2400" dirty="0" err="1"/>
              <a:t>salida</a:t>
            </a:r>
            <a:r>
              <a:rPr lang="en-US" sz="2400" dirty="0"/>
              <a:t> con un valor real</a:t>
            </a:r>
          </a:p>
        </p:txBody>
      </p:sp>
      <p:sp>
        <p:nvSpPr>
          <p:cNvPr id="5" name="Título 4">
            <a:extLst>
              <a:ext uri="{FF2B5EF4-FFF2-40B4-BE49-F238E27FC236}">
                <a16:creationId xmlns:a16="http://schemas.microsoft.com/office/drawing/2014/main" id="{F79D7B3A-CEF1-43BD-8B77-A839F7BBF021}"/>
              </a:ext>
            </a:extLst>
          </p:cNvPr>
          <p:cNvSpPr>
            <a:spLocks noGrp="1"/>
          </p:cNvSpPr>
          <p:nvPr>
            <p:ph type="title"/>
          </p:nvPr>
        </p:nvSpPr>
        <p:spPr>
          <a:xfrm>
            <a:off x="677334" y="404664"/>
            <a:ext cx="8596668" cy="1320800"/>
          </a:xfrm>
        </p:spPr>
        <p:txBody>
          <a:bodyPr>
            <a:normAutofit fontScale="90000"/>
          </a:bodyPr>
          <a:lstStyle/>
          <a:p>
            <a:r>
              <a:rPr lang="es-ES" dirty="0"/>
              <a:t>Modelo de regresión lineal simple: Predicción del precio de una vivienda</a:t>
            </a:r>
            <a:endParaRPr lang="es-BO" dirty="0"/>
          </a:p>
        </p:txBody>
      </p:sp>
      <p:grpSp>
        <p:nvGrpSpPr>
          <p:cNvPr id="3" name="Grupo 2">
            <a:extLst>
              <a:ext uri="{FF2B5EF4-FFF2-40B4-BE49-F238E27FC236}">
                <a16:creationId xmlns:a16="http://schemas.microsoft.com/office/drawing/2014/main" id="{619CAE4E-A4B0-3403-1721-148F2BCBFD9E}"/>
              </a:ext>
            </a:extLst>
          </p:cNvPr>
          <p:cNvGrpSpPr/>
          <p:nvPr/>
        </p:nvGrpSpPr>
        <p:grpSpPr>
          <a:xfrm>
            <a:off x="983432" y="1643582"/>
            <a:ext cx="9009349" cy="4017666"/>
            <a:chOff x="983432" y="1643582"/>
            <a:chExt cx="9009349" cy="4017666"/>
          </a:xfrm>
        </p:grpSpPr>
        <p:grpSp>
          <p:nvGrpSpPr>
            <p:cNvPr id="15" name="Grupo 14">
              <a:extLst>
                <a:ext uri="{FF2B5EF4-FFF2-40B4-BE49-F238E27FC236}">
                  <a16:creationId xmlns:a16="http://schemas.microsoft.com/office/drawing/2014/main" id="{5584723B-5E8D-4E14-BCCE-088A1F547802}"/>
                </a:ext>
              </a:extLst>
            </p:cNvPr>
            <p:cNvGrpSpPr/>
            <p:nvPr/>
          </p:nvGrpSpPr>
          <p:grpSpPr>
            <a:xfrm>
              <a:off x="983432" y="1643582"/>
              <a:ext cx="9009349" cy="4017666"/>
              <a:chOff x="2279576" y="1160432"/>
              <a:chExt cx="9009349" cy="4017666"/>
            </a:xfrm>
          </p:grpSpPr>
          <p:graphicFrame>
            <p:nvGraphicFramePr>
              <p:cNvPr id="7" name="Chart 6"/>
              <p:cNvGraphicFramePr>
                <a:graphicFrameLocks/>
              </p:cNvGraphicFramePr>
              <p:nvPr>
                <p:extLst>
                  <p:ext uri="{D42A27DB-BD31-4B8C-83A1-F6EECF244321}">
                    <p14:modId xmlns:p14="http://schemas.microsoft.com/office/powerpoint/2010/main" val="2706294895"/>
                  </p:ext>
                </p:extLst>
              </p:nvPr>
            </p:nvGraphicFramePr>
            <p:xfrm>
              <a:off x="4197245" y="1160432"/>
              <a:ext cx="7091680" cy="3657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p:cNvGraphicFramePr>
                <a:graphicFrameLocks/>
              </p:cNvGraphicFramePr>
              <p:nvPr>
                <p:extLst>
                  <p:ext uri="{D42A27DB-BD31-4B8C-83A1-F6EECF244321}">
                    <p14:modId xmlns:p14="http://schemas.microsoft.com/office/powerpoint/2010/main" val="3525770165"/>
                  </p:ext>
                </p:extLst>
              </p:nvPr>
            </p:nvGraphicFramePr>
            <p:xfrm>
              <a:off x="4197245" y="1160432"/>
              <a:ext cx="70916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2279576" y="2811194"/>
                <a:ext cx="2100549" cy="1200329"/>
              </a:xfrm>
              <a:prstGeom prst="rect">
                <a:avLst/>
              </a:prstGeom>
              <a:noFill/>
            </p:spPr>
            <p:txBody>
              <a:bodyPr wrap="square" rtlCol="0">
                <a:spAutoFit/>
              </a:bodyPr>
              <a:lstStyle/>
              <a:p>
                <a:pPr algn="ctr"/>
                <a:r>
                  <a:rPr lang="en-US" sz="2400" dirty="0" err="1"/>
                  <a:t>Precio</a:t>
                </a:r>
                <a:r>
                  <a:rPr lang="en-US" sz="2400" dirty="0"/>
                  <a:t> </a:t>
                </a:r>
                <a:r>
                  <a:rPr lang="en-US" sz="2400" dirty="0" err="1"/>
                  <a:t>en</a:t>
                </a:r>
                <a:endParaRPr lang="en-US" sz="2400" dirty="0"/>
              </a:p>
              <a:p>
                <a:pPr algn="ctr"/>
                <a:r>
                  <a:rPr lang="en-US" sz="2400" dirty="0"/>
                  <a:t>(miles de </a:t>
                </a:r>
                <a:r>
                  <a:rPr lang="en-US" sz="2400" dirty="0" err="1"/>
                  <a:t>dolares</a:t>
                </a:r>
                <a:r>
                  <a:rPr lang="en-US" sz="2400" dirty="0"/>
                  <a:t>)</a:t>
                </a:r>
              </a:p>
            </p:txBody>
          </p:sp>
          <p:sp>
            <p:nvSpPr>
              <p:cNvPr id="10" name="TextBox 9"/>
              <p:cNvSpPr txBox="1"/>
              <p:nvPr/>
            </p:nvSpPr>
            <p:spPr>
              <a:xfrm>
                <a:off x="6920126" y="4716433"/>
                <a:ext cx="1919243" cy="461665"/>
              </a:xfrm>
              <a:prstGeom prst="rect">
                <a:avLst/>
              </a:prstGeom>
              <a:noFill/>
            </p:spPr>
            <p:txBody>
              <a:bodyPr wrap="none" rtlCol="0">
                <a:spAutoFit/>
              </a:bodyPr>
              <a:lstStyle/>
              <a:p>
                <a:r>
                  <a:rPr lang="en-US" sz="2400" dirty="0" err="1"/>
                  <a:t>Tamaño</a:t>
                </a:r>
                <a:r>
                  <a:rPr lang="en-US" sz="2400" dirty="0"/>
                  <a:t> (m</a:t>
                </a:r>
                <a:r>
                  <a:rPr lang="en-US" sz="2400" baseline="30000" dirty="0"/>
                  <a:t>2</a:t>
                </a:r>
                <a:r>
                  <a:rPr lang="en-US" sz="2400" dirty="0"/>
                  <a:t>)</a:t>
                </a:r>
              </a:p>
            </p:txBody>
          </p:sp>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5681456" y="2966112"/>
                  <a:ext cx="1687320" cy="67320"/>
                </p14:xfrm>
              </p:contentPart>
            </mc:Choice>
            <mc:Fallback xmlns="">
              <p:pic>
                <p:nvPicPr>
                  <p:cNvPr id="2" name="Ink 1"/>
                  <p:cNvPicPr/>
                  <p:nvPr/>
                </p:nvPicPr>
                <p:blipFill>
                  <a:blip r:embed="rId5"/>
                  <a:stretch>
                    <a:fillRect/>
                  </a:stretch>
                </p:blipFill>
                <p:spPr>
                  <a:xfrm>
                    <a:off x="4395536" y="1717272"/>
                    <a:ext cx="6221880" cy="3137760"/>
                  </a:xfrm>
                  <a:prstGeom prst="rect">
                    <a:avLst/>
                  </a:prstGeom>
                </p:spPr>
              </p:pic>
            </mc:Fallback>
          </mc:AlternateContent>
        </p:grpSp>
        <p:cxnSp>
          <p:nvCxnSpPr>
            <p:cNvPr id="4" name="Conector recto 3">
              <a:extLst>
                <a:ext uri="{FF2B5EF4-FFF2-40B4-BE49-F238E27FC236}">
                  <a16:creationId xmlns:a16="http://schemas.microsoft.com/office/drawing/2014/main" id="{5CA8EDB4-FDC5-0D54-ADF7-FAC5C0CAAF70}"/>
                </a:ext>
              </a:extLst>
            </p:cNvPr>
            <p:cNvCxnSpPr>
              <a:cxnSpLocks/>
            </p:cNvCxnSpPr>
            <p:nvPr/>
          </p:nvCxnSpPr>
          <p:spPr>
            <a:xfrm flipV="1">
              <a:off x="4655840" y="2204864"/>
              <a:ext cx="4680520" cy="1810087"/>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6" name="Conector recto 15">
              <a:extLst>
                <a:ext uri="{FF2B5EF4-FFF2-40B4-BE49-F238E27FC236}">
                  <a16:creationId xmlns:a16="http://schemas.microsoft.com/office/drawing/2014/main" id="{602410A0-9802-75AB-E2E5-0D1F1969A357}"/>
                </a:ext>
              </a:extLst>
            </p:cNvPr>
            <p:cNvCxnSpPr/>
            <p:nvPr/>
          </p:nvCxnSpPr>
          <p:spPr>
            <a:xfrm>
              <a:off x="3503712" y="3472382"/>
              <a:ext cx="2592288" cy="0"/>
            </a:xfrm>
            <a:prstGeom prst="line">
              <a:avLst/>
            </a:prstGeom>
            <a:ln w="28575">
              <a:solidFill>
                <a:schemeClr val="accent5">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D37CFF2F-DB5F-EC8D-0757-571AF4E973BC}"/>
                </a:ext>
              </a:extLst>
            </p:cNvPr>
            <p:cNvCxnSpPr>
              <a:cxnSpLocks/>
            </p:cNvCxnSpPr>
            <p:nvPr/>
          </p:nvCxnSpPr>
          <p:spPr>
            <a:xfrm>
              <a:off x="6096000" y="4869160"/>
              <a:ext cx="0" cy="0"/>
            </a:xfrm>
            <a:prstGeom prst="line">
              <a:avLst/>
            </a:prstGeom>
            <a:ln w="28575">
              <a:solidFill>
                <a:schemeClr val="accent5">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108E7F0E-AB3A-5FE2-906E-73941A378704}"/>
                </a:ext>
              </a:extLst>
            </p:cNvPr>
            <p:cNvCxnSpPr>
              <a:cxnSpLocks/>
            </p:cNvCxnSpPr>
            <p:nvPr/>
          </p:nvCxnSpPr>
          <p:spPr>
            <a:xfrm flipV="1">
              <a:off x="6023992" y="3501008"/>
              <a:ext cx="0" cy="1302225"/>
            </a:xfrm>
            <a:prstGeom prst="line">
              <a:avLst/>
            </a:prstGeom>
            <a:ln w="28575">
              <a:solidFill>
                <a:schemeClr val="accent5">
                  <a:lumMod val="75000"/>
                </a:schemeClr>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31813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44611321"/>
              </p:ext>
            </p:extLst>
          </p:nvPr>
        </p:nvGraphicFramePr>
        <p:xfrm>
          <a:off x="6679340" y="2132856"/>
          <a:ext cx="5321316" cy="3230880"/>
        </p:xfrm>
        <a:graphic>
          <a:graphicData uri="http://schemas.openxmlformats.org/drawingml/2006/table">
            <a:tbl>
              <a:tblPr>
                <a:tableStyleId>{2D5ABB26-0587-4C30-8999-92F81FD0307C}</a:tableStyleId>
              </a:tblPr>
              <a:tblGrid>
                <a:gridCol w="2385417">
                  <a:extLst>
                    <a:ext uri="{9D8B030D-6E8A-4147-A177-3AD203B41FA5}">
                      <a16:colId xmlns:a16="http://schemas.microsoft.com/office/drawing/2014/main" val="20000"/>
                    </a:ext>
                  </a:extLst>
                </a:gridCol>
                <a:gridCol w="2935899">
                  <a:extLst>
                    <a:ext uri="{9D8B030D-6E8A-4147-A177-3AD203B41FA5}">
                      <a16:colId xmlns:a16="http://schemas.microsoft.com/office/drawing/2014/main" val="20001"/>
                    </a:ext>
                  </a:extLst>
                </a:gridCol>
              </a:tblGrid>
              <a:tr h="609600">
                <a:tc>
                  <a:txBody>
                    <a:bodyPr/>
                    <a:lstStyle/>
                    <a:p>
                      <a:pPr algn="ctr" fontAlgn="b"/>
                      <a:r>
                        <a:rPr lang="en-US" sz="2400" b="1" u="none" strike="noStrike" dirty="0" err="1">
                          <a:effectLst/>
                        </a:rPr>
                        <a:t>Tamaño</a:t>
                      </a:r>
                      <a:r>
                        <a:rPr lang="en-US" sz="2400" b="1" u="none" strike="noStrike" dirty="0">
                          <a:effectLst/>
                        </a:rPr>
                        <a:t> </a:t>
                      </a:r>
                      <a:r>
                        <a:rPr lang="en-US" sz="2400" b="1" u="none" strike="noStrike" dirty="0" err="1">
                          <a:effectLst/>
                        </a:rPr>
                        <a:t>en</a:t>
                      </a:r>
                      <a:r>
                        <a:rPr lang="en-US" sz="2400" b="1" u="none" strike="noStrike" dirty="0">
                          <a:effectLst/>
                        </a:rPr>
                        <a:t> pies</a:t>
                      </a:r>
                      <a:r>
                        <a:rPr lang="en-US" sz="2400" b="1" u="none" strike="noStrike" baseline="30000" dirty="0">
                          <a:effectLst/>
                        </a:rPr>
                        <a:t>2</a:t>
                      </a:r>
                      <a:r>
                        <a:rPr lang="en-US" sz="2400" b="1" u="none" strike="noStrike" dirty="0">
                          <a:effectLst/>
                        </a:rPr>
                        <a:t> (</a:t>
                      </a:r>
                      <a:r>
                        <a:rPr lang="en-US" sz="2400" b="0" u="none" strike="noStrike" dirty="0">
                          <a:effectLst/>
                        </a:rPr>
                        <a:t>x</a:t>
                      </a:r>
                      <a:r>
                        <a:rPr lang="en-US" sz="2400" b="1" u="none" strike="noStrike" dirty="0">
                          <a:effectLst/>
                        </a:rPr>
                        <a:t>)</a:t>
                      </a:r>
                      <a:endParaRPr lang="en-US" sz="2400" b="1" i="0" u="none" strike="noStrike" dirty="0">
                        <a:solidFill>
                          <a:srgbClr val="000000"/>
                        </a:solidFill>
                        <a:effectLst/>
                        <a:latin typeface="Calibri"/>
                      </a:endParaRPr>
                    </a:p>
                  </a:txBody>
                  <a:tcPr marL="10160" marR="10160" marT="1016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400" b="1" u="none" strike="noStrike" dirty="0" err="1">
                          <a:effectLst/>
                        </a:rPr>
                        <a:t>Precio</a:t>
                      </a:r>
                      <a:r>
                        <a:rPr lang="en-US" sz="2400" b="1" u="none" strike="noStrike" dirty="0">
                          <a:effectLst/>
                        </a:rPr>
                        <a:t> ($) </a:t>
                      </a:r>
                      <a:r>
                        <a:rPr lang="en-US" sz="2400" b="1" u="none" strike="noStrike" dirty="0" err="1">
                          <a:effectLst/>
                        </a:rPr>
                        <a:t>en</a:t>
                      </a:r>
                      <a:r>
                        <a:rPr lang="en-US" sz="2400" b="1" u="none" strike="noStrike" dirty="0">
                          <a:effectLst/>
                        </a:rPr>
                        <a:t> 1000's (</a:t>
                      </a:r>
                      <a:r>
                        <a:rPr lang="en-US" sz="2400" b="0" u="none" strike="noStrike" dirty="0">
                          <a:effectLst/>
                        </a:rPr>
                        <a:t>y</a:t>
                      </a:r>
                      <a:r>
                        <a:rPr lang="en-US" sz="2400" b="1" u="none" strike="noStrike" dirty="0">
                          <a:effectLst/>
                        </a:rPr>
                        <a:t>)</a:t>
                      </a:r>
                      <a:endParaRPr lang="en-US" sz="2400" b="1" i="0" u="none" strike="noStrike" dirty="0">
                        <a:solidFill>
                          <a:srgbClr val="000000"/>
                        </a:solidFill>
                        <a:effectLst/>
                        <a:latin typeface="Calibri"/>
                      </a:endParaRPr>
                    </a:p>
                  </a:txBody>
                  <a:tcPr marL="10160" marR="10160" marT="1016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97840">
                <a:tc>
                  <a:txBody>
                    <a:bodyPr/>
                    <a:lstStyle/>
                    <a:p>
                      <a:pPr algn="ctr" fontAlgn="b"/>
                      <a:r>
                        <a:rPr lang="en-US" sz="2800" u="none" strike="noStrike" dirty="0">
                          <a:effectLst/>
                        </a:rPr>
                        <a:t>2104</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800" b="0" i="0" u="none" strike="noStrike" dirty="0">
                          <a:solidFill>
                            <a:schemeClr val="tx1"/>
                          </a:solidFill>
                          <a:effectLst/>
                          <a:latin typeface="+mn-lt"/>
                        </a:rPr>
                        <a:t>460</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497840">
                <a:tc>
                  <a:txBody>
                    <a:bodyPr/>
                    <a:lstStyle/>
                    <a:p>
                      <a:pPr algn="ctr" fontAlgn="b"/>
                      <a:r>
                        <a:rPr lang="en-US" sz="2800" u="none" strike="noStrike" dirty="0">
                          <a:effectLst/>
                        </a:rPr>
                        <a:t>1416</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232</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497840">
                <a:tc>
                  <a:txBody>
                    <a:bodyPr/>
                    <a:lstStyle/>
                    <a:p>
                      <a:pPr algn="ctr" fontAlgn="b"/>
                      <a:r>
                        <a:rPr lang="en-US" sz="2800" u="none" strike="noStrike" dirty="0">
                          <a:effectLst/>
                        </a:rPr>
                        <a:t>1534</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315</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497840">
                <a:tc>
                  <a:txBody>
                    <a:bodyPr/>
                    <a:lstStyle/>
                    <a:p>
                      <a:pPr algn="ctr" fontAlgn="b"/>
                      <a:r>
                        <a:rPr lang="en-US" sz="2800" u="none" strike="noStrike" dirty="0">
                          <a:effectLst/>
                        </a:rPr>
                        <a:t>852</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178</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497840">
                <a:tc>
                  <a:txBody>
                    <a:bodyPr/>
                    <a:lstStyle/>
                    <a:p>
                      <a:pPr algn="ctr" fontAlgn="b"/>
                      <a:r>
                        <a:rPr lang="en-US" sz="2800" u="none" strike="noStrike" dirty="0">
                          <a:effectLst/>
                        </a:rPr>
                        <a:t>…</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p:sp>
        <p:nvSpPr>
          <p:cNvPr id="8" name="Título 7">
            <a:extLst>
              <a:ext uri="{FF2B5EF4-FFF2-40B4-BE49-F238E27FC236}">
                <a16:creationId xmlns:a16="http://schemas.microsoft.com/office/drawing/2014/main" id="{CF32E7D3-170F-4D59-ADC2-A75607D44E21}"/>
              </a:ext>
            </a:extLst>
          </p:cNvPr>
          <p:cNvSpPr>
            <a:spLocks noGrp="1"/>
          </p:cNvSpPr>
          <p:nvPr>
            <p:ph type="title"/>
          </p:nvPr>
        </p:nvSpPr>
        <p:spPr/>
        <p:txBody>
          <a:bodyPr/>
          <a:lstStyle/>
          <a:p>
            <a:r>
              <a:rPr lang="es-ES" dirty="0"/>
              <a:t>Conjunto de datos de entrenamiento</a:t>
            </a:r>
            <a:endParaRPr lang="es-BO" dirty="0"/>
          </a:p>
        </p:txBody>
      </p:sp>
      <p:sp>
        <p:nvSpPr>
          <p:cNvPr id="9" name="Marcador de contenido 8">
            <a:extLst>
              <a:ext uri="{FF2B5EF4-FFF2-40B4-BE49-F238E27FC236}">
                <a16:creationId xmlns:a16="http://schemas.microsoft.com/office/drawing/2014/main" id="{46869BC2-6746-413D-B81D-B65B53B96BEF}"/>
              </a:ext>
            </a:extLst>
          </p:cNvPr>
          <p:cNvSpPr>
            <a:spLocks noGrp="1"/>
          </p:cNvSpPr>
          <p:nvPr>
            <p:ph idx="1"/>
          </p:nvPr>
        </p:nvSpPr>
        <p:spPr>
          <a:xfrm>
            <a:off x="191344" y="2265001"/>
            <a:ext cx="6048672" cy="3880773"/>
          </a:xfrm>
        </p:spPr>
        <p:txBody>
          <a:bodyPr>
            <a:normAutofit/>
          </a:bodyPr>
          <a:lstStyle/>
          <a:p>
            <a:r>
              <a:rPr lang="en-US" sz="2400" dirty="0" err="1"/>
              <a:t>Notación</a:t>
            </a:r>
            <a:r>
              <a:rPr lang="en-US" sz="2400" dirty="0"/>
              <a:t>:</a:t>
            </a:r>
          </a:p>
          <a:p>
            <a:r>
              <a:rPr lang="en-US" sz="300" dirty="0"/>
              <a:t> </a:t>
            </a:r>
            <a:endParaRPr lang="en-US" sz="2000" dirty="0"/>
          </a:p>
          <a:p>
            <a:pPr lvl="1"/>
            <a:r>
              <a:rPr lang="en-US" sz="2000" b="1" dirty="0"/>
              <a:t>m</a:t>
            </a:r>
            <a:r>
              <a:rPr lang="en-US" sz="2000" dirty="0"/>
              <a:t> = </a:t>
            </a:r>
            <a:r>
              <a:rPr lang="en-US" sz="2000" dirty="0" err="1"/>
              <a:t>Numero</a:t>
            </a:r>
            <a:r>
              <a:rPr lang="en-US" sz="2000" dirty="0"/>
              <a:t> de </a:t>
            </a:r>
            <a:r>
              <a:rPr lang="en-US" sz="2000" dirty="0" err="1"/>
              <a:t>ejemplos</a:t>
            </a:r>
            <a:r>
              <a:rPr lang="en-US" sz="2000" dirty="0"/>
              <a:t> de </a:t>
            </a:r>
            <a:r>
              <a:rPr lang="en-US" sz="2000" dirty="0" err="1"/>
              <a:t>entrenamiento</a:t>
            </a:r>
            <a:r>
              <a:rPr lang="en-US" sz="2000" dirty="0"/>
              <a:t>.</a:t>
            </a:r>
          </a:p>
          <a:p>
            <a:pPr lvl="1"/>
            <a:r>
              <a:rPr lang="en-US" sz="2000" b="1" dirty="0"/>
              <a:t>x</a:t>
            </a:r>
            <a:r>
              <a:rPr lang="en-US" sz="2000" dirty="0"/>
              <a:t>’s = variable “entradas”  / </a:t>
            </a:r>
            <a:r>
              <a:rPr lang="en-US" sz="2000" dirty="0" err="1"/>
              <a:t>caracteristicas</a:t>
            </a:r>
            <a:endParaRPr lang="en-US" sz="2000" dirty="0"/>
          </a:p>
          <a:p>
            <a:pPr lvl="1"/>
            <a:r>
              <a:rPr lang="en-US" sz="2000" b="1" dirty="0"/>
              <a:t>y</a:t>
            </a:r>
            <a:r>
              <a:rPr lang="en-US" sz="2000" dirty="0"/>
              <a:t>’s = variable “</a:t>
            </a:r>
            <a:r>
              <a:rPr lang="en-US" sz="2000" dirty="0" err="1"/>
              <a:t>salida</a:t>
            </a:r>
            <a:r>
              <a:rPr lang="en-US" sz="2000" dirty="0"/>
              <a:t>” / variable “</a:t>
            </a:r>
            <a:r>
              <a:rPr lang="en-US" sz="2000" dirty="0" err="1"/>
              <a:t>objetivo</a:t>
            </a:r>
            <a:r>
              <a:rPr lang="en-US" sz="2000" dirty="0"/>
              <a:t>”</a:t>
            </a:r>
          </a:p>
          <a:p>
            <a:pPr lvl="1"/>
            <a:r>
              <a:rPr lang="en-US" sz="2000" dirty="0"/>
              <a:t>(x, y) = un </a:t>
            </a:r>
            <a:r>
              <a:rPr lang="en-US" sz="2000" dirty="0" err="1"/>
              <a:t>ejemplo</a:t>
            </a:r>
            <a:r>
              <a:rPr lang="en-US" sz="2000" dirty="0"/>
              <a:t> de </a:t>
            </a:r>
            <a:r>
              <a:rPr lang="en-US" sz="2000" dirty="0" err="1"/>
              <a:t>entrenamiento</a:t>
            </a:r>
            <a:endParaRPr lang="en-US" sz="2000" dirty="0"/>
          </a:p>
          <a:p>
            <a:pPr lvl="1"/>
            <a:r>
              <a:rPr lang="en-US" sz="2000" dirty="0"/>
              <a:t>(x</a:t>
            </a:r>
            <a:r>
              <a:rPr lang="en-US" sz="2000" baseline="30000" dirty="0"/>
              <a:t>(</a:t>
            </a:r>
            <a:r>
              <a:rPr lang="en-US" sz="2000" baseline="30000" dirty="0" err="1"/>
              <a:t>i</a:t>
            </a:r>
            <a:r>
              <a:rPr lang="en-US" sz="2000" baseline="30000" dirty="0"/>
              <a:t>),</a:t>
            </a:r>
            <a:r>
              <a:rPr lang="en-US" sz="2000" dirty="0"/>
              <a:t> y</a:t>
            </a:r>
            <a:r>
              <a:rPr lang="en-US" sz="2000" baseline="30000" dirty="0"/>
              <a:t>(</a:t>
            </a:r>
            <a:r>
              <a:rPr lang="en-US" sz="2000" baseline="30000" dirty="0" err="1"/>
              <a:t>i</a:t>
            </a:r>
            <a:r>
              <a:rPr lang="en-US" sz="2000" baseline="30000" dirty="0"/>
              <a:t>)</a:t>
            </a:r>
            <a:r>
              <a:rPr lang="en-US" sz="2000" dirty="0"/>
              <a:t>) = </a:t>
            </a:r>
            <a:r>
              <a:rPr lang="en-US" sz="2000" dirty="0" err="1"/>
              <a:t>iesimo</a:t>
            </a:r>
            <a:r>
              <a:rPr lang="en-US" sz="2000" dirty="0"/>
              <a:t> </a:t>
            </a:r>
            <a:r>
              <a:rPr lang="en-US" sz="2000" dirty="0" err="1"/>
              <a:t>ejemplo</a:t>
            </a:r>
            <a:r>
              <a:rPr lang="en-US" sz="2000" dirty="0"/>
              <a:t> de </a:t>
            </a:r>
            <a:r>
              <a:rPr lang="en-US" sz="2000" dirty="0" err="1"/>
              <a:t>entrenamiento</a:t>
            </a:r>
            <a:endParaRPr lang="en-US" sz="2000" dirty="0"/>
          </a:p>
          <a:p>
            <a:endParaRPr lang="es-BO" sz="2400" dirty="0"/>
          </a:p>
        </p:txBody>
      </p:sp>
    </p:spTree>
    <p:extLst>
      <p:ext uri="{BB962C8B-B14F-4D97-AF65-F5344CB8AC3E}">
        <p14:creationId xmlns:p14="http://schemas.microsoft.com/office/powerpoint/2010/main" val="323717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6400800" y="584200"/>
            <a:ext cx="0" cy="54864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upo 9">
            <a:extLst>
              <a:ext uri="{FF2B5EF4-FFF2-40B4-BE49-F238E27FC236}">
                <a16:creationId xmlns:a16="http://schemas.microsoft.com/office/drawing/2014/main" id="{1D758AF2-AF36-D0DB-FD4B-3F49456E2A58}"/>
              </a:ext>
            </a:extLst>
          </p:cNvPr>
          <p:cNvGrpSpPr/>
          <p:nvPr/>
        </p:nvGrpSpPr>
        <p:grpSpPr>
          <a:xfrm>
            <a:off x="-1" y="1779736"/>
            <a:ext cx="6400801" cy="3326354"/>
            <a:chOff x="-1" y="1779736"/>
            <a:chExt cx="6400801" cy="3326354"/>
          </a:xfrm>
        </p:grpSpPr>
        <p:sp>
          <p:nvSpPr>
            <p:cNvPr id="9" name="TextBox 8"/>
            <p:cNvSpPr txBox="1"/>
            <p:nvPr/>
          </p:nvSpPr>
          <p:spPr>
            <a:xfrm>
              <a:off x="4470400" y="4275093"/>
              <a:ext cx="1930400" cy="830997"/>
            </a:xfrm>
            <a:prstGeom prst="rect">
              <a:avLst/>
            </a:prstGeom>
            <a:noFill/>
          </p:spPr>
          <p:txBody>
            <a:bodyPr wrap="square" rtlCol="0">
              <a:spAutoFit/>
            </a:bodyPr>
            <a:lstStyle/>
            <a:p>
              <a:pPr algn="ctr"/>
              <a:r>
                <a:rPr lang="en-US" sz="2400" dirty="0" err="1"/>
                <a:t>Precio</a:t>
              </a:r>
              <a:r>
                <a:rPr lang="en-US" sz="2400" dirty="0"/>
                <a:t> </a:t>
              </a:r>
              <a:r>
                <a:rPr lang="en-US" sz="2400" dirty="0" err="1"/>
                <a:t>estimado</a:t>
              </a:r>
              <a:endParaRPr lang="en-US" sz="2400" dirty="0"/>
            </a:p>
          </p:txBody>
        </p:sp>
        <p:sp>
          <p:nvSpPr>
            <p:cNvPr id="5" name="Rounded Rectangle 4"/>
            <p:cNvSpPr/>
            <p:nvPr/>
          </p:nvSpPr>
          <p:spPr>
            <a:xfrm>
              <a:off x="1397717" y="1779736"/>
              <a:ext cx="3377483" cy="812800"/>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Conjunto </a:t>
              </a:r>
              <a:r>
                <a:rPr lang="en-US" sz="2400" dirty="0" err="1">
                  <a:solidFill>
                    <a:schemeClr val="tx1"/>
                  </a:solidFill>
                </a:rPr>
                <a:t>datos</a:t>
              </a:r>
              <a:r>
                <a:rPr lang="en-US" sz="2400" dirty="0">
                  <a:solidFill>
                    <a:schemeClr val="tx1"/>
                  </a:solidFill>
                </a:rPr>
                <a:t> </a:t>
              </a:r>
              <a:r>
                <a:rPr lang="en-US" sz="2400" dirty="0" err="1">
                  <a:solidFill>
                    <a:schemeClr val="tx1"/>
                  </a:solidFill>
                </a:rPr>
                <a:t>entrenamiento</a:t>
              </a:r>
              <a:endParaRPr lang="en-US" sz="2400" dirty="0">
                <a:solidFill>
                  <a:schemeClr val="tx1"/>
                </a:solidFill>
              </a:endParaRPr>
            </a:p>
          </p:txBody>
        </p:sp>
        <p:sp>
          <p:nvSpPr>
            <p:cNvPr id="6" name="Rounded Rectangle 5"/>
            <p:cNvSpPr/>
            <p:nvPr/>
          </p:nvSpPr>
          <p:spPr>
            <a:xfrm>
              <a:off x="991317" y="3034597"/>
              <a:ext cx="4190283" cy="782075"/>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Algoritmo</a:t>
              </a:r>
              <a:r>
                <a:rPr lang="en-US" sz="2400" dirty="0">
                  <a:solidFill>
                    <a:schemeClr val="tx1"/>
                  </a:solidFill>
                </a:rPr>
                <a:t> </a:t>
              </a:r>
              <a:r>
                <a:rPr lang="en-US" sz="2400" dirty="0" err="1">
                  <a:solidFill>
                    <a:schemeClr val="tx1"/>
                  </a:solidFill>
                </a:rPr>
                <a:t>aprendizaje</a:t>
              </a:r>
              <a:endParaRPr lang="en-US" sz="2400" dirty="0">
                <a:solidFill>
                  <a:schemeClr val="tx1"/>
                </a:solidFill>
              </a:endParaRPr>
            </a:p>
          </p:txBody>
        </p:sp>
        <p:sp>
          <p:nvSpPr>
            <p:cNvPr id="7" name="Rounded Rectangle 6"/>
            <p:cNvSpPr/>
            <p:nvPr/>
          </p:nvSpPr>
          <p:spPr>
            <a:xfrm>
              <a:off x="2578459" y="4315536"/>
              <a:ext cx="1016000" cy="782075"/>
            </a:xfrm>
            <a:prstGeom prst="round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i="1" dirty="0">
                  <a:solidFill>
                    <a:schemeClr val="tx1"/>
                  </a:solidFill>
                </a:rPr>
                <a:t>h</a:t>
              </a:r>
            </a:p>
          </p:txBody>
        </p:sp>
        <p:sp>
          <p:nvSpPr>
            <p:cNvPr id="8" name="TextBox 7"/>
            <p:cNvSpPr txBox="1"/>
            <p:nvPr/>
          </p:nvSpPr>
          <p:spPr>
            <a:xfrm>
              <a:off x="-1" y="4275093"/>
              <a:ext cx="1702517" cy="830997"/>
            </a:xfrm>
            <a:prstGeom prst="rect">
              <a:avLst/>
            </a:prstGeom>
            <a:noFill/>
          </p:spPr>
          <p:txBody>
            <a:bodyPr wrap="square" rtlCol="0">
              <a:spAutoFit/>
            </a:bodyPr>
            <a:lstStyle/>
            <a:p>
              <a:pPr algn="ctr"/>
              <a:r>
                <a:rPr lang="en-US" sz="2400" dirty="0" err="1"/>
                <a:t>Tamaño</a:t>
              </a:r>
              <a:r>
                <a:rPr lang="en-US" sz="2400" dirty="0"/>
                <a:t> de la casa</a:t>
              </a:r>
            </a:p>
          </p:txBody>
        </p:sp>
        <p:cxnSp>
          <p:nvCxnSpPr>
            <p:cNvPr id="12" name="Straight Arrow Connector 11"/>
            <p:cNvCxnSpPr>
              <a:stCxn id="5" idx="2"/>
              <a:endCxn id="6" idx="0"/>
            </p:cNvCxnSpPr>
            <p:nvPr/>
          </p:nvCxnSpPr>
          <p:spPr>
            <a:xfrm>
              <a:off x="3086459" y="2592536"/>
              <a:ext cx="0" cy="442061"/>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6" idx="2"/>
              <a:endCxn id="7" idx="0"/>
            </p:cNvCxnSpPr>
            <p:nvPr/>
          </p:nvCxnSpPr>
          <p:spPr>
            <a:xfrm>
              <a:off x="3086459" y="3816672"/>
              <a:ext cx="0" cy="498864"/>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7" idx="1"/>
            </p:cNvCxnSpPr>
            <p:nvPr/>
          </p:nvCxnSpPr>
          <p:spPr>
            <a:xfrm>
              <a:off x="1524000" y="4706573"/>
              <a:ext cx="1054459"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7" idx="3"/>
            </p:cNvCxnSpPr>
            <p:nvPr/>
          </p:nvCxnSpPr>
          <p:spPr>
            <a:xfrm>
              <a:off x="3594459" y="4706573"/>
              <a:ext cx="977541" cy="0"/>
            </a:xfrm>
            <a:prstGeom prst="straightConnector1">
              <a:avLst/>
            </a:prstGeom>
            <a:ln w="57150">
              <a:solidFill>
                <a:schemeClr val="tx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p:nvSpPr>
        <p:spPr>
          <a:xfrm>
            <a:off x="6793200" y="916849"/>
            <a:ext cx="3615092" cy="523220"/>
          </a:xfrm>
          <a:prstGeom prst="rect">
            <a:avLst/>
          </a:prstGeom>
          <a:noFill/>
        </p:spPr>
        <p:txBody>
          <a:bodyPr wrap="none" rtlCol="0">
            <a:spAutoFit/>
          </a:bodyPr>
          <a:lstStyle/>
          <a:p>
            <a:r>
              <a:rPr lang="en-US" sz="2800" dirty="0"/>
              <a:t>Como </a:t>
            </a:r>
            <a:r>
              <a:rPr lang="en-US" sz="2800" dirty="0" err="1"/>
              <a:t>representar</a:t>
            </a:r>
            <a:r>
              <a:rPr lang="en-US" sz="2800" dirty="0"/>
              <a:t> </a:t>
            </a:r>
            <a:r>
              <a:rPr lang="en-US" sz="2800" i="1" dirty="0"/>
              <a:t>h</a:t>
            </a:r>
            <a:r>
              <a:rPr lang="en-US" sz="2800" dirty="0"/>
              <a:t> ?</a:t>
            </a:r>
          </a:p>
        </p:txBody>
      </p:sp>
      <p:sp>
        <p:nvSpPr>
          <p:cNvPr id="37" name="TextBox 36"/>
          <p:cNvSpPr txBox="1"/>
          <p:nvPr/>
        </p:nvSpPr>
        <p:spPr>
          <a:xfrm>
            <a:off x="6725793" y="5494254"/>
            <a:ext cx="4819846" cy="913199"/>
          </a:xfrm>
          <a:prstGeom prst="rect">
            <a:avLst/>
          </a:prstGeom>
          <a:noFill/>
        </p:spPr>
        <p:txBody>
          <a:bodyPr wrap="none" rtlCol="0">
            <a:spAutoFit/>
          </a:bodyPr>
          <a:lstStyle/>
          <a:p>
            <a:r>
              <a:rPr lang="es-BO" sz="2667" dirty="0"/>
              <a:t>Regresión lineal con una variable.</a:t>
            </a:r>
          </a:p>
          <a:p>
            <a:r>
              <a:rPr lang="es-BO" sz="2667" dirty="0"/>
              <a:t>Regresión lineal </a:t>
            </a:r>
            <a:r>
              <a:rPr lang="es-BO" sz="2667" dirty="0" err="1"/>
              <a:t>univariable</a:t>
            </a:r>
            <a:r>
              <a:rPr lang="es-BO" sz="2667" dirty="0"/>
              <a:t>.</a:t>
            </a:r>
          </a:p>
        </p:txBody>
      </p:sp>
      <p:sp>
        <p:nvSpPr>
          <p:cNvPr id="2" name="Título 1">
            <a:extLst>
              <a:ext uri="{FF2B5EF4-FFF2-40B4-BE49-F238E27FC236}">
                <a16:creationId xmlns:a16="http://schemas.microsoft.com/office/drawing/2014/main" id="{88306041-088B-4E4E-AD94-1217A22E2CA6}"/>
              </a:ext>
            </a:extLst>
          </p:cNvPr>
          <p:cNvSpPr>
            <a:spLocks noGrp="1"/>
          </p:cNvSpPr>
          <p:nvPr>
            <p:ph type="title"/>
          </p:nvPr>
        </p:nvSpPr>
        <p:spPr/>
        <p:txBody>
          <a:bodyPr/>
          <a:lstStyle/>
          <a:p>
            <a:r>
              <a:rPr lang="es-ES" dirty="0" err="1"/>
              <a:t>Hipotesis</a:t>
            </a:r>
            <a:r>
              <a:rPr lang="es-ES" dirty="0"/>
              <a:t> (H)</a:t>
            </a:r>
            <a:endParaRPr lang="es-BO" dirty="0"/>
          </a:p>
        </p:txBody>
      </p:sp>
      <p:grpSp>
        <p:nvGrpSpPr>
          <p:cNvPr id="29" name="Grupo 28">
            <a:extLst>
              <a:ext uri="{FF2B5EF4-FFF2-40B4-BE49-F238E27FC236}">
                <a16:creationId xmlns:a16="http://schemas.microsoft.com/office/drawing/2014/main" id="{28BC4594-32A2-E160-8221-58CFCA4092A3}"/>
              </a:ext>
            </a:extLst>
          </p:cNvPr>
          <p:cNvGrpSpPr/>
          <p:nvPr/>
        </p:nvGrpSpPr>
        <p:grpSpPr>
          <a:xfrm>
            <a:off x="6588236" y="2296175"/>
            <a:ext cx="5640826" cy="3290056"/>
            <a:chOff x="6588236" y="2296175"/>
            <a:chExt cx="5640826" cy="3290056"/>
          </a:xfrm>
        </p:grpSpPr>
        <p:graphicFrame>
          <p:nvGraphicFramePr>
            <p:cNvPr id="22" name="Objeto 21">
              <a:extLst>
                <a:ext uri="{FF2B5EF4-FFF2-40B4-BE49-F238E27FC236}">
                  <a16:creationId xmlns:a16="http://schemas.microsoft.com/office/drawing/2014/main" id="{0E6E234A-BEE7-A1EC-FC7A-3FDC27FEC251}"/>
                </a:ext>
              </a:extLst>
            </p:cNvPr>
            <p:cNvGraphicFramePr>
              <a:graphicFrameLocks noChangeAspect="1"/>
            </p:cNvGraphicFramePr>
            <p:nvPr>
              <p:extLst>
                <p:ext uri="{D42A27DB-BD31-4B8C-83A1-F6EECF244321}">
                  <p14:modId xmlns:p14="http://schemas.microsoft.com/office/powerpoint/2010/main" val="2954932910"/>
                </p:ext>
              </p:extLst>
            </p:nvPr>
          </p:nvGraphicFramePr>
          <p:xfrm>
            <a:off x="6588236" y="2296175"/>
            <a:ext cx="5268914" cy="3290056"/>
          </p:xfrm>
          <a:graphic>
            <a:graphicData uri="http://schemas.openxmlformats.org/presentationml/2006/ole">
              <mc:AlternateContent xmlns:mc="http://schemas.openxmlformats.org/markup-compatibility/2006">
                <mc:Choice xmlns:v="urn:schemas-microsoft-com:vml" Requires="v">
                  <p:oleObj r:id="rId2" imgW="6590160" imgH="4114080" progId="">
                    <p:embed/>
                  </p:oleObj>
                </mc:Choice>
                <mc:Fallback>
                  <p:oleObj r:id="rId2" imgW="6590160" imgH="4114080" progId="">
                    <p:embed/>
                    <p:pic>
                      <p:nvPicPr>
                        <p:cNvPr id="0" name=""/>
                        <p:cNvPicPr/>
                        <p:nvPr/>
                      </p:nvPicPr>
                      <p:blipFill>
                        <a:blip r:embed="rId3"/>
                        <a:stretch>
                          <a:fillRect/>
                        </a:stretch>
                      </p:blipFill>
                      <p:spPr>
                        <a:xfrm>
                          <a:off x="6588236" y="2296175"/>
                          <a:ext cx="5268914" cy="3290056"/>
                        </a:xfrm>
                        <a:prstGeom prst="rect">
                          <a:avLst/>
                        </a:prstGeom>
                      </p:spPr>
                    </p:pic>
                  </p:oleObj>
                </mc:Fallback>
              </mc:AlternateContent>
            </a:graphicData>
          </a:graphic>
        </p:graphicFrame>
        <p:sp>
          <p:nvSpPr>
            <p:cNvPr id="27" name="CuadroTexto 26">
              <a:extLst>
                <a:ext uri="{FF2B5EF4-FFF2-40B4-BE49-F238E27FC236}">
                  <a16:creationId xmlns:a16="http://schemas.microsoft.com/office/drawing/2014/main" id="{15906831-19CF-4878-0F18-4E02A0094CDD}"/>
                </a:ext>
              </a:extLst>
            </p:cNvPr>
            <p:cNvSpPr txBox="1"/>
            <p:nvPr/>
          </p:nvSpPr>
          <p:spPr>
            <a:xfrm>
              <a:off x="10172303" y="3604439"/>
              <a:ext cx="2056759" cy="461665"/>
            </a:xfrm>
            <a:prstGeom prst="rect">
              <a:avLst/>
            </a:prstGeom>
            <a:noFill/>
          </p:spPr>
          <p:txBody>
            <a:bodyPr wrap="square">
              <a:spAutoFit/>
            </a:bodyPr>
            <a:lstStyle/>
            <a:p>
              <a:r>
                <a:rPr kumimoji="0" lang="es-E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h</a:t>
              </a:r>
              <a:r>
                <a:rPr kumimoji="0" lang="es-BO" sz="2400" b="0" i="0" u="none" strike="noStrike" kern="1200" cap="none" spc="0" normalizeH="0" baseline="-25000" noProof="0" dirty="0">
                  <a:ln>
                    <a:noFill/>
                  </a:ln>
                  <a:solidFill>
                    <a:srgbClr val="000000">
                      <a:lumMod val="75000"/>
                      <a:lumOff val="25000"/>
                    </a:srgbClr>
                  </a:solidFill>
                  <a:effectLst/>
                  <a:uLnTx/>
                  <a:uFillTx/>
                  <a:latin typeface="Calibri" panose="020F0502020204030204"/>
                  <a:ea typeface="+mn-ea"/>
                  <a:cs typeface="+mn-cs"/>
                </a:rPr>
                <a:t>Ɵ</a:t>
              </a:r>
              <a:r>
                <a:rPr kumimoji="0" lang="es-BO"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(x) = Ɵ</a:t>
              </a:r>
              <a:r>
                <a:rPr kumimoji="0" lang="es-BO" sz="2400" b="0" i="0" u="none" strike="noStrike" kern="1200" cap="none" spc="0" normalizeH="0" baseline="-25000" noProof="0" dirty="0">
                  <a:ln>
                    <a:noFill/>
                  </a:ln>
                  <a:solidFill>
                    <a:srgbClr val="000000">
                      <a:lumMod val="75000"/>
                      <a:lumOff val="25000"/>
                    </a:srgbClr>
                  </a:solidFill>
                  <a:effectLst/>
                  <a:uLnTx/>
                  <a:uFillTx/>
                  <a:latin typeface="Calibri" panose="020F0502020204030204"/>
                  <a:ea typeface="+mn-ea"/>
                  <a:cs typeface="+mn-cs"/>
                </a:rPr>
                <a:t>0</a:t>
              </a:r>
              <a:r>
                <a:rPr kumimoji="0" lang="es-BO"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+Ɵ</a:t>
              </a:r>
              <a:r>
                <a:rPr kumimoji="0" lang="es-BO" sz="2400" b="0" i="0" u="none" strike="noStrike" kern="1200" cap="none" spc="0" normalizeH="0" baseline="-25000" noProof="0" dirty="0">
                  <a:ln>
                    <a:noFill/>
                  </a:ln>
                  <a:solidFill>
                    <a:srgbClr val="000000">
                      <a:lumMod val="75000"/>
                      <a:lumOff val="25000"/>
                    </a:srgbClr>
                  </a:solidFill>
                  <a:effectLst/>
                  <a:uLnTx/>
                  <a:uFillTx/>
                  <a:latin typeface="Calibri" panose="020F0502020204030204"/>
                  <a:ea typeface="+mn-ea"/>
                  <a:cs typeface="+mn-cs"/>
                </a:rPr>
                <a:t>1</a:t>
              </a:r>
              <a:r>
                <a:rPr kumimoji="0" lang="es-BO"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x</a:t>
              </a:r>
              <a:endParaRPr lang="es-419" dirty="0"/>
            </a:p>
          </p:txBody>
        </p:sp>
      </p:grpSp>
    </p:spTree>
    <p:extLst>
      <p:ext uri="{BB962C8B-B14F-4D97-AF65-F5344CB8AC3E}">
        <p14:creationId xmlns:p14="http://schemas.microsoft.com/office/powerpoint/2010/main" val="14928009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F4CB76D3-518C-4886-B962-07C5B7CB7EA4}"/>
              </a:ext>
            </a:extLst>
          </p:cNvPr>
          <p:cNvSpPr>
            <a:spLocks noGrp="1"/>
          </p:cNvSpPr>
          <p:nvPr>
            <p:ph type="title"/>
          </p:nvPr>
        </p:nvSpPr>
        <p:spPr/>
        <p:txBody>
          <a:bodyPr/>
          <a:lstStyle/>
          <a:p>
            <a:r>
              <a:rPr lang="es-ES" dirty="0"/>
              <a:t>Análisis de la </a:t>
            </a:r>
            <a:r>
              <a:rPr lang="es-ES" dirty="0" err="1"/>
              <a:t>hipótesis</a:t>
            </a:r>
            <a:r>
              <a:rPr lang="es-ES" dirty="0"/>
              <a:t> en relación a posibles valores de </a:t>
            </a:r>
            <a:r>
              <a:rPr lang="es-BO" dirty="0"/>
              <a:t>Ɵ</a:t>
            </a:r>
            <a:r>
              <a:rPr lang="es-BO" baseline="-25000" dirty="0"/>
              <a:t>0 y </a:t>
            </a:r>
            <a:r>
              <a:rPr lang="es-BO" dirty="0"/>
              <a:t>Ɵ</a:t>
            </a:r>
            <a:r>
              <a:rPr lang="es-BO" baseline="-25000" dirty="0"/>
              <a:t>1</a:t>
            </a:r>
            <a:endParaRPr lang="es-BO" dirty="0"/>
          </a:p>
        </p:txBody>
      </p:sp>
      <p:grpSp>
        <p:nvGrpSpPr>
          <p:cNvPr id="2" name="Grupo 1">
            <a:extLst>
              <a:ext uri="{FF2B5EF4-FFF2-40B4-BE49-F238E27FC236}">
                <a16:creationId xmlns:a16="http://schemas.microsoft.com/office/drawing/2014/main" id="{90A515E2-ECC8-430B-C32D-8E5315504B91}"/>
              </a:ext>
            </a:extLst>
          </p:cNvPr>
          <p:cNvGrpSpPr/>
          <p:nvPr/>
        </p:nvGrpSpPr>
        <p:grpSpPr>
          <a:xfrm>
            <a:off x="287075" y="2227412"/>
            <a:ext cx="3776925" cy="4049316"/>
            <a:chOff x="287075" y="2227412"/>
            <a:chExt cx="3776925" cy="4049316"/>
          </a:xfrm>
        </p:grpSpPr>
        <p:pic>
          <p:nvPicPr>
            <p:cNvPr id="14" name="Picture 13"/>
            <p:cNvPicPr>
              <a:picLocks noChangeAspect="1"/>
            </p:cNvPicPr>
            <p:nvPr>
              <p:custDataLst>
                <p:tags r:id="rId3"/>
              </p:custDataLst>
            </p:nvPr>
          </p:nvPicPr>
          <p:blipFill>
            <a:blip r:embed="rId5" cstate="print">
              <a:extLst>
                <a:ext uri="{28A0092B-C50C-407E-A947-70E740481C1C}">
                  <a14:useLocalDpi xmlns:a14="http://schemas.microsoft.com/office/drawing/2010/main" val="0"/>
                </a:ext>
              </a:extLst>
            </a:blip>
            <a:stretch>
              <a:fillRect/>
            </a:stretch>
          </p:blipFill>
          <p:spPr>
            <a:xfrm>
              <a:off x="1703512" y="5441576"/>
              <a:ext cx="1392936" cy="835152"/>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Entrada de lápiz 4">
                  <a:extLst>
                    <a:ext uri="{FF2B5EF4-FFF2-40B4-BE49-F238E27FC236}">
                      <a16:creationId xmlns:a16="http://schemas.microsoft.com/office/drawing/2014/main" id="{3B8DDAAE-C2A3-95A1-B5B0-7942FD365D43}"/>
                    </a:ext>
                  </a:extLst>
                </p14:cNvPr>
                <p14:cNvContentPartPr/>
                <p14:nvPr/>
              </p14:nvContentPartPr>
              <p14:xfrm>
                <a:off x="741640" y="3586240"/>
                <a:ext cx="360" cy="360"/>
              </p14:xfrm>
            </p:contentPart>
          </mc:Choice>
          <mc:Fallback xmlns="">
            <p:pic>
              <p:nvPicPr>
                <p:cNvPr id="5" name="Entrada de lápiz 4">
                  <a:extLst>
                    <a:ext uri="{FF2B5EF4-FFF2-40B4-BE49-F238E27FC236}">
                      <a16:creationId xmlns:a16="http://schemas.microsoft.com/office/drawing/2014/main" id="{3B8DDAAE-C2A3-95A1-B5B0-7942FD365D43}"/>
                    </a:ext>
                  </a:extLst>
                </p:cNvPr>
                <p:cNvPicPr/>
                <p:nvPr/>
              </p:nvPicPr>
              <p:blipFill>
                <a:blip r:embed="rId7"/>
                <a:stretch>
                  <a:fillRect/>
                </a:stretch>
              </p:blipFill>
              <p:spPr>
                <a:xfrm>
                  <a:off x="732640" y="35772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Entrada de lápiz 8">
                  <a:extLst>
                    <a:ext uri="{FF2B5EF4-FFF2-40B4-BE49-F238E27FC236}">
                      <a16:creationId xmlns:a16="http://schemas.microsoft.com/office/drawing/2014/main" id="{027708AE-75D5-6897-1930-9D27C78BA5B2}"/>
                    </a:ext>
                  </a:extLst>
                </p14:cNvPr>
                <p14:cNvContentPartPr/>
                <p14:nvPr/>
              </p14:nvContentPartPr>
              <p14:xfrm>
                <a:off x="741640" y="3616840"/>
                <a:ext cx="360" cy="360"/>
              </p14:xfrm>
            </p:contentPart>
          </mc:Choice>
          <mc:Fallback xmlns="">
            <p:pic>
              <p:nvPicPr>
                <p:cNvPr id="9" name="Entrada de lápiz 8">
                  <a:extLst>
                    <a:ext uri="{FF2B5EF4-FFF2-40B4-BE49-F238E27FC236}">
                      <a16:creationId xmlns:a16="http://schemas.microsoft.com/office/drawing/2014/main" id="{027708AE-75D5-6897-1930-9D27C78BA5B2}"/>
                    </a:ext>
                  </a:extLst>
                </p:cNvPr>
                <p:cNvPicPr/>
                <p:nvPr/>
              </p:nvPicPr>
              <p:blipFill>
                <a:blip r:embed="rId7"/>
                <a:stretch>
                  <a:fillRect/>
                </a:stretch>
              </p:blipFill>
              <p:spPr>
                <a:xfrm>
                  <a:off x="732640" y="3607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Entrada de lápiz 11">
                  <a:extLst>
                    <a:ext uri="{FF2B5EF4-FFF2-40B4-BE49-F238E27FC236}">
                      <a16:creationId xmlns:a16="http://schemas.microsoft.com/office/drawing/2014/main" id="{C074C4B8-7D86-C911-D804-FBC0DA2353F6}"/>
                    </a:ext>
                  </a:extLst>
                </p14:cNvPr>
                <p14:cNvContentPartPr/>
                <p14:nvPr/>
              </p14:nvContentPartPr>
              <p14:xfrm>
                <a:off x="2256880" y="2548360"/>
                <a:ext cx="360" cy="360"/>
              </p14:xfrm>
            </p:contentPart>
          </mc:Choice>
          <mc:Fallback xmlns="">
            <p:pic>
              <p:nvPicPr>
                <p:cNvPr id="12" name="Entrada de lápiz 11">
                  <a:extLst>
                    <a:ext uri="{FF2B5EF4-FFF2-40B4-BE49-F238E27FC236}">
                      <a16:creationId xmlns:a16="http://schemas.microsoft.com/office/drawing/2014/main" id="{C074C4B8-7D86-C911-D804-FBC0DA2353F6}"/>
                    </a:ext>
                  </a:extLst>
                </p:cNvPr>
                <p:cNvPicPr/>
                <p:nvPr/>
              </p:nvPicPr>
              <p:blipFill>
                <a:blip r:embed="rId7"/>
                <a:stretch>
                  <a:fillRect/>
                </a:stretch>
              </p:blipFill>
              <p:spPr>
                <a:xfrm>
                  <a:off x="2247880" y="2539360"/>
                  <a:ext cx="18000" cy="18000"/>
                </a:xfrm>
                <a:prstGeom prst="rect">
                  <a:avLst/>
                </a:prstGeom>
              </p:spPr>
            </p:pic>
          </mc:Fallback>
        </mc:AlternateContent>
        <p:grpSp>
          <p:nvGrpSpPr>
            <p:cNvPr id="25" name="Grupo 24">
              <a:extLst>
                <a:ext uri="{FF2B5EF4-FFF2-40B4-BE49-F238E27FC236}">
                  <a16:creationId xmlns:a16="http://schemas.microsoft.com/office/drawing/2014/main" id="{DFD8B2F8-E4D3-9B15-A6D7-714CCE2552C3}"/>
                </a:ext>
              </a:extLst>
            </p:cNvPr>
            <p:cNvGrpSpPr/>
            <p:nvPr/>
          </p:nvGrpSpPr>
          <p:grpSpPr>
            <a:xfrm>
              <a:off x="287075" y="2227412"/>
              <a:ext cx="3776925" cy="3200400"/>
              <a:chOff x="287075" y="2227412"/>
              <a:chExt cx="3776925" cy="3200400"/>
            </a:xfrm>
          </p:grpSpPr>
          <p:graphicFrame>
            <p:nvGraphicFramePr>
              <p:cNvPr id="7" name="Chart 6"/>
              <p:cNvGraphicFramePr>
                <a:graphicFrameLocks/>
              </p:cNvGraphicFramePr>
              <p:nvPr>
                <p:extLst>
                  <p:ext uri="{D42A27DB-BD31-4B8C-83A1-F6EECF244321}">
                    <p14:modId xmlns:p14="http://schemas.microsoft.com/office/powerpoint/2010/main" val="3345208658"/>
                  </p:ext>
                </p:extLst>
              </p:nvPr>
            </p:nvGraphicFramePr>
            <p:xfrm>
              <a:off x="287075" y="2227412"/>
              <a:ext cx="3776925" cy="3200400"/>
            </p:xfrm>
            <a:graphic>
              <a:graphicData uri="http://schemas.openxmlformats.org/drawingml/2006/chart">
                <c:chart xmlns:c="http://schemas.openxmlformats.org/drawingml/2006/chart" xmlns:r="http://schemas.openxmlformats.org/officeDocument/2006/relationships" r:id="rId10"/>
              </a:graphicData>
            </a:graphic>
          </p:graphicFrame>
          <p:cxnSp>
            <p:nvCxnSpPr>
              <p:cNvPr id="21" name="Conector recto 20">
                <a:extLst>
                  <a:ext uri="{FF2B5EF4-FFF2-40B4-BE49-F238E27FC236}">
                    <a16:creationId xmlns:a16="http://schemas.microsoft.com/office/drawing/2014/main" id="{E100F4A3-7EFE-49D7-8CDA-2C7A1386452D}"/>
                  </a:ext>
                </a:extLst>
              </p:cNvPr>
              <p:cNvCxnSpPr>
                <a:cxnSpLocks/>
              </p:cNvCxnSpPr>
              <p:nvPr/>
            </p:nvCxnSpPr>
            <p:spPr>
              <a:xfrm>
                <a:off x="741640" y="3586240"/>
                <a:ext cx="319412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24" name="CuadroTexto 23">
              <a:extLst>
                <a:ext uri="{FF2B5EF4-FFF2-40B4-BE49-F238E27FC236}">
                  <a16:creationId xmlns:a16="http://schemas.microsoft.com/office/drawing/2014/main" id="{9B228061-38C5-6150-9CB4-01F0998E83D8}"/>
                </a:ext>
              </a:extLst>
            </p:cNvPr>
            <p:cNvSpPr txBox="1"/>
            <p:nvPr/>
          </p:nvSpPr>
          <p:spPr>
            <a:xfrm>
              <a:off x="1488803" y="3054261"/>
              <a:ext cx="223224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h</a:t>
              </a:r>
              <a:r>
                <a:rPr kumimoji="0" lang="es-BO"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(x) = 1.5+0*x</a:t>
              </a:r>
              <a:endParaRPr kumimoji="0" lang="es-419"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grpSp>
        <p:nvGrpSpPr>
          <p:cNvPr id="3" name="Grupo 2">
            <a:extLst>
              <a:ext uri="{FF2B5EF4-FFF2-40B4-BE49-F238E27FC236}">
                <a16:creationId xmlns:a16="http://schemas.microsoft.com/office/drawing/2014/main" id="{4FEA4E62-67D3-99F6-2152-F80B3BE781C4}"/>
              </a:ext>
            </a:extLst>
          </p:cNvPr>
          <p:cNvGrpSpPr/>
          <p:nvPr/>
        </p:nvGrpSpPr>
        <p:grpSpPr>
          <a:xfrm>
            <a:off x="4322740" y="2227412"/>
            <a:ext cx="3776925" cy="4040732"/>
            <a:chOff x="4322740" y="2227412"/>
            <a:chExt cx="3776925" cy="4040732"/>
          </a:xfrm>
        </p:grpSpPr>
        <p:pic>
          <p:nvPicPr>
            <p:cNvPr id="17" name="Picture 16"/>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5626956" y="5432992"/>
              <a:ext cx="1392936" cy="835152"/>
            </a:xfrm>
            <a:prstGeom prst="rect">
              <a:avLst/>
            </a:prstGeom>
          </p:spPr>
        </p:pic>
        <p:graphicFrame>
          <p:nvGraphicFramePr>
            <p:cNvPr id="10" name="Chart 9"/>
            <p:cNvGraphicFramePr>
              <a:graphicFrameLocks/>
            </p:cNvGraphicFramePr>
            <p:nvPr>
              <p:extLst>
                <p:ext uri="{D42A27DB-BD31-4B8C-83A1-F6EECF244321}">
                  <p14:modId xmlns:p14="http://schemas.microsoft.com/office/powerpoint/2010/main" val="3181094660"/>
                </p:ext>
              </p:extLst>
            </p:nvPr>
          </p:nvGraphicFramePr>
          <p:xfrm>
            <a:off x="4322740" y="2227412"/>
            <a:ext cx="3776925" cy="3200400"/>
          </p:xfrm>
          <a:graphic>
            <a:graphicData uri="http://schemas.openxmlformats.org/drawingml/2006/chart">
              <c:chart xmlns:c="http://schemas.openxmlformats.org/drawingml/2006/chart" xmlns:r="http://schemas.openxmlformats.org/officeDocument/2006/relationships" r:id="rId12"/>
            </a:graphicData>
          </a:graphic>
        </p:graphicFrame>
        <mc:AlternateContent xmlns:mc="http://schemas.openxmlformats.org/markup-compatibility/2006" xmlns:p14="http://schemas.microsoft.com/office/powerpoint/2010/main">
          <mc:Choice Requires="p14">
            <p:contentPart p14:bwMode="auto" r:id="rId13">
              <p14:nvContentPartPr>
                <p14:cNvPr id="4" name="Entrada de lápiz 3">
                  <a:extLst>
                    <a:ext uri="{FF2B5EF4-FFF2-40B4-BE49-F238E27FC236}">
                      <a16:creationId xmlns:a16="http://schemas.microsoft.com/office/drawing/2014/main" id="{E7EC9E41-65AE-4F2F-B4B0-667F2001BAC4}"/>
                    </a:ext>
                  </a:extLst>
                </p14:cNvPr>
                <p14:cNvContentPartPr/>
                <p14:nvPr/>
              </p14:nvContentPartPr>
              <p14:xfrm>
                <a:off x="6478279" y="3019548"/>
                <a:ext cx="360" cy="360"/>
              </p14:xfrm>
            </p:contentPart>
          </mc:Choice>
          <mc:Fallback xmlns="">
            <p:pic>
              <p:nvPicPr>
                <p:cNvPr id="4" name="Entrada de lápiz 3">
                  <a:extLst>
                    <a:ext uri="{FF2B5EF4-FFF2-40B4-BE49-F238E27FC236}">
                      <a16:creationId xmlns:a16="http://schemas.microsoft.com/office/drawing/2014/main" id="{E7EC9E41-65AE-4F2F-B4B0-667F2001BAC4}"/>
                    </a:ext>
                  </a:extLst>
                </p:cNvPr>
                <p:cNvPicPr/>
                <p:nvPr/>
              </p:nvPicPr>
              <p:blipFill>
                <a:blip r:embed="rId14"/>
                <a:stretch>
                  <a:fillRect/>
                </a:stretch>
              </p:blipFill>
              <p:spPr>
                <a:xfrm>
                  <a:off x="6472159" y="3013428"/>
                  <a:ext cx="12600" cy="12600"/>
                </a:xfrm>
                <a:prstGeom prst="rect">
                  <a:avLst/>
                </a:prstGeom>
              </p:spPr>
            </p:pic>
          </mc:Fallback>
        </mc:AlternateContent>
        <p:cxnSp>
          <p:nvCxnSpPr>
            <p:cNvPr id="26" name="Conector recto 25">
              <a:extLst>
                <a:ext uri="{FF2B5EF4-FFF2-40B4-BE49-F238E27FC236}">
                  <a16:creationId xmlns:a16="http://schemas.microsoft.com/office/drawing/2014/main" id="{A846C0F7-B9F3-385C-E7AF-E5B232AE1E11}"/>
                </a:ext>
              </a:extLst>
            </p:cNvPr>
            <p:cNvCxnSpPr>
              <a:cxnSpLocks/>
            </p:cNvCxnSpPr>
            <p:nvPr/>
          </p:nvCxnSpPr>
          <p:spPr>
            <a:xfrm flipH="1">
              <a:off x="4735200" y="3429000"/>
              <a:ext cx="3088992" cy="144016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A1E01429-EEAC-6E69-0CFA-41B56D225C71}"/>
                </a:ext>
              </a:extLst>
            </p:cNvPr>
            <p:cNvSpPr txBox="1"/>
            <p:nvPr/>
          </p:nvSpPr>
          <p:spPr>
            <a:xfrm>
              <a:off x="5199261" y="3292496"/>
              <a:ext cx="223224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h</a:t>
              </a:r>
              <a:r>
                <a:rPr kumimoji="0" lang="es-BO"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(x) = </a:t>
              </a:r>
              <a:r>
                <a:rPr lang="es-BO" sz="2400" dirty="0">
                  <a:solidFill>
                    <a:srgbClr val="000000">
                      <a:lumMod val="75000"/>
                      <a:lumOff val="25000"/>
                    </a:srgbClr>
                  </a:solidFill>
                  <a:latin typeface="Calibri" panose="020F0502020204030204"/>
                </a:rPr>
                <a:t>0</a:t>
              </a:r>
              <a:r>
                <a:rPr kumimoji="0" lang="es-BO"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+0.5*x</a:t>
              </a:r>
              <a:endParaRPr kumimoji="0" lang="es-419"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grpSp>
        <p:nvGrpSpPr>
          <p:cNvPr id="6" name="Grupo 5">
            <a:extLst>
              <a:ext uri="{FF2B5EF4-FFF2-40B4-BE49-F238E27FC236}">
                <a16:creationId xmlns:a16="http://schemas.microsoft.com/office/drawing/2014/main" id="{4FBD8F2E-9EC3-34CF-EF8F-3361F9ED5307}"/>
              </a:ext>
            </a:extLst>
          </p:cNvPr>
          <p:cNvGrpSpPr/>
          <p:nvPr/>
        </p:nvGrpSpPr>
        <p:grpSpPr>
          <a:xfrm>
            <a:off x="8358406" y="2227412"/>
            <a:ext cx="3776925" cy="4004734"/>
            <a:chOff x="8358406" y="2227412"/>
            <a:chExt cx="3776925" cy="4004734"/>
          </a:xfrm>
        </p:grpSpPr>
        <p:pic>
          <p:nvPicPr>
            <p:cNvPr id="18" name="Picture 17"/>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9550400" y="5396994"/>
              <a:ext cx="1392936" cy="835152"/>
            </a:xfrm>
            <a:prstGeom prst="rect">
              <a:avLst/>
            </a:prstGeom>
          </p:spPr>
        </p:pic>
        <p:graphicFrame>
          <p:nvGraphicFramePr>
            <p:cNvPr id="11" name="Chart 10"/>
            <p:cNvGraphicFramePr>
              <a:graphicFrameLocks/>
            </p:cNvGraphicFramePr>
            <p:nvPr>
              <p:extLst>
                <p:ext uri="{D42A27DB-BD31-4B8C-83A1-F6EECF244321}">
                  <p14:modId xmlns:p14="http://schemas.microsoft.com/office/powerpoint/2010/main" val="224682600"/>
                </p:ext>
              </p:extLst>
            </p:nvPr>
          </p:nvGraphicFramePr>
          <p:xfrm>
            <a:off x="8358406" y="2227412"/>
            <a:ext cx="3776925" cy="3200400"/>
          </p:xfrm>
          <a:graphic>
            <a:graphicData uri="http://schemas.openxmlformats.org/drawingml/2006/chart">
              <c:chart xmlns:c="http://schemas.openxmlformats.org/drawingml/2006/chart" xmlns:r="http://schemas.openxmlformats.org/officeDocument/2006/relationships" r:id="rId16"/>
            </a:graphicData>
          </a:graphic>
        </p:graphicFrame>
        <p:cxnSp>
          <p:nvCxnSpPr>
            <p:cNvPr id="32" name="Conector recto 31">
              <a:extLst>
                <a:ext uri="{FF2B5EF4-FFF2-40B4-BE49-F238E27FC236}">
                  <a16:creationId xmlns:a16="http://schemas.microsoft.com/office/drawing/2014/main" id="{26524048-DEA6-38CB-2C98-1483E72C804D}"/>
                </a:ext>
              </a:extLst>
            </p:cNvPr>
            <p:cNvCxnSpPr>
              <a:cxnSpLocks/>
            </p:cNvCxnSpPr>
            <p:nvPr/>
          </p:nvCxnSpPr>
          <p:spPr>
            <a:xfrm flipH="1">
              <a:off x="8832304" y="2548360"/>
              <a:ext cx="3072621" cy="1528712"/>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35" name="CuadroTexto 34">
              <a:extLst>
                <a:ext uri="{FF2B5EF4-FFF2-40B4-BE49-F238E27FC236}">
                  <a16:creationId xmlns:a16="http://schemas.microsoft.com/office/drawing/2014/main" id="{4F167BC5-514D-E571-6AEC-E07EDDED22FF}"/>
                </a:ext>
              </a:extLst>
            </p:cNvPr>
            <p:cNvSpPr txBox="1"/>
            <p:nvPr/>
          </p:nvSpPr>
          <p:spPr>
            <a:xfrm>
              <a:off x="8977806" y="2317527"/>
              <a:ext cx="223224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h</a:t>
              </a:r>
              <a:r>
                <a:rPr kumimoji="0" lang="es-BO" sz="2400" b="0" i="0" u="none" strike="noStrike" kern="1200" cap="none" spc="0" normalizeH="0" baseline="0" noProof="0" dirty="0">
                  <a:ln>
                    <a:noFill/>
                  </a:ln>
                  <a:solidFill>
                    <a:srgbClr val="000000">
                      <a:lumMod val="75000"/>
                      <a:lumOff val="25000"/>
                    </a:srgbClr>
                  </a:solidFill>
                  <a:effectLst/>
                  <a:uLnTx/>
                  <a:uFillTx/>
                  <a:latin typeface="Calibri" panose="020F0502020204030204"/>
                  <a:ea typeface="+mn-ea"/>
                  <a:cs typeface="+mn-cs"/>
                </a:rPr>
                <a:t>(x) = 1+0.5*x</a:t>
              </a:r>
              <a:endParaRPr kumimoji="0" lang="es-419"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1831084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272EA791-B9DD-43F4-8C82-03AA58E580C1}"/>
              </a:ext>
            </a:extLst>
          </p:cNvPr>
          <p:cNvSpPr>
            <a:spLocks noGrp="1"/>
          </p:cNvSpPr>
          <p:nvPr>
            <p:ph type="title"/>
          </p:nvPr>
        </p:nvSpPr>
        <p:spPr>
          <a:xfrm>
            <a:off x="1097280" y="256786"/>
            <a:ext cx="10058400" cy="1450757"/>
          </a:xfrm>
        </p:spPr>
        <p:txBody>
          <a:bodyPr/>
          <a:lstStyle/>
          <a:p>
            <a:r>
              <a:rPr lang="es-ES" dirty="0"/>
              <a:t>Función de costo (J)</a:t>
            </a:r>
            <a:endParaRPr lang="es-BO" dirty="0"/>
          </a:p>
        </p:txBody>
      </p:sp>
      <mc:AlternateContent xmlns:mc="http://schemas.openxmlformats.org/markup-compatibility/2006" xmlns:a14="http://schemas.microsoft.com/office/drawing/2010/main">
        <mc:Choice Requires="a14">
          <p:sp>
            <p:nvSpPr>
              <p:cNvPr id="5" name="Marcador de contenido 4">
                <a:extLst>
                  <a:ext uri="{FF2B5EF4-FFF2-40B4-BE49-F238E27FC236}">
                    <a16:creationId xmlns:a16="http://schemas.microsoft.com/office/drawing/2014/main" id="{0E5EE267-0FA6-4077-B22E-2B10AE0E70D7}"/>
                  </a:ext>
                </a:extLst>
              </p:cNvPr>
              <p:cNvSpPr>
                <a:spLocks noGrp="1"/>
              </p:cNvSpPr>
              <p:nvPr>
                <p:ph idx="1"/>
              </p:nvPr>
            </p:nvSpPr>
            <p:spPr>
              <a:xfrm>
                <a:off x="677334" y="2160589"/>
                <a:ext cx="6786818" cy="3880773"/>
              </a:xfrm>
            </p:spPr>
            <p:txBody>
              <a:bodyPr>
                <a:normAutofit/>
              </a:bodyPr>
              <a:lstStyle/>
              <a:p>
                <a:r>
                  <a:rPr lang="es-ES" sz="2400" dirty="0"/>
                  <a:t>Si la </a:t>
                </a:r>
                <a:r>
                  <a:rPr lang="es-ES" sz="2400" dirty="0" err="1"/>
                  <a:t>hipótesis</a:t>
                </a:r>
                <a:r>
                  <a:rPr lang="es-ES" sz="2400" dirty="0"/>
                  <a:t> es: h</a:t>
                </a:r>
                <a:r>
                  <a:rPr lang="es-BO" sz="2400" baseline="-25000" dirty="0"/>
                  <a:t>Ɵ</a:t>
                </a:r>
                <a:r>
                  <a:rPr lang="es-BO" sz="2400" dirty="0"/>
                  <a:t>(x) = Ɵ</a:t>
                </a:r>
                <a:r>
                  <a:rPr lang="es-BO" sz="2400" baseline="-25000" dirty="0"/>
                  <a:t>0</a:t>
                </a:r>
                <a:r>
                  <a:rPr lang="es-BO" sz="2400" dirty="0"/>
                  <a:t>+Ɵ</a:t>
                </a:r>
                <a:r>
                  <a:rPr lang="es-BO" sz="2400" baseline="-25000" dirty="0"/>
                  <a:t>1</a:t>
                </a:r>
                <a:r>
                  <a:rPr lang="es-BO" sz="2400" dirty="0"/>
                  <a:t>x</a:t>
                </a:r>
              </a:p>
              <a:p>
                <a:r>
                  <a:rPr lang="es-BO" sz="2400" dirty="0"/>
                  <a:t>Como calculamos Ɵ</a:t>
                </a:r>
                <a:r>
                  <a:rPr lang="es-BO" sz="2400" baseline="-25000" dirty="0"/>
                  <a:t>0</a:t>
                </a:r>
                <a:r>
                  <a:rPr lang="es-BO" sz="2400" dirty="0"/>
                  <a:t>, Ɵ</a:t>
                </a:r>
                <a:r>
                  <a:rPr lang="es-BO" sz="2400" baseline="-25000" dirty="0"/>
                  <a:t>1</a:t>
                </a:r>
                <a:r>
                  <a:rPr lang="es-BO" sz="2400" dirty="0"/>
                  <a:t>? </a:t>
                </a:r>
              </a:p>
              <a:p>
                <a:r>
                  <a:rPr lang="es-BO" sz="2400" dirty="0"/>
                  <a:t>Se busca Ɵ</a:t>
                </a:r>
                <a:r>
                  <a:rPr lang="es-BO" sz="2400" baseline="-25000" dirty="0"/>
                  <a:t>0</a:t>
                </a:r>
                <a:r>
                  <a:rPr lang="es-BO" sz="2400" dirty="0"/>
                  <a:t>, Ɵ</a:t>
                </a:r>
                <a:r>
                  <a:rPr lang="es-BO" sz="2400" baseline="-25000" dirty="0"/>
                  <a:t>1</a:t>
                </a:r>
                <a:r>
                  <a:rPr lang="es-BO" sz="2400" dirty="0"/>
                  <a:t> de manera que se h(Ɵ) sea cercano a y con los m datos de entrenamiento x, y.</a:t>
                </a:r>
              </a:p>
              <a:p>
                <a:r>
                  <a:rPr lang="es-BO" sz="2400" dirty="0"/>
                  <a:t>Se utiliza la formula de diferencia de cuadrados:</a:t>
                </a:r>
              </a:p>
              <a:p>
                <a:pPr marL="0" indent="0">
                  <a:buNone/>
                </a:pPr>
                <a14:m>
                  <m:oMathPara xmlns:m="http://schemas.openxmlformats.org/officeDocument/2006/math">
                    <m:oMathParaPr>
                      <m:jc m:val="centerGroup"/>
                    </m:oMathParaPr>
                    <m:oMath xmlns:m="http://schemas.openxmlformats.org/officeDocument/2006/math">
                      <m:r>
                        <a:rPr lang="es-ES" sz="2400" b="0" i="1" smtClean="0">
                          <a:latin typeface="Cambria Math" panose="02040503050406030204" pitchFamily="18" charset="0"/>
                        </a:rPr>
                        <m:t>𝐽</m:t>
                      </m:r>
                      <m:d>
                        <m:dPr>
                          <m:ctrlPr>
                            <a:rPr lang="es-ES" sz="2400" b="0" i="1" smtClean="0">
                              <a:latin typeface="Cambria Math" panose="02040503050406030204" pitchFamily="18" charset="0"/>
                            </a:rPr>
                          </m:ctrlPr>
                        </m:dPr>
                        <m:e>
                          <m:sSub>
                            <m:sSubPr>
                              <m:ctrlPr>
                                <a:rPr lang="es-ES" sz="2400" b="0" i="1" smtClean="0">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b="0" i="1" smtClean="0">
                                  <a:latin typeface="Cambria Math" panose="02040503050406030204" pitchFamily="18" charset="0"/>
                                  <a:ea typeface="Cambria Math" panose="02040503050406030204" pitchFamily="18" charset="0"/>
                                </a:rPr>
                                <m:t>0</m:t>
                              </m:r>
                            </m:sub>
                          </m:sSub>
                          <m:r>
                            <a:rPr lang="es-ES" sz="2400" b="0" i="1" smtClean="0">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b="0" i="1" smtClean="0">
                                  <a:latin typeface="Cambria Math" panose="02040503050406030204" pitchFamily="18" charset="0"/>
                                  <a:ea typeface="Cambria Math" panose="02040503050406030204" pitchFamily="18" charset="0"/>
                                </a:rPr>
                                <m:t>1</m:t>
                              </m:r>
                            </m:sub>
                          </m:sSub>
                        </m:e>
                      </m:d>
                      <m:r>
                        <a:rPr lang="es-ES" sz="2400" b="0" i="1" smtClean="0">
                          <a:latin typeface="Cambria Math" panose="02040503050406030204" pitchFamily="18" charset="0"/>
                          <a:ea typeface="Cambria Math" panose="02040503050406030204" pitchFamily="18" charset="0"/>
                        </a:rPr>
                        <m:t>=</m:t>
                      </m:r>
                      <m:f>
                        <m:fPr>
                          <m:ctrlPr>
                            <a:rPr lang="es-ES" sz="2400" b="0" i="1" smtClean="0">
                              <a:latin typeface="Cambria Math" panose="02040503050406030204" pitchFamily="18" charset="0"/>
                              <a:ea typeface="Cambria Math" panose="02040503050406030204" pitchFamily="18" charset="0"/>
                            </a:rPr>
                          </m:ctrlPr>
                        </m:fPr>
                        <m:num>
                          <m:r>
                            <a:rPr lang="es-ES" sz="2400" b="0" i="1" smtClean="0">
                              <a:latin typeface="Cambria Math" panose="02040503050406030204" pitchFamily="18" charset="0"/>
                              <a:ea typeface="Cambria Math" panose="02040503050406030204" pitchFamily="18" charset="0"/>
                            </a:rPr>
                            <m:t>1</m:t>
                          </m:r>
                        </m:num>
                        <m:den>
                          <m:r>
                            <a:rPr lang="es-ES" sz="2400" b="0" i="1" smtClean="0">
                              <a:latin typeface="Cambria Math" panose="02040503050406030204" pitchFamily="18" charset="0"/>
                              <a:ea typeface="Cambria Math" panose="02040503050406030204" pitchFamily="18" charset="0"/>
                            </a:rPr>
                            <m:t>2</m:t>
                          </m:r>
                          <m:r>
                            <a:rPr lang="es-ES" sz="2400" b="0" i="1" smtClean="0">
                              <a:latin typeface="Cambria Math" panose="02040503050406030204" pitchFamily="18" charset="0"/>
                              <a:ea typeface="Cambria Math" panose="02040503050406030204" pitchFamily="18" charset="0"/>
                            </a:rPr>
                            <m:t>𝑚</m:t>
                          </m:r>
                        </m:den>
                      </m:f>
                      <m:nary>
                        <m:naryPr>
                          <m:chr m:val="∑"/>
                          <m:ctrlPr>
                            <a:rPr lang="es-ES" sz="2400" b="0" i="1" smtClean="0">
                              <a:latin typeface="Cambria Math" panose="02040503050406030204" pitchFamily="18" charset="0"/>
                              <a:ea typeface="Cambria Math" panose="02040503050406030204" pitchFamily="18" charset="0"/>
                            </a:rPr>
                          </m:ctrlPr>
                        </m:naryPr>
                        <m:sub>
                          <m:r>
                            <m:rPr>
                              <m:brk m:alnAt="23"/>
                            </m:rPr>
                            <a:rPr lang="es-ES" sz="2400" b="0" i="1" smtClean="0">
                              <a:latin typeface="Cambria Math" panose="02040503050406030204" pitchFamily="18" charset="0"/>
                              <a:ea typeface="Cambria Math" panose="02040503050406030204" pitchFamily="18" charset="0"/>
                            </a:rPr>
                            <m:t>𝑖</m:t>
                          </m:r>
                          <m:r>
                            <a:rPr lang="es-ES" sz="2400" b="0" i="1" smtClean="0">
                              <a:latin typeface="Cambria Math" panose="02040503050406030204" pitchFamily="18" charset="0"/>
                              <a:ea typeface="Cambria Math" panose="02040503050406030204" pitchFamily="18" charset="0"/>
                            </a:rPr>
                            <m:t>=1</m:t>
                          </m:r>
                        </m:sub>
                        <m:sup>
                          <m:r>
                            <a:rPr lang="es-ES" sz="2400" b="0" i="1" smtClean="0">
                              <a:latin typeface="Cambria Math" panose="02040503050406030204" pitchFamily="18" charset="0"/>
                              <a:ea typeface="Cambria Math" panose="02040503050406030204" pitchFamily="18" charset="0"/>
                            </a:rPr>
                            <m:t>𝑚</m:t>
                          </m:r>
                        </m:sup>
                        <m:e>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m:t>
                              </m:r>
                              <m:sSub>
                                <m:sSubPr>
                                  <m:ctrlPr>
                                    <a:rPr lang="es-ES" sz="2400" b="0" i="1" smtClean="0">
                                      <a:latin typeface="Cambria Math" panose="02040503050406030204" pitchFamily="18" charset="0"/>
                                      <a:ea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h</m:t>
                                  </m:r>
                                </m:e>
                                <m:sub>
                                  <m:r>
                                    <a:rPr lang="es-ES" sz="2400" i="1">
                                      <a:latin typeface="Cambria Math" panose="02040503050406030204" pitchFamily="18" charset="0"/>
                                      <a:ea typeface="Cambria Math" panose="02040503050406030204" pitchFamily="18" charset="0"/>
                                    </a:rPr>
                                    <m:t>𝜃</m:t>
                                  </m:r>
                                </m:sub>
                              </m:sSub>
                              <m:d>
                                <m:dPr>
                                  <m:ctrlPr>
                                    <a:rPr lang="es-ES" sz="2400" b="0" i="1" smtClean="0">
                                      <a:latin typeface="Cambria Math" panose="02040503050406030204" pitchFamily="18" charset="0"/>
                                      <a:ea typeface="Cambria Math" panose="02040503050406030204" pitchFamily="18" charset="0"/>
                                    </a:rPr>
                                  </m:ctrlPr>
                                </m:dPr>
                                <m:e>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𝑥</m:t>
                                      </m:r>
                                    </m:e>
                                    <m:sup>
                                      <m:d>
                                        <m:dPr>
                                          <m:ctrlPr>
                                            <a:rPr lang="es-ES" sz="2400" b="0" i="1" smtClean="0">
                                              <a:latin typeface="Cambria Math" panose="02040503050406030204" pitchFamily="18" charset="0"/>
                                              <a:ea typeface="Cambria Math" panose="02040503050406030204" pitchFamily="18" charset="0"/>
                                            </a:rPr>
                                          </m:ctrlPr>
                                        </m:dPr>
                                        <m:e>
                                          <m:r>
                                            <a:rPr lang="es-ES" sz="2400" b="0" i="1" smtClean="0">
                                              <a:latin typeface="Cambria Math" panose="02040503050406030204" pitchFamily="18" charset="0"/>
                                              <a:ea typeface="Cambria Math" panose="02040503050406030204" pitchFamily="18" charset="0"/>
                                            </a:rPr>
                                            <m:t>𝑖</m:t>
                                          </m:r>
                                        </m:e>
                                      </m:d>
                                    </m:sup>
                                  </m:sSup>
                                </m:e>
                              </m:d>
                              <m:r>
                                <a:rPr lang="es-ES" sz="2400" b="0" i="1" smtClean="0">
                                  <a:latin typeface="Cambria Math" panose="02040503050406030204" pitchFamily="18" charset="0"/>
                                  <a:ea typeface="Cambria Math" panose="02040503050406030204" pitchFamily="18" charset="0"/>
                                </a:rPr>
                                <m:t>−</m:t>
                              </m:r>
                              <m:sSup>
                                <m:sSupPr>
                                  <m:ctrlPr>
                                    <a:rPr lang="es-ES" sz="2400" b="0" i="1" smtClean="0">
                                      <a:latin typeface="Cambria Math" panose="02040503050406030204" pitchFamily="18" charset="0"/>
                                      <a:ea typeface="Cambria Math" panose="02040503050406030204" pitchFamily="18" charset="0"/>
                                    </a:rPr>
                                  </m:ctrlPr>
                                </m:sSupPr>
                                <m:e>
                                  <m:r>
                                    <a:rPr lang="es-ES" sz="2400" b="0" i="1" smtClean="0">
                                      <a:latin typeface="Cambria Math" panose="02040503050406030204" pitchFamily="18" charset="0"/>
                                      <a:ea typeface="Cambria Math" panose="02040503050406030204" pitchFamily="18" charset="0"/>
                                    </a:rPr>
                                    <m:t>𝑦</m:t>
                                  </m:r>
                                </m:e>
                                <m:sup>
                                  <m:r>
                                    <a:rPr lang="es-ES" sz="2400" b="0" i="1" smtClean="0">
                                      <a:latin typeface="Cambria Math" panose="02040503050406030204" pitchFamily="18" charset="0"/>
                                      <a:ea typeface="Cambria Math" panose="02040503050406030204" pitchFamily="18" charset="0"/>
                                    </a:rPr>
                                    <m:t>(</m:t>
                                  </m:r>
                                  <m:r>
                                    <a:rPr lang="es-ES" sz="2400" b="0" i="1" smtClean="0">
                                      <a:latin typeface="Cambria Math" panose="02040503050406030204" pitchFamily="18" charset="0"/>
                                      <a:ea typeface="Cambria Math" panose="02040503050406030204" pitchFamily="18" charset="0"/>
                                    </a:rPr>
                                    <m:t>𝑖</m:t>
                                  </m:r>
                                  <m:r>
                                    <a:rPr lang="es-ES" sz="2400" b="0" i="1" smtClean="0">
                                      <a:latin typeface="Cambria Math" panose="02040503050406030204" pitchFamily="18" charset="0"/>
                                      <a:ea typeface="Cambria Math" panose="02040503050406030204" pitchFamily="18" charset="0"/>
                                    </a:rPr>
                                    <m:t>)</m:t>
                                  </m:r>
                                </m:sup>
                              </m:sSup>
                              <m:r>
                                <a:rPr lang="es-ES" sz="2400" b="0" i="1" smtClean="0">
                                  <a:latin typeface="Cambria Math" panose="02040503050406030204" pitchFamily="18" charset="0"/>
                                  <a:ea typeface="Cambria Math" panose="02040503050406030204" pitchFamily="18" charset="0"/>
                                </a:rPr>
                                <m:t>)</m:t>
                              </m:r>
                            </m:e>
                            <m:sup>
                              <m:r>
                                <a:rPr lang="es-ES" sz="2400" b="0" i="1" smtClean="0">
                                  <a:latin typeface="Cambria Math" panose="02040503050406030204" pitchFamily="18" charset="0"/>
                                  <a:ea typeface="Cambria Math" panose="02040503050406030204" pitchFamily="18" charset="0"/>
                                </a:rPr>
                                <m:t>2</m:t>
                              </m:r>
                            </m:sup>
                          </m:sSup>
                        </m:e>
                      </m:nary>
                    </m:oMath>
                  </m:oMathPara>
                </a14:m>
                <a:endParaRPr lang="es-BO" sz="2400" dirty="0"/>
              </a:p>
            </p:txBody>
          </p:sp>
        </mc:Choice>
        <mc:Fallback xmlns="">
          <p:sp>
            <p:nvSpPr>
              <p:cNvPr id="5" name="Marcador de contenido 4">
                <a:extLst>
                  <a:ext uri="{FF2B5EF4-FFF2-40B4-BE49-F238E27FC236}">
                    <a16:creationId xmlns:a16="http://schemas.microsoft.com/office/drawing/2014/main" id="{0E5EE267-0FA6-4077-B22E-2B10AE0E70D7}"/>
                  </a:ext>
                </a:extLst>
              </p:cNvPr>
              <p:cNvSpPr>
                <a:spLocks noGrp="1" noRot="1" noChangeAspect="1" noMove="1" noResize="1" noEditPoints="1" noAdjustHandles="1" noChangeArrowheads="1" noChangeShapeType="1" noTextEdit="1"/>
              </p:cNvSpPr>
              <p:nvPr>
                <p:ph idx="1"/>
              </p:nvPr>
            </p:nvSpPr>
            <p:spPr>
              <a:xfrm>
                <a:off x="677334" y="2160589"/>
                <a:ext cx="6786818" cy="3880773"/>
              </a:xfrm>
              <a:blipFill>
                <a:blip r:embed="rId2"/>
                <a:stretch>
                  <a:fillRect l="-1348" t="-2198" r="-1438"/>
                </a:stretch>
              </a:blipFill>
            </p:spPr>
            <p:txBody>
              <a:bodyPr/>
              <a:lstStyle/>
              <a:p>
                <a:r>
                  <a:rPr lang="es-BO">
                    <a:noFill/>
                  </a:rPr>
                  <a:t> </a:t>
                </a:r>
              </a:p>
            </p:txBody>
          </p:sp>
        </mc:Fallback>
      </mc:AlternateContent>
      <p:sp>
        <p:nvSpPr>
          <p:cNvPr id="2" name="Marcador de número de diapositiva 1">
            <a:extLst>
              <a:ext uri="{FF2B5EF4-FFF2-40B4-BE49-F238E27FC236}">
                <a16:creationId xmlns:a16="http://schemas.microsoft.com/office/drawing/2014/main" id="{8838995D-82F3-466E-8E05-397EE72030C3}"/>
              </a:ext>
            </a:extLst>
          </p:cNvPr>
          <p:cNvSpPr>
            <a:spLocks noGrp="1"/>
          </p:cNvSpPr>
          <p:nvPr>
            <p:ph type="sldNum" sz="quarter" idx="12"/>
          </p:nvPr>
        </p:nvSpPr>
        <p:spPr/>
        <p:txBody>
          <a:bodyPr/>
          <a:lstStyle/>
          <a:p>
            <a:fld id="{6D22F896-40B5-4ADD-8801-0D06FADFA095}" type="slidenum">
              <a:rPr lang="en-US" smtClean="0"/>
              <a:t>27</a:t>
            </a:fld>
            <a:endParaRPr lang="en-US" dirty="0"/>
          </a:p>
        </p:txBody>
      </p:sp>
      <p:graphicFrame>
        <p:nvGraphicFramePr>
          <p:cNvPr id="6" name="Table 4">
            <a:extLst>
              <a:ext uri="{FF2B5EF4-FFF2-40B4-BE49-F238E27FC236}">
                <a16:creationId xmlns:a16="http://schemas.microsoft.com/office/drawing/2014/main" id="{F6B7A8ED-192C-46F2-9CC8-6C4F5476A711}"/>
              </a:ext>
            </a:extLst>
          </p:cNvPr>
          <p:cNvGraphicFramePr>
            <a:graphicFrameLocks noGrp="1"/>
          </p:cNvGraphicFramePr>
          <p:nvPr>
            <p:extLst>
              <p:ext uri="{D42A27DB-BD31-4B8C-83A1-F6EECF244321}">
                <p14:modId xmlns:p14="http://schemas.microsoft.com/office/powerpoint/2010/main" val="1332183919"/>
              </p:ext>
            </p:extLst>
          </p:nvPr>
        </p:nvGraphicFramePr>
        <p:xfrm>
          <a:off x="7464152" y="2132856"/>
          <a:ext cx="4536504" cy="3230880"/>
        </p:xfrm>
        <a:graphic>
          <a:graphicData uri="http://schemas.openxmlformats.org/drawingml/2006/table">
            <a:tbl>
              <a:tblPr>
                <a:tableStyleId>{2D5ABB26-0587-4C30-8999-92F81FD0307C}</a:tableStyleId>
              </a:tblPr>
              <a:tblGrid>
                <a:gridCol w="2033605">
                  <a:extLst>
                    <a:ext uri="{9D8B030D-6E8A-4147-A177-3AD203B41FA5}">
                      <a16:colId xmlns:a16="http://schemas.microsoft.com/office/drawing/2014/main" val="20000"/>
                    </a:ext>
                  </a:extLst>
                </a:gridCol>
                <a:gridCol w="2502899">
                  <a:extLst>
                    <a:ext uri="{9D8B030D-6E8A-4147-A177-3AD203B41FA5}">
                      <a16:colId xmlns:a16="http://schemas.microsoft.com/office/drawing/2014/main" val="20001"/>
                    </a:ext>
                  </a:extLst>
                </a:gridCol>
              </a:tblGrid>
              <a:tr h="609600">
                <a:tc>
                  <a:txBody>
                    <a:bodyPr/>
                    <a:lstStyle/>
                    <a:p>
                      <a:pPr algn="ctr" fontAlgn="b"/>
                      <a:r>
                        <a:rPr lang="en-US" sz="2400" b="1" u="none" strike="noStrike" dirty="0" err="1">
                          <a:effectLst/>
                        </a:rPr>
                        <a:t>Tamaño</a:t>
                      </a:r>
                      <a:r>
                        <a:rPr lang="en-US" sz="2400" b="1" u="none" strike="noStrike" dirty="0">
                          <a:effectLst/>
                        </a:rPr>
                        <a:t> </a:t>
                      </a:r>
                      <a:r>
                        <a:rPr lang="en-US" sz="2400" b="1" u="none" strike="noStrike" dirty="0" err="1">
                          <a:effectLst/>
                        </a:rPr>
                        <a:t>en</a:t>
                      </a:r>
                      <a:r>
                        <a:rPr lang="en-US" sz="2400" b="1" u="none" strike="noStrike" dirty="0">
                          <a:effectLst/>
                        </a:rPr>
                        <a:t> pies</a:t>
                      </a:r>
                      <a:r>
                        <a:rPr lang="en-US" sz="2400" b="1" u="none" strike="noStrike" baseline="30000" dirty="0">
                          <a:effectLst/>
                        </a:rPr>
                        <a:t>2</a:t>
                      </a:r>
                      <a:r>
                        <a:rPr lang="en-US" sz="2400" b="1" u="none" strike="noStrike" dirty="0">
                          <a:effectLst/>
                        </a:rPr>
                        <a:t> (</a:t>
                      </a:r>
                      <a:r>
                        <a:rPr lang="en-US" sz="2400" b="0" u="none" strike="noStrike" dirty="0">
                          <a:effectLst/>
                        </a:rPr>
                        <a:t>x</a:t>
                      </a:r>
                      <a:r>
                        <a:rPr lang="en-US" sz="2400" b="1" u="none" strike="noStrike" dirty="0">
                          <a:effectLst/>
                        </a:rPr>
                        <a:t>)</a:t>
                      </a:r>
                      <a:endParaRPr lang="en-US" sz="2400" b="1" i="0" u="none" strike="noStrike" dirty="0">
                        <a:solidFill>
                          <a:srgbClr val="000000"/>
                        </a:solidFill>
                        <a:effectLst/>
                        <a:latin typeface="Calibri"/>
                      </a:endParaRPr>
                    </a:p>
                  </a:txBody>
                  <a:tcPr marL="10160" marR="10160" marT="1016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400" b="1" u="none" strike="noStrike" dirty="0" err="1">
                          <a:effectLst/>
                        </a:rPr>
                        <a:t>Precio</a:t>
                      </a:r>
                      <a:r>
                        <a:rPr lang="en-US" sz="2400" b="1" u="none" strike="noStrike" dirty="0">
                          <a:effectLst/>
                        </a:rPr>
                        <a:t> ($) </a:t>
                      </a:r>
                      <a:r>
                        <a:rPr lang="en-US" sz="2400" b="1" u="none" strike="noStrike" dirty="0" err="1">
                          <a:effectLst/>
                        </a:rPr>
                        <a:t>en</a:t>
                      </a:r>
                      <a:r>
                        <a:rPr lang="en-US" sz="2400" b="1" u="none" strike="noStrike" dirty="0">
                          <a:effectLst/>
                        </a:rPr>
                        <a:t> 1000's (</a:t>
                      </a:r>
                      <a:r>
                        <a:rPr lang="en-US" sz="2400" b="0" u="none" strike="noStrike" dirty="0">
                          <a:effectLst/>
                        </a:rPr>
                        <a:t>y</a:t>
                      </a:r>
                      <a:r>
                        <a:rPr lang="en-US" sz="2400" b="1" u="none" strike="noStrike" dirty="0">
                          <a:effectLst/>
                        </a:rPr>
                        <a:t>)</a:t>
                      </a:r>
                      <a:endParaRPr lang="en-US" sz="2400" b="1" i="0" u="none" strike="noStrike" dirty="0">
                        <a:solidFill>
                          <a:srgbClr val="000000"/>
                        </a:solidFill>
                        <a:effectLst/>
                        <a:latin typeface="Calibri"/>
                      </a:endParaRPr>
                    </a:p>
                  </a:txBody>
                  <a:tcPr marL="10160" marR="10160" marT="1016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97840">
                <a:tc>
                  <a:txBody>
                    <a:bodyPr/>
                    <a:lstStyle/>
                    <a:p>
                      <a:pPr algn="ctr" fontAlgn="b"/>
                      <a:r>
                        <a:rPr lang="en-US" sz="2800" u="none" strike="noStrike" dirty="0">
                          <a:effectLst/>
                        </a:rPr>
                        <a:t>2104</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800" b="0" i="0" u="none" strike="noStrike" dirty="0">
                          <a:solidFill>
                            <a:schemeClr val="tx1"/>
                          </a:solidFill>
                          <a:effectLst/>
                          <a:latin typeface="+mn-lt"/>
                        </a:rPr>
                        <a:t>460</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497840">
                <a:tc>
                  <a:txBody>
                    <a:bodyPr/>
                    <a:lstStyle/>
                    <a:p>
                      <a:pPr algn="ctr" fontAlgn="b"/>
                      <a:r>
                        <a:rPr lang="en-US" sz="2800" u="none" strike="noStrike" dirty="0">
                          <a:effectLst/>
                        </a:rPr>
                        <a:t>1416</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232</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497840">
                <a:tc>
                  <a:txBody>
                    <a:bodyPr/>
                    <a:lstStyle/>
                    <a:p>
                      <a:pPr algn="ctr" fontAlgn="b"/>
                      <a:r>
                        <a:rPr lang="en-US" sz="2800" u="none" strike="noStrike" dirty="0">
                          <a:effectLst/>
                        </a:rPr>
                        <a:t>1534</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315</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497840">
                <a:tc>
                  <a:txBody>
                    <a:bodyPr/>
                    <a:lstStyle/>
                    <a:p>
                      <a:pPr algn="ctr" fontAlgn="b"/>
                      <a:r>
                        <a:rPr lang="en-US" sz="2800" u="none" strike="noStrike" dirty="0">
                          <a:effectLst/>
                        </a:rPr>
                        <a:t>852</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178</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497840">
                <a:tc>
                  <a:txBody>
                    <a:bodyPr/>
                    <a:lstStyle/>
                    <a:p>
                      <a:pPr algn="ctr" fontAlgn="b"/>
                      <a:r>
                        <a:rPr lang="en-US" sz="2800" u="none" strike="noStrike" dirty="0">
                          <a:effectLst/>
                        </a:rPr>
                        <a:t>…</a:t>
                      </a:r>
                      <a:endParaRPr lang="en-US" sz="2800" b="0" i="0" u="none" strike="noStrike" dirty="0">
                        <a:solidFill>
                          <a:srgbClr val="000000"/>
                        </a:solidFill>
                        <a:effectLst/>
                        <a:latin typeface="Calibri"/>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800" u="none" strike="noStrike" dirty="0">
                          <a:effectLst/>
                        </a:rPr>
                        <a:t>…</a:t>
                      </a:r>
                      <a:endParaRPr lang="en-US" sz="2800" b="0" i="0" u="none" strike="noStrike" dirty="0">
                        <a:solidFill>
                          <a:srgbClr val="000000"/>
                        </a:solidFill>
                        <a:effectLst/>
                        <a:latin typeface="Calibri"/>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03359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7ED711-9FE2-46C3-91AD-3CD8158FE6E3}"/>
              </a:ext>
            </a:extLst>
          </p:cNvPr>
          <p:cNvSpPr>
            <a:spLocks noGrp="1"/>
          </p:cNvSpPr>
          <p:nvPr>
            <p:ph type="title"/>
          </p:nvPr>
        </p:nvSpPr>
        <p:spPr/>
        <p:txBody>
          <a:bodyPr/>
          <a:lstStyle/>
          <a:p>
            <a:r>
              <a:rPr lang="es-ES" dirty="0"/>
              <a:t>Formulas:</a:t>
            </a:r>
            <a:endParaRPr lang="es-B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ABF3A7E-97B7-424E-BE21-B6C49FB1C6AE}"/>
                  </a:ext>
                </a:extLst>
              </p:cNvPr>
              <p:cNvSpPr>
                <a:spLocks noGrp="1"/>
              </p:cNvSpPr>
              <p:nvPr>
                <p:ph idx="1"/>
              </p:nvPr>
            </p:nvSpPr>
            <p:spPr>
              <a:xfrm>
                <a:off x="650059" y="1709076"/>
                <a:ext cx="8596668" cy="4697411"/>
              </a:xfrm>
            </p:spPr>
            <p:txBody>
              <a:bodyPr>
                <a:noAutofit/>
              </a:bodyPr>
              <a:lstStyle/>
              <a:p>
                <a:r>
                  <a:rPr lang="es-ES" sz="2400" dirty="0"/>
                  <a:t>Hipotesis:</a:t>
                </a:r>
              </a:p>
              <a:p>
                <a:pPr lvl="1"/>
                <a14:m>
                  <m:oMath xmlns:m="http://schemas.openxmlformats.org/officeDocument/2006/math">
                    <m:sSub>
                      <m:sSubPr>
                        <m:ctrlPr>
                          <a:rPr lang="es-ES" sz="2400" i="1" smtClean="0">
                            <a:latin typeface="Cambria Math" panose="02040503050406030204" pitchFamily="18" charset="0"/>
                          </a:rPr>
                        </m:ctrlPr>
                      </m:sSubPr>
                      <m:e>
                        <m:r>
                          <a:rPr lang="es-ES" sz="2400" b="0" i="1" smtClean="0">
                            <a:latin typeface="Cambria Math" panose="02040503050406030204" pitchFamily="18" charset="0"/>
                          </a:rPr>
                          <m:t>h</m:t>
                        </m:r>
                      </m:e>
                      <m:sub>
                        <m:r>
                          <a:rPr lang="es-ES" sz="2400" i="1" smtClean="0">
                            <a:latin typeface="Cambria Math" panose="02040503050406030204" pitchFamily="18" charset="0"/>
                            <a:ea typeface="Cambria Math" panose="02040503050406030204" pitchFamily="18" charset="0"/>
                          </a:rPr>
                          <m:t>𝜃</m:t>
                        </m:r>
                      </m:sub>
                    </m:sSub>
                    <m:d>
                      <m:dPr>
                        <m:ctrlPr>
                          <a:rPr lang="es-ES" sz="2400" b="0" i="1" smtClean="0">
                            <a:latin typeface="Cambria Math" panose="02040503050406030204" pitchFamily="18" charset="0"/>
                          </a:rPr>
                        </m:ctrlPr>
                      </m:dPr>
                      <m:e>
                        <m:r>
                          <a:rPr lang="es-ES" sz="2400" b="0" i="1" smtClean="0">
                            <a:latin typeface="Cambria Math" panose="02040503050406030204" pitchFamily="18" charset="0"/>
                          </a:rPr>
                          <m:t>𝑥</m:t>
                        </m:r>
                      </m:e>
                    </m:d>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𝜃</m:t>
                        </m:r>
                      </m:e>
                      <m:sub>
                        <m:r>
                          <a:rPr lang="es-ES" sz="2400" b="0" i="1" smtClean="0">
                            <a:latin typeface="Cambria Math" panose="02040503050406030204" pitchFamily="18" charset="0"/>
                          </a:rPr>
                          <m:t>0</m:t>
                        </m:r>
                      </m:sub>
                    </m:sSub>
                    <m:r>
                      <a:rPr lang="es-ES" sz="2400" b="0" i="1" smtClean="0">
                        <a:latin typeface="Cambria Math" panose="02040503050406030204" pitchFamily="18" charset="0"/>
                      </a:rPr>
                      <m:t>+</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𝜃</m:t>
                        </m:r>
                      </m:e>
                      <m:sub>
                        <m:r>
                          <a:rPr lang="es-ES" sz="2400" b="0" i="1" smtClean="0">
                            <a:latin typeface="Cambria Math" panose="02040503050406030204" pitchFamily="18" charset="0"/>
                          </a:rPr>
                          <m:t>1</m:t>
                        </m:r>
                      </m:sub>
                    </m:sSub>
                    <m:r>
                      <a:rPr lang="es-ES" sz="2400" b="0" i="1" smtClean="0">
                        <a:latin typeface="Cambria Math" panose="02040503050406030204" pitchFamily="18" charset="0"/>
                      </a:rPr>
                      <m:t>𝑥</m:t>
                    </m:r>
                  </m:oMath>
                </a14:m>
                <a:endParaRPr lang="es-ES" sz="2400" b="0" dirty="0"/>
              </a:p>
              <a:p>
                <a:pPr lvl="1"/>
                <a:r>
                  <a:rPr lang="es-ES" sz="2400" dirty="0"/>
                  <a:t>Si </a:t>
                </a: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rPr>
                          <m:t>0</m:t>
                        </m:r>
                      </m:sub>
                    </m:sSub>
                    <m:r>
                      <a:rPr lang="es-ES" sz="2400" b="0" i="1" smtClean="0">
                        <a:latin typeface="Cambria Math" panose="02040503050406030204" pitchFamily="18" charset="0"/>
                      </a:rPr>
                      <m:t>=0</m:t>
                    </m:r>
                  </m:oMath>
                </a14:m>
                <a:r>
                  <a:rPr lang="es-ES" sz="2400" dirty="0"/>
                  <a:t>; </a:t>
                </a:r>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rPr>
                          <m:t>h</m:t>
                        </m:r>
                      </m:e>
                      <m:sub>
                        <m:r>
                          <a:rPr lang="es-ES" sz="2400" i="1">
                            <a:latin typeface="Cambria Math" panose="02040503050406030204" pitchFamily="18" charset="0"/>
                            <a:ea typeface="Cambria Math" panose="02040503050406030204" pitchFamily="18" charset="0"/>
                          </a:rPr>
                          <m:t>𝜃</m:t>
                        </m:r>
                      </m:sub>
                    </m:sSub>
                    <m:d>
                      <m:dPr>
                        <m:ctrlPr>
                          <a:rPr lang="es-ES" sz="2400" i="1">
                            <a:latin typeface="Cambria Math" panose="02040503050406030204" pitchFamily="18" charset="0"/>
                          </a:rPr>
                        </m:ctrlPr>
                      </m:dPr>
                      <m:e>
                        <m:r>
                          <a:rPr lang="es-ES" sz="2400" i="1">
                            <a:latin typeface="Cambria Math" panose="02040503050406030204" pitchFamily="18" charset="0"/>
                          </a:rPr>
                          <m:t>𝑥</m:t>
                        </m:r>
                      </m:e>
                    </m:d>
                    <m:r>
                      <a:rPr lang="es-ES" sz="2400" i="1">
                        <a:latin typeface="Cambria Math" panose="02040503050406030204" pitchFamily="18" charset="0"/>
                      </a:rPr>
                      <m:t>=</m:t>
                    </m:r>
                    <m:sSub>
                      <m:sSubPr>
                        <m:ctrlPr>
                          <a:rPr lang="es-ES"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rPr>
                          <m:t>1</m:t>
                        </m:r>
                      </m:sub>
                    </m:sSub>
                    <m:r>
                      <a:rPr lang="es-ES" sz="2400" b="0" i="1" smtClean="0">
                        <a:latin typeface="Cambria Math" panose="02040503050406030204" pitchFamily="18" charset="0"/>
                      </a:rPr>
                      <m:t>𝑥</m:t>
                    </m:r>
                  </m:oMath>
                </a14:m>
                <a:r>
                  <a:rPr lang="es-ES" sz="2400" dirty="0"/>
                  <a:t> (Simplificado)</a:t>
                </a:r>
              </a:p>
              <a:p>
                <a:r>
                  <a:rPr lang="es-ES" sz="2400" dirty="0"/>
                  <a:t>Parámetros:</a:t>
                </a:r>
              </a:p>
              <a:p>
                <a:pPr lvl="1"/>
                <a14:m>
                  <m:oMath xmlns:m="http://schemas.openxmlformats.org/officeDocument/2006/math">
                    <m:sSub>
                      <m:sSubPr>
                        <m:ctrlPr>
                          <a:rPr lang="es-ES"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rPr>
                          <m:t>0</m:t>
                        </m:r>
                      </m:sub>
                    </m:sSub>
                    <m:r>
                      <a:rPr lang="es-ES" sz="2400" b="0" i="1" smtClean="0">
                        <a:latin typeface="Cambria Math" panose="02040503050406030204" pitchFamily="18" charset="0"/>
                      </a:rPr>
                      <m:t> , </m:t>
                    </m:r>
                    <m:sSub>
                      <m:sSubPr>
                        <m:ctrlPr>
                          <a:rPr lang="es-ES" sz="2400" i="1">
                            <a:latin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rPr>
                          <m:t>1</m:t>
                        </m:r>
                      </m:sub>
                    </m:sSub>
                  </m:oMath>
                </a14:m>
                <a:endParaRPr lang="es-ES" sz="2400" dirty="0"/>
              </a:p>
              <a:p>
                <a:r>
                  <a:rPr lang="es-ES" sz="2400" dirty="0"/>
                  <a:t>Función de costo:</a:t>
                </a:r>
              </a:p>
              <a:p>
                <a:pPr lvl="1"/>
                <a14:m>
                  <m:oMath xmlns:m="http://schemas.openxmlformats.org/officeDocument/2006/math">
                    <m:r>
                      <a:rPr lang="es-ES" sz="2400" i="1">
                        <a:latin typeface="Cambria Math" panose="02040503050406030204" pitchFamily="18" charset="0"/>
                      </a:rPr>
                      <m:t>𝐽</m:t>
                    </m:r>
                    <m:d>
                      <m:dPr>
                        <m:ctrlPr>
                          <a:rPr lang="es-ES" sz="2400" i="1">
                            <a:latin typeface="Cambria Math" panose="02040503050406030204" pitchFamily="18" charset="0"/>
                          </a:rPr>
                        </m:ctrlPr>
                      </m:dPr>
                      <m:e>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0</m:t>
                            </m:r>
                          </m:sub>
                        </m:sSub>
                        <m:r>
                          <a:rPr lang="es-ES" sz="2400" i="1">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1</m:t>
                            </m:r>
                          </m:sub>
                        </m:sSub>
                      </m:e>
                    </m:d>
                    <m:r>
                      <a:rPr lang="es-ES" sz="2400" i="1">
                        <a:latin typeface="Cambria Math" panose="02040503050406030204" pitchFamily="18" charset="0"/>
                        <a:ea typeface="Cambria Math" panose="02040503050406030204" pitchFamily="18" charset="0"/>
                      </a:rPr>
                      <m:t>=</m:t>
                    </m:r>
                    <m:f>
                      <m:fPr>
                        <m:ctrlPr>
                          <a:rPr lang="es-ES" sz="2400" i="1">
                            <a:latin typeface="Cambria Math" panose="02040503050406030204" pitchFamily="18" charset="0"/>
                            <a:ea typeface="Cambria Math" panose="02040503050406030204" pitchFamily="18" charset="0"/>
                          </a:rPr>
                        </m:ctrlPr>
                      </m:fPr>
                      <m:num>
                        <m:r>
                          <a:rPr lang="es-ES" sz="2400" i="1">
                            <a:latin typeface="Cambria Math" panose="02040503050406030204" pitchFamily="18" charset="0"/>
                            <a:ea typeface="Cambria Math" panose="02040503050406030204" pitchFamily="18" charset="0"/>
                          </a:rPr>
                          <m:t>1</m:t>
                        </m:r>
                      </m:num>
                      <m:den>
                        <m:r>
                          <a:rPr lang="es-ES" sz="2400" i="1">
                            <a:latin typeface="Cambria Math" panose="02040503050406030204" pitchFamily="18" charset="0"/>
                            <a:ea typeface="Cambria Math" panose="02040503050406030204" pitchFamily="18" charset="0"/>
                          </a:rPr>
                          <m:t>2</m:t>
                        </m:r>
                        <m:r>
                          <a:rPr lang="es-ES" sz="2400" i="1">
                            <a:latin typeface="Cambria Math" panose="02040503050406030204" pitchFamily="18" charset="0"/>
                            <a:ea typeface="Cambria Math" panose="02040503050406030204" pitchFamily="18" charset="0"/>
                          </a:rPr>
                          <m:t>𝑚</m:t>
                        </m:r>
                      </m:den>
                    </m:f>
                    <m:nary>
                      <m:naryPr>
                        <m:chr m:val="∑"/>
                        <m:ctrlPr>
                          <a:rPr lang="es-ES" sz="2400" i="1">
                            <a:latin typeface="Cambria Math" panose="02040503050406030204" pitchFamily="18" charset="0"/>
                            <a:ea typeface="Cambria Math" panose="02040503050406030204" pitchFamily="18" charset="0"/>
                          </a:rPr>
                        </m:ctrlPr>
                      </m:naryPr>
                      <m:sub>
                        <m:r>
                          <m:rPr>
                            <m:brk m:alnAt="23"/>
                          </m:rPr>
                          <a:rPr lang="es-ES" sz="2400" i="1">
                            <a:latin typeface="Cambria Math" panose="02040503050406030204" pitchFamily="18" charset="0"/>
                            <a:ea typeface="Cambria Math" panose="02040503050406030204" pitchFamily="18" charset="0"/>
                          </a:rPr>
                          <m:t>𝑖</m:t>
                        </m:r>
                        <m:r>
                          <a:rPr lang="es-ES" sz="2400" i="1">
                            <a:latin typeface="Cambria Math" panose="02040503050406030204" pitchFamily="18" charset="0"/>
                            <a:ea typeface="Cambria Math" panose="02040503050406030204" pitchFamily="18" charset="0"/>
                          </a:rPr>
                          <m:t>=1</m:t>
                        </m:r>
                      </m:sub>
                      <m:sup>
                        <m:r>
                          <a:rPr lang="es-ES" sz="2400" i="1">
                            <a:latin typeface="Cambria Math" panose="02040503050406030204" pitchFamily="18" charset="0"/>
                            <a:ea typeface="Cambria Math" panose="02040503050406030204" pitchFamily="18" charset="0"/>
                          </a:rPr>
                          <m:t>𝑚</m:t>
                        </m:r>
                      </m:sup>
                      <m:e>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h</m:t>
                                </m:r>
                              </m:e>
                              <m:sub>
                                <m:r>
                                  <a:rPr lang="es-ES" sz="2400" i="1">
                                    <a:latin typeface="Cambria Math" panose="02040503050406030204" pitchFamily="18" charset="0"/>
                                    <a:ea typeface="Cambria Math" panose="02040503050406030204" pitchFamily="18" charset="0"/>
                                  </a:rPr>
                                  <m:t>𝜃</m:t>
                                </m:r>
                              </m:sub>
                            </m:sSub>
                            <m:d>
                              <m:dPr>
                                <m:ctrlPr>
                                  <a:rPr lang="es-ES" sz="2400" i="1">
                                    <a:latin typeface="Cambria Math" panose="02040503050406030204" pitchFamily="18" charset="0"/>
                                    <a:ea typeface="Cambria Math" panose="02040503050406030204" pitchFamily="18" charset="0"/>
                                  </a:rPr>
                                </m:ctrlPr>
                              </m:dPr>
                              <m:e>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𝑥</m:t>
                                    </m:r>
                                  </m:e>
                                  <m:sup>
                                    <m:d>
                                      <m:dPr>
                                        <m:ctrlPr>
                                          <a:rPr lang="es-ES" sz="2400" i="1">
                                            <a:latin typeface="Cambria Math" panose="02040503050406030204" pitchFamily="18" charset="0"/>
                                            <a:ea typeface="Cambria Math" panose="02040503050406030204" pitchFamily="18" charset="0"/>
                                          </a:rPr>
                                        </m:ctrlPr>
                                      </m:dPr>
                                      <m:e>
                                        <m:r>
                                          <a:rPr lang="es-ES" sz="2400" i="1">
                                            <a:latin typeface="Cambria Math" panose="02040503050406030204" pitchFamily="18" charset="0"/>
                                            <a:ea typeface="Cambria Math" panose="02040503050406030204" pitchFamily="18" charset="0"/>
                                          </a:rPr>
                                          <m:t>𝑖</m:t>
                                        </m:r>
                                      </m:e>
                                    </m:d>
                                  </m:sup>
                                </m:sSup>
                              </m:e>
                            </m:d>
                            <m:r>
                              <a:rPr lang="es-ES" sz="2400" i="1">
                                <a:latin typeface="Cambria Math" panose="02040503050406030204" pitchFamily="18" charset="0"/>
                                <a:ea typeface="Cambria Math" panose="02040503050406030204" pitchFamily="18" charset="0"/>
                              </a:rPr>
                              <m:t>−</m:t>
                            </m:r>
                            <m:sSup>
                              <m:sSupPr>
                                <m:ctrlPr>
                                  <a:rPr lang="es-ES" sz="2400" i="1">
                                    <a:latin typeface="Cambria Math" panose="02040503050406030204" pitchFamily="18" charset="0"/>
                                    <a:ea typeface="Cambria Math" panose="02040503050406030204" pitchFamily="18" charset="0"/>
                                  </a:rPr>
                                </m:ctrlPr>
                              </m:sSupPr>
                              <m:e>
                                <m:r>
                                  <a:rPr lang="es-ES" sz="2400" i="1">
                                    <a:latin typeface="Cambria Math" panose="02040503050406030204" pitchFamily="18" charset="0"/>
                                    <a:ea typeface="Cambria Math" panose="02040503050406030204" pitchFamily="18" charset="0"/>
                                  </a:rPr>
                                  <m:t>𝑦</m:t>
                                </m:r>
                              </m:e>
                              <m:sup>
                                <m:r>
                                  <a:rPr lang="es-ES" sz="2400" i="1">
                                    <a:latin typeface="Cambria Math" panose="02040503050406030204" pitchFamily="18" charset="0"/>
                                    <a:ea typeface="Cambria Math" panose="02040503050406030204" pitchFamily="18" charset="0"/>
                                  </a:rPr>
                                  <m:t>(</m:t>
                                </m:r>
                                <m:r>
                                  <a:rPr lang="es-ES" sz="2400" i="1">
                                    <a:latin typeface="Cambria Math" panose="02040503050406030204" pitchFamily="18" charset="0"/>
                                    <a:ea typeface="Cambria Math" panose="02040503050406030204" pitchFamily="18" charset="0"/>
                                  </a:rPr>
                                  <m:t>𝑖</m:t>
                                </m:r>
                                <m:r>
                                  <a:rPr lang="es-ES" sz="2400" i="1">
                                    <a:latin typeface="Cambria Math" panose="02040503050406030204" pitchFamily="18" charset="0"/>
                                    <a:ea typeface="Cambria Math" panose="02040503050406030204" pitchFamily="18" charset="0"/>
                                  </a:rPr>
                                  <m:t>)</m:t>
                                </m:r>
                              </m:sup>
                            </m:sSup>
                            <m:r>
                              <a:rPr lang="es-ES" sz="2400" i="1">
                                <a:latin typeface="Cambria Math" panose="02040503050406030204" pitchFamily="18" charset="0"/>
                                <a:ea typeface="Cambria Math" panose="02040503050406030204" pitchFamily="18" charset="0"/>
                              </a:rPr>
                              <m:t>)</m:t>
                            </m:r>
                          </m:e>
                          <m:sup>
                            <m:r>
                              <a:rPr lang="es-ES" sz="2400" i="1">
                                <a:latin typeface="Cambria Math" panose="02040503050406030204" pitchFamily="18" charset="0"/>
                                <a:ea typeface="Cambria Math" panose="02040503050406030204" pitchFamily="18" charset="0"/>
                              </a:rPr>
                              <m:t>2</m:t>
                            </m:r>
                          </m:sup>
                        </m:sSup>
                      </m:e>
                    </m:nary>
                  </m:oMath>
                </a14:m>
                <a:endParaRPr lang="es-BO" sz="2400" dirty="0"/>
              </a:p>
              <a:p>
                <a:r>
                  <a:rPr lang="es-BO" sz="2400" dirty="0"/>
                  <a:t>Objetivo:</a:t>
                </a:r>
              </a:p>
              <a:p>
                <a:pPr lvl="1"/>
                <a:r>
                  <a:rPr lang="es-BO" sz="2400" dirty="0"/>
                  <a:t>Minimizar </a:t>
                </a:r>
                <a14:m>
                  <m:oMath xmlns:m="http://schemas.openxmlformats.org/officeDocument/2006/math">
                    <m:r>
                      <a:rPr lang="es-ES" sz="2400" i="1">
                        <a:latin typeface="Cambria Math" panose="02040503050406030204" pitchFamily="18" charset="0"/>
                      </a:rPr>
                      <m:t>𝐽</m:t>
                    </m:r>
                    <m:d>
                      <m:dPr>
                        <m:ctrlPr>
                          <a:rPr lang="es-ES" sz="2400" i="1">
                            <a:latin typeface="Cambria Math" panose="02040503050406030204" pitchFamily="18" charset="0"/>
                          </a:rPr>
                        </m:ctrlPr>
                      </m:dPr>
                      <m:e>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0</m:t>
                            </m:r>
                          </m:sub>
                        </m:sSub>
                        <m:r>
                          <a:rPr lang="es-ES" sz="2400" i="1">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1</m:t>
                            </m:r>
                          </m:sub>
                        </m:sSub>
                      </m:e>
                    </m:d>
                  </m:oMath>
                </a14:m>
                <a:endParaRPr lang="es-BO" sz="2400" dirty="0"/>
              </a:p>
              <a:p>
                <a:pPr lvl="1"/>
                <a:endParaRPr lang="es-ES" sz="2400" dirty="0"/>
              </a:p>
              <a:p>
                <a:endParaRPr lang="es-ES" sz="2400" dirty="0"/>
              </a:p>
              <a:p>
                <a:endParaRPr lang="es-BO" sz="2400" dirty="0"/>
              </a:p>
            </p:txBody>
          </p:sp>
        </mc:Choice>
        <mc:Fallback xmlns="">
          <p:sp>
            <p:nvSpPr>
              <p:cNvPr id="3" name="Marcador de contenido 2">
                <a:extLst>
                  <a:ext uri="{FF2B5EF4-FFF2-40B4-BE49-F238E27FC236}">
                    <a16:creationId xmlns:a16="http://schemas.microsoft.com/office/drawing/2014/main" id="{3ABF3A7E-97B7-424E-BE21-B6C49FB1C6AE}"/>
                  </a:ext>
                </a:extLst>
              </p:cNvPr>
              <p:cNvSpPr>
                <a:spLocks noGrp="1" noRot="1" noChangeAspect="1" noMove="1" noResize="1" noEditPoints="1" noAdjustHandles="1" noChangeArrowheads="1" noChangeShapeType="1" noTextEdit="1"/>
              </p:cNvSpPr>
              <p:nvPr>
                <p:ph idx="1"/>
              </p:nvPr>
            </p:nvSpPr>
            <p:spPr>
              <a:xfrm>
                <a:off x="650059" y="1709076"/>
                <a:ext cx="8596668" cy="4697411"/>
              </a:xfrm>
              <a:blipFill>
                <a:blip r:embed="rId2"/>
                <a:stretch>
                  <a:fillRect l="-567" t="-1038"/>
                </a:stretch>
              </a:blipFill>
            </p:spPr>
            <p:txBody>
              <a:bodyPr/>
              <a:lstStyle/>
              <a:p>
                <a:r>
                  <a:rPr lang="es-BO">
                    <a:noFill/>
                  </a:rPr>
                  <a:t> </a:t>
                </a:r>
              </a:p>
            </p:txBody>
          </p:sp>
        </mc:Fallback>
      </mc:AlternateContent>
      <p:sp>
        <p:nvSpPr>
          <p:cNvPr id="4" name="Marcador de número de diapositiva 3">
            <a:extLst>
              <a:ext uri="{FF2B5EF4-FFF2-40B4-BE49-F238E27FC236}">
                <a16:creationId xmlns:a16="http://schemas.microsoft.com/office/drawing/2014/main" id="{E6155BF4-1055-46E0-830F-FC1E070552B7}"/>
              </a:ext>
            </a:extLst>
          </p:cNvPr>
          <p:cNvSpPr>
            <a:spLocks noGrp="1"/>
          </p:cNvSpPr>
          <p:nvPr>
            <p:ph type="sldNum" sz="quarter" idx="12"/>
          </p:nvPr>
        </p:nvSpPr>
        <p:spPr/>
        <p:txBody>
          <a:bodyPr/>
          <a:lstStyle/>
          <a:p>
            <a:fld id="{6D22F896-40B5-4ADD-8801-0D06FADFA095}" type="slidenum">
              <a:rPr lang="en-US" smtClean="0"/>
              <a:t>28</a:t>
            </a:fld>
            <a:endParaRPr lang="en-US" dirty="0"/>
          </a:p>
        </p:txBody>
      </p:sp>
    </p:spTree>
    <p:extLst>
      <p:ext uri="{BB962C8B-B14F-4D97-AF65-F5344CB8AC3E}">
        <p14:creationId xmlns:p14="http://schemas.microsoft.com/office/powerpoint/2010/main" val="924909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9">
            <a:extLst>
              <a:ext uri="{FF2B5EF4-FFF2-40B4-BE49-F238E27FC236}">
                <a16:creationId xmlns:a16="http://schemas.microsoft.com/office/drawing/2014/main" id="{7E09EB80-F98C-4FAC-808B-56D696691EFD}"/>
              </a:ext>
            </a:extLst>
          </p:cNvPr>
          <p:cNvSpPr>
            <a:spLocks noGrp="1"/>
          </p:cNvSpPr>
          <p:nvPr>
            <p:ph type="title"/>
          </p:nvPr>
        </p:nvSpPr>
        <p:spPr>
          <a:xfrm>
            <a:off x="1097280" y="286604"/>
            <a:ext cx="10058400" cy="981530"/>
          </a:xfrm>
        </p:spPr>
        <p:txBody>
          <a:bodyPr anchor="t"/>
          <a:lstStyle/>
          <a:p>
            <a:r>
              <a:rPr lang="es-ES" dirty="0"/>
              <a:t>Relación graficas de </a:t>
            </a:r>
            <a:r>
              <a:rPr lang="es-ES" dirty="0" err="1"/>
              <a:t>hipótesis</a:t>
            </a:r>
            <a:r>
              <a:rPr lang="es-ES" dirty="0"/>
              <a:t> y costo</a:t>
            </a:r>
            <a:endParaRPr lang="es-BO" dirty="0"/>
          </a:p>
        </p:txBody>
      </p:sp>
      <p:grpSp>
        <p:nvGrpSpPr>
          <p:cNvPr id="3" name="Grupo 2">
            <a:extLst>
              <a:ext uri="{FF2B5EF4-FFF2-40B4-BE49-F238E27FC236}">
                <a16:creationId xmlns:a16="http://schemas.microsoft.com/office/drawing/2014/main" id="{9AB91ABD-6C26-A974-B6F2-DFD13474E972}"/>
              </a:ext>
            </a:extLst>
          </p:cNvPr>
          <p:cNvGrpSpPr/>
          <p:nvPr/>
        </p:nvGrpSpPr>
        <p:grpSpPr>
          <a:xfrm>
            <a:off x="47328" y="1508400"/>
            <a:ext cx="11612629" cy="5304976"/>
            <a:chOff x="47328" y="1508400"/>
            <a:chExt cx="11612629" cy="5304976"/>
          </a:xfrm>
        </p:grpSpPr>
        <p:pic>
          <p:nvPicPr>
            <p:cNvPr id="5" name="Picture 4"/>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990733" y="1508400"/>
              <a:ext cx="905256" cy="408432"/>
            </a:xfrm>
            <a:prstGeom prst="rect">
              <a:avLst/>
            </a:prstGeom>
          </p:spPr>
        </p:pic>
        <p:cxnSp>
          <p:nvCxnSpPr>
            <p:cNvPr id="34" name="Straight Connector 33"/>
            <p:cNvCxnSpPr/>
            <p:nvPr/>
          </p:nvCxnSpPr>
          <p:spPr>
            <a:xfrm>
              <a:off x="6807200" y="1530176"/>
              <a:ext cx="0" cy="5283200"/>
            </a:xfrm>
            <a:prstGeom prst="line">
              <a:avLst/>
            </a:prstGeom>
            <a:ln w="12700">
              <a:solidFill>
                <a:schemeClr val="tx1">
                  <a:alpha val="55000"/>
                </a:schemeClr>
              </a:solidFill>
            </a:ln>
          </p:spPr>
          <p:style>
            <a:lnRef idx="1">
              <a:schemeClr val="accent1"/>
            </a:lnRef>
            <a:fillRef idx="0">
              <a:schemeClr val="accent1"/>
            </a:fillRef>
            <a:effectRef idx="0">
              <a:schemeClr val="accent1"/>
            </a:effectRef>
            <a:fontRef idx="minor">
              <a:schemeClr val="tx1"/>
            </a:fontRef>
          </p:style>
        </p:cxnSp>
        <p:pic>
          <p:nvPicPr>
            <p:cNvPr id="65" name="Picture 64"/>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8472264" y="1580408"/>
              <a:ext cx="1435608" cy="408432"/>
            </a:xfrm>
            <a:prstGeom prst="rect">
              <a:avLst/>
            </a:prstGeom>
          </p:spPr>
        </p:pic>
        <p:grpSp>
          <p:nvGrpSpPr>
            <p:cNvPr id="12" name="Grupo 11">
              <a:extLst>
                <a:ext uri="{FF2B5EF4-FFF2-40B4-BE49-F238E27FC236}">
                  <a16:creationId xmlns:a16="http://schemas.microsoft.com/office/drawing/2014/main" id="{29901DFD-54B8-4369-8DB2-00792D038274}"/>
                </a:ext>
              </a:extLst>
            </p:cNvPr>
            <p:cNvGrpSpPr/>
            <p:nvPr/>
          </p:nvGrpSpPr>
          <p:grpSpPr>
            <a:xfrm>
              <a:off x="47328" y="2065737"/>
              <a:ext cx="6495023" cy="4675631"/>
              <a:chOff x="265105" y="1600201"/>
              <a:chExt cx="6495023" cy="4675631"/>
            </a:xfrm>
          </p:grpSpPr>
          <p:pic>
            <p:nvPicPr>
              <p:cNvPr id="4" name="Picture 3"/>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1462024" y="5867400"/>
                <a:ext cx="3313176" cy="408432"/>
              </a:xfrm>
              <a:prstGeom prst="rect">
                <a:avLst/>
              </a:prstGeom>
            </p:spPr>
          </p:pic>
          <p:graphicFrame>
            <p:nvGraphicFramePr>
              <p:cNvPr id="54" name="Chart 53"/>
              <p:cNvGraphicFramePr>
                <a:graphicFrameLocks/>
              </p:cNvGraphicFramePr>
              <p:nvPr>
                <p:extLst>
                  <p:ext uri="{D42A27DB-BD31-4B8C-83A1-F6EECF244321}">
                    <p14:modId xmlns:p14="http://schemas.microsoft.com/office/powerpoint/2010/main" val="1868126948"/>
                  </p:ext>
                </p:extLst>
              </p:nvPr>
            </p:nvGraphicFramePr>
            <p:xfrm>
              <a:off x="1273728" y="1600201"/>
              <a:ext cx="5486400" cy="3878727"/>
            </p:xfrm>
            <a:graphic>
              <a:graphicData uri="http://schemas.openxmlformats.org/drawingml/2006/chart">
                <c:chart xmlns:c="http://schemas.openxmlformats.org/drawingml/2006/chart" xmlns:r="http://schemas.openxmlformats.org/officeDocument/2006/relationships" r:id="rId11"/>
              </a:graphicData>
            </a:graphic>
          </p:graphicFrame>
          <p:sp>
            <p:nvSpPr>
              <p:cNvPr id="55" name="TextBox 54"/>
              <p:cNvSpPr txBox="1"/>
              <p:nvPr/>
            </p:nvSpPr>
            <p:spPr>
              <a:xfrm>
                <a:off x="265105" y="2668826"/>
                <a:ext cx="821442" cy="369332"/>
              </a:xfrm>
              <a:prstGeom prst="rect">
                <a:avLst/>
              </a:prstGeom>
              <a:noFill/>
            </p:spPr>
            <p:txBody>
              <a:bodyPr vert="horz" wrap="none" rtlCol="0">
                <a:spAutoFit/>
              </a:bodyPr>
              <a:lstStyle/>
              <a:p>
                <a:pPr algn="ctr"/>
                <a:r>
                  <a:rPr lang="en-US" dirty="0" err="1"/>
                  <a:t>Precio</a:t>
                </a:r>
                <a:endParaRPr lang="en-US" dirty="0"/>
              </a:p>
            </p:txBody>
          </p:sp>
          <p:sp>
            <p:nvSpPr>
              <p:cNvPr id="57" name="TextBox 56"/>
              <p:cNvSpPr txBox="1"/>
              <p:nvPr/>
            </p:nvSpPr>
            <p:spPr>
              <a:xfrm>
                <a:off x="3283257" y="5257801"/>
                <a:ext cx="1672381" cy="369332"/>
              </a:xfrm>
              <a:prstGeom prst="rect">
                <a:avLst/>
              </a:prstGeom>
              <a:noFill/>
            </p:spPr>
            <p:txBody>
              <a:bodyPr vert="horz" wrap="none" rtlCol="0">
                <a:spAutoFit/>
              </a:bodyPr>
              <a:lstStyle/>
              <a:p>
                <a:pPr algn="ctr"/>
                <a:r>
                  <a:rPr lang="en-US" dirty="0" err="1"/>
                  <a:t>Tamaño</a:t>
                </a:r>
                <a:r>
                  <a:rPr lang="en-US" dirty="0"/>
                  <a:t> m</a:t>
                </a:r>
                <a:r>
                  <a:rPr lang="en-US" baseline="30000" dirty="0"/>
                  <a:t>2</a:t>
                </a:r>
                <a:r>
                  <a:rPr lang="en-US" dirty="0"/>
                  <a:t> (x)</a:t>
                </a:r>
              </a:p>
            </p:txBody>
          </p:sp>
          <p:cxnSp>
            <p:nvCxnSpPr>
              <p:cNvPr id="59" name="Straight Connector 58"/>
              <p:cNvCxnSpPr/>
              <p:nvPr/>
            </p:nvCxnSpPr>
            <p:spPr>
              <a:xfrm flipV="1">
                <a:off x="1351653" y="3380018"/>
                <a:ext cx="5150748" cy="1396287"/>
              </a:xfrm>
              <a:prstGeom prst="line">
                <a:avLst/>
              </a:prstGeom>
              <a:ln w="25400">
                <a:solidFill>
                  <a:schemeClr val="bg2">
                    <a:lumMod val="10000"/>
                  </a:schemeClr>
                </a:solidFill>
              </a:ln>
            </p:spPr>
            <p:style>
              <a:lnRef idx="1">
                <a:schemeClr val="accent1"/>
              </a:lnRef>
              <a:fillRef idx="0">
                <a:schemeClr val="accent1"/>
              </a:fillRef>
              <a:effectRef idx="0">
                <a:schemeClr val="accent1"/>
              </a:effectRef>
              <a:fontRef idx="minor">
                <a:schemeClr val="tx1"/>
              </a:fontRef>
            </p:style>
          </p:cxnSp>
        </p:grpSp>
        <p:grpSp>
          <p:nvGrpSpPr>
            <p:cNvPr id="14" name="Grupo 13">
              <a:extLst>
                <a:ext uri="{FF2B5EF4-FFF2-40B4-BE49-F238E27FC236}">
                  <a16:creationId xmlns:a16="http://schemas.microsoft.com/office/drawing/2014/main" id="{75A2C90C-119A-4188-AB2C-93CF2082A84E}"/>
                </a:ext>
              </a:extLst>
            </p:cNvPr>
            <p:cNvGrpSpPr/>
            <p:nvPr/>
          </p:nvGrpSpPr>
          <p:grpSpPr>
            <a:xfrm>
              <a:off x="7104416" y="2065737"/>
              <a:ext cx="4555541" cy="3973196"/>
              <a:chOff x="7104416" y="2065737"/>
              <a:chExt cx="4555541" cy="3973196"/>
            </a:xfrm>
          </p:grpSpPr>
          <p:sp>
            <p:nvSpPr>
              <p:cNvPr id="13" name="Rectángulo 12">
                <a:extLst>
                  <a:ext uri="{FF2B5EF4-FFF2-40B4-BE49-F238E27FC236}">
                    <a16:creationId xmlns:a16="http://schemas.microsoft.com/office/drawing/2014/main" id="{8529AC59-6919-475E-9D80-7DD4B64F7B68}"/>
                  </a:ext>
                </a:extLst>
              </p:cNvPr>
              <p:cNvSpPr/>
              <p:nvPr/>
            </p:nvSpPr>
            <p:spPr>
              <a:xfrm>
                <a:off x="7104416" y="2065737"/>
                <a:ext cx="4555541" cy="39731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grpSp>
            <p:nvGrpSpPr>
              <p:cNvPr id="9" name="Grupo 8">
                <a:extLst>
                  <a:ext uri="{FF2B5EF4-FFF2-40B4-BE49-F238E27FC236}">
                    <a16:creationId xmlns:a16="http://schemas.microsoft.com/office/drawing/2014/main" id="{E3FDE4B7-340D-44CA-B2A3-B299C4A4D06C}"/>
                  </a:ext>
                </a:extLst>
              </p:cNvPr>
              <p:cNvGrpSpPr/>
              <p:nvPr/>
            </p:nvGrpSpPr>
            <p:grpSpPr>
              <a:xfrm>
                <a:off x="7375782" y="2318185"/>
                <a:ext cx="4059936" cy="3631095"/>
                <a:chOff x="12928600" y="1361732"/>
                <a:chExt cx="4059936" cy="3631095"/>
              </a:xfrm>
            </p:grpSpPr>
            <p:pic>
              <p:nvPicPr>
                <p:cNvPr id="48" name="Picture 47"/>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6281400" y="1516482"/>
                  <a:ext cx="707136" cy="326745"/>
                </a:xfrm>
                <a:prstGeom prst="rect">
                  <a:avLst/>
                </a:prstGeom>
              </p:spPr>
            </p:pic>
            <p:pic>
              <p:nvPicPr>
                <p:cNvPr id="47" name="Picture 46"/>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14722007" y="4714850"/>
                  <a:ext cx="246279" cy="277977"/>
                </a:xfrm>
                <a:prstGeom prst="rect">
                  <a:avLst/>
                </a:prstGeom>
              </p:spPr>
            </p:pic>
            <p:cxnSp>
              <p:nvCxnSpPr>
                <p:cNvPr id="67" name="Straight Connector 66"/>
                <p:cNvCxnSpPr/>
                <p:nvPr/>
              </p:nvCxnSpPr>
              <p:spPr>
                <a:xfrm flipV="1">
                  <a:off x="13233400" y="1361732"/>
                  <a:ext cx="0" cy="3506621"/>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2928600" y="4511331"/>
                  <a:ext cx="3962400" cy="0"/>
                </a:xfrm>
                <a:prstGeom prst="line">
                  <a:avLst/>
                </a:prstGeom>
                <a:ln w="15875">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sp>
              <p:nvSpPr>
                <p:cNvPr id="2" name="Freeform 1"/>
                <p:cNvSpPr/>
                <p:nvPr/>
              </p:nvSpPr>
              <p:spPr>
                <a:xfrm>
                  <a:off x="13106400" y="1944827"/>
                  <a:ext cx="3276600" cy="2347447"/>
                </a:xfrm>
                <a:custGeom>
                  <a:avLst/>
                  <a:gdLst>
                    <a:gd name="connsiteX0" fmla="*/ 0 w 2457450"/>
                    <a:gd name="connsiteY0" fmla="*/ 0 h 1760585"/>
                    <a:gd name="connsiteX1" fmla="*/ 354330 w 2457450"/>
                    <a:gd name="connsiteY1" fmla="*/ 1245870 h 1760585"/>
                    <a:gd name="connsiteX2" fmla="*/ 1200150 w 2457450"/>
                    <a:gd name="connsiteY2" fmla="*/ 1760220 h 1760585"/>
                    <a:gd name="connsiteX3" fmla="*/ 2000250 w 2457450"/>
                    <a:gd name="connsiteY3" fmla="*/ 1303020 h 1760585"/>
                    <a:gd name="connsiteX4" fmla="*/ 2457450 w 2457450"/>
                    <a:gd name="connsiteY4" fmla="*/ 22860 h 1760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7450" h="1760585">
                      <a:moveTo>
                        <a:pt x="0" y="0"/>
                      </a:moveTo>
                      <a:cubicBezTo>
                        <a:pt x="77152" y="476250"/>
                        <a:pt x="154305" y="952500"/>
                        <a:pt x="354330" y="1245870"/>
                      </a:cubicBezTo>
                      <a:cubicBezTo>
                        <a:pt x="554355" y="1539240"/>
                        <a:pt x="925830" y="1750695"/>
                        <a:pt x="1200150" y="1760220"/>
                      </a:cubicBezTo>
                      <a:cubicBezTo>
                        <a:pt x="1474470" y="1769745"/>
                        <a:pt x="1790700" y="1592580"/>
                        <a:pt x="2000250" y="1303020"/>
                      </a:cubicBezTo>
                      <a:cubicBezTo>
                        <a:pt x="2209800" y="1013460"/>
                        <a:pt x="2333625" y="518160"/>
                        <a:pt x="2457450" y="22860"/>
                      </a:cubicBezTo>
                    </a:path>
                  </a:pathLst>
                </a:custGeom>
                <a:ln w="15748">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grpSp>
        </p:grpSp>
        <mc:AlternateContent xmlns:mc="http://schemas.openxmlformats.org/markup-compatibility/2006" xmlns:p14="http://schemas.microsoft.com/office/powerpoint/2010/main">
          <mc:Choice Requires="p14">
            <p:contentPart p14:bwMode="auto" r:id="rId14">
              <p14:nvContentPartPr>
                <p14:cNvPr id="60" name="Entrada de lápiz 59">
                  <a:extLst>
                    <a:ext uri="{FF2B5EF4-FFF2-40B4-BE49-F238E27FC236}">
                      <a16:creationId xmlns:a16="http://schemas.microsoft.com/office/drawing/2014/main" id="{65EEC3AA-7C1F-4B77-9DC0-7C084663EA6B}"/>
                    </a:ext>
                  </a:extLst>
                </p14:cNvPr>
                <p14:cNvContentPartPr/>
                <p14:nvPr/>
              </p14:nvContentPartPr>
              <p14:xfrm>
                <a:off x="7626596" y="5871182"/>
                <a:ext cx="360" cy="360"/>
              </p14:xfrm>
            </p:contentPart>
          </mc:Choice>
          <mc:Fallback xmlns="">
            <p:pic>
              <p:nvPicPr>
                <p:cNvPr id="60" name="Entrada de lápiz 59">
                  <a:extLst>
                    <a:ext uri="{FF2B5EF4-FFF2-40B4-BE49-F238E27FC236}">
                      <a16:creationId xmlns:a16="http://schemas.microsoft.com/office/drawing/2014/main" id="{65EEC3AA-7C1F-4B77-9DC0-7C084663EA6B}"/>
                    </a:ext>
                  </a:extLst>
                </p:cNvPr>
                <p:cNvPicPr/>
                <p:nvPr/>
              </p:nvPicPr>
              <p:blipFill>
                <a:blip r:embed="rId15"/>
                <a:stretch>
                  <a:fillRect/>
                </a:stretch>
              </p:blipFill>
              <p:spPr>
                <a:xfrm>
                  <a:off x="7617596" y="58621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1" name="Entrada de lápiz 60">
                  <a:extLst>
                    <a:ext uri="{FF2B5EF4-FFF2-40B4-BE49-F238E27FC236}">
                      <a16:creationId xmlns:a16="http://schemas.microsoft.com/office/drawing/2014/main" id="{29A4938A-28CD-419C-821C-8026CD6E6935}"/>
                    </a:ext>
                  </a:extLst>
                </p14:cNvPr>
                <p14:cNvContentPartPr/>
                <p14:nvPr/>
              </p14:nvContentPartPr>
              <p14:xfrm>
                <a:off x="7889756" y="5897102"/>
                <a:ext cx="360" cy="360"/>
              </p14:xfrm>
            </p:contentPart>
          </mc:Choice>
          <mc:Fallback xmlns="">
            <p:pic>
              <p:nvPicPr>
                <p:cNvPr id="61" name="Entrada de lápiz 60">
                  <a:extLst>
                    <a:ext uri="{FF2B5EF4-FFF2-40B4-BE49-F238E27FC236}">
                      <a16:creationId xmlns:a16="http://schemas.microsoft.com/office/drawing/2014/main" id="{29A4938A-28CD-419C-821C-8026CD6E6935}"/>
                    </a:ext>
                  </a:extLst>
                </p:cNvPr>
                <p:cNvPicPr/>
                <p:nvPr/>
              </p:nvPicPr>
              <p:blipFill>
                <a:blip r:embed="rId15"/>
                <a:stretch>
                  <a:fillRect/>
                </a:stretch>
              </p:blipFill>
              <p:spPr>
                <a:xfrm>
                  <a:off x="7880756" y="58881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6" name="Entrada de lápiz 65">
                  <a:extLst>
                    <a:ext uri="{FF2B5EF4-FFF2-40B4-BE49-F238E27FC236}">
                      <a16:creationId xmlns:a16="http://schemas.microsoft.com/office/drawing/2014/main" id="{E0894FA6-8B7A-42DD-82A9-0F09278F0767}"/>
                    </a:ext>
                  </a:extLst>
                </p14:cNvPr>
                <p14:cNvContentPartPr/>
                <p14:nvPr/>
              </p14:nvContentPartPr>
              <p14:xfrm>
                <a:off x="7694636" y="3503102"/>
                <a:ext cx="360" cy="360"/>
              </p14:xfrm>
            </p:contentPart>
          </mc:Choice>
          <mc:Fallback xmlns="">
            <p:pic>
              <p:nvPicPr>
                <p:cNvPr id="66" name="Entrada de lápiz 65">
                  <a:extLst>
                    <a:ext uri="{FF2B5EF4-FFF2-40B4-BE49-F238E27FC236}">
                      <a16:creationId xmlns:a16="http://schemas.microsoft.com/office/drawing/2014/main" id="{E0894FA6-8B7A-42DD-82A9-0F09278F0767}"/>
                    </a:ext>
                  </a:extLst>
                </p:cNvPr>
                <p:cNvPicPr/>
                <p:nvPr/>
              </p:nvPicPr>
              <p:blipFill>
                <a:blip r:embed="rId15"/>
                <a:stretch>
                  <a:fillRect/>
                </a:stretch>
              </p:blipFill>
              <p:spPr>
                <a:xfrm>
                  <a:off x="7685636" y="349410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9" name="Entrada de lápiz 68">
                  <a:extLst>
                    <a:ext uri="{FF2B5EF4-FFF2-40B4-BE49-F238E27FC236}">
                      <a16:creationId xmlns:a16="http://schemas.microsoft.com/office/drawing/2014/main" id="{00280AE6-F04B-4BC3-8B6C-46A83341D20B}"/>
                    </a:ext>
                  </a:extLst>
                </p14:cNvPr>
                <p14:cNvContentPartPr/>
                <p14:nvPr/>
              </p14:nvContentPartPr>
              <p14:xfrm>
                <a:off x="7735676" y="3801182"/>
                <a:ext cx="360" cy="360"/>
              </p14:xfrm>
            </p:contentPart>
          </mc:Choice>
          <mc:Fallback xmlns="">
            <p:pic>
              <p:nvPicPr>
                <p:cNvPr id="69" name="Entrada de lápiz 68">
                  <a:extLst>
                    <a:ext uri="{FF2B5EF4-FFF2-40B4-BE49-F238E27FC236}">
                      <a16:creationId xmlns:a16="http://schemas.microsoft.com/office/drawing/2014/main" id="{00280AE6-F04B-4BC3-8B6C-46A83341D20B}"/>
                    </a:ext>
                  </a:extLst>
                </p:cNvPr>
                <p:cNvPicPr/>
                <p:nvPr/>
              </p:nvPicPr>
              <p:blipFill>
                <a:blip r:embed="rId15"/>
                <a:stretch>
                  <a:fillRect/>
                </a:stretch>
              </p:blipFill>
              <p:spPr>
                <a:xfrm>
                  <a:off x="7726676" y="379218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0" name="Entrada de lápiz 69">
                  <a:extLst>
                    <a:ext uri="{FF2B5EF4-FFF2-40B4-BE49-F238E27FC236}">
                      <a16:creationId xmlns:a16="http://schemas.microsoft.com/office/drawing/2014/main" id="{63222C82-8DA5-47E4-A92E-022D73DAECE8}"/>
                    </a:ext>
                  </a:extLst>
                </p14:cNvPr>
                <p14:cNvContentPartPr/>
                <p14:nvPr/>
              </p14:nvContentPartPr>
              <p14:xfrm>
                <a:off x="8388716" y="4996022"/>
                <a:ext cx="360" cy="360"/>
              </p14:xfrm>
            </p:contentPart>
          </mc:Choice>
          <mc:Fallback xmlns="">
            <p:pic>
              <p:nvPicPr>
                <p:cNvPr id="70" name="Entrada de lápiz 69">
                  <a:extLst>
                    <a:ext uri="{FF2B5EF4-FFF2-40B4-BE49-F238E27FC236}">
                      <a16:creationId xmlns:a16="http://schemas.microsoft.com/office/drawing/2014/main" id="{63222C82-8DA5-47E4-A92E-022D73DAECE8}"/>
                    </a:ext>
                  </a:extLst>
                </p:cNvPr>
                <p:cNvPicPr/>
                <p:nvPr/>
              </p:nvPicPr>
              <p:blipFill>
                <a:blip r:embed="rId15"/>
                <a:stretch>
                  <a:fillRect/>
                </a:stretch>
              </p:blipFill>
              <p:spPr>
                <a:xfrm>
                  <a:off x="8379716" y="4987022"/>
                  <a:ext cx="18000" cy="18000"/>
                </a:xfrm>
                <a:prstGeom prst="rect">
                  <a:avLst/>
                </a:prstGeom>
              </p:spPr>
            </p:pic>
          </mc:Fallback>
        </mc:AlternateContent>
      </p:grpSp>
    </p:spTree>
    <p:extLst>
      <p:ext uri="{BB962C8B-B14F-4D97-AF65-F5344CB8AC3E}">
        <p14:creationId xmlns:p14="http://schemas.microsoft.com/office/powerpoint/2010/main" val="3561616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ublic\Documents\ml-class\lectures-slides\assets\2.bow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200" y="76200"/>
            <a:ext cx="8414363" cy="6604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ítulo 2">
                <a:extLst>
                  <a:ext uri="{FF2B5EF4-FFF2-40B4-BE49-F238E27FC236}">
                    <a16:creationId xmlns:a16="http://schemas.microsoft.com/office/drawing/2014/main" id="{1F17C9F3-1BA0-413D-9EF0-052AC92F365D}"/>
                  </a:ext>
                </a:extLst>
              </p:cNvPr>
              <p:cNvSpPr>
                <a:spLocks noGrp="1"/>
              </p:cNvSpPr>
              <p:nvPr>
                <p:ph type="title"/>
              </p:nvPr>
            </p:nvSpPr>
            <p:spPr/>
            <p:txBody>
              <a:bodyPr anchor="t"/>
              <a:lstStyle/>
              <a:p>
                <a:r>
                  <a:rPr lang="es-ES" dirty="0"/>
                  <a:t>Gráfica de costo, considerando </a:t>
                </a:r>
                <a14:m>
                  <m:oMath xmlns:m="http://schemas.openxmlformats.org/officeDocument/2006/math">
                    <m:d>
                      <m:dPr>
                        <m:ctrlPr>
                          <a:rPr lang="es-ES" i="1">
                            <a:latin typeface="Cambria Math" panose="02040503050406030204" pitchFamily="18" charset="0"/>
                          </a:rPr>
                        </m:ctrlPr>
                      </m:dPr>
                      <m:e>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𝜃</m:t>
                            </m:r>
                          </m:e>
                          <m:sub>
                            <m:r>
                              <a:rPr lang="es-ES" i="1">
                                <a:latin typeface="Cambria Math" panose="02040503050406030204" pitchFamily="18" charset="0"/>
                                <a:ea typeface="Cambria Math" panose="02040503050406030204" pitchFamily="18" charset="0"/>
                              </a:rPr>
                              <m:t>0</m:t>
                            </m:r>
                          </m:sub>
                        </m:sSub>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𝜃</m:t>
                            </m:r>
                          </m:e>
                          <m:sub>
                            <m:r>
                              <a:rPr lang="es-ES" i="1">
                                <a:latin typeface="Cambria Math" panose="02040503050406030204" pitchFamily="18" charset="0"/>
                                <a:ea typeface="Cambria Math" panose="02040503050406030204" pitchFamily="18" charset="0"/>
                              </a:rPr>
                              <m:t>1</m:t>
                            </m:r>
                          </m:sub>
                        </m:sSub>
                      </m:e>
                    </m:d>
                  </m:oMath>
                </a14:m>
                <a:endParaRPr lang="es-BO" dirty="0"/>
              </a:p>
            </p:txBody>
          </p:sp>
        </mc:Choice>
        <mc:Fallback xmlns="">
          <p:sp>
            <p:nvSpPr>
              <p:cNvPr id="3" name="Título 2">
                <a:extLst>
                  <a:ext uri="{FF2B5EF4-FFF2-40B4-BE49-F238E27FC236}">
                    <a16:creationId xmlns:a16="http://schemas.microsoft.com/office/drawing/2014/main" id="{1F17C9F3-1BA0-413D-9EF0-052AC92F365D}"/>
                  </a:ext>
                </a:extLst>
              </p:cNvPr>
              <p:cNvSpPr>
                <a:spLocks noGrp="1" noRot="1" noChangeAspect="1" noMove="1" noResize="1" noEditPoints="1" noAdjustHandles="1" noChangeArrowheads="1" noChangeShapeType="1" noTextEdit="1"/>
              </p:cNvSpPr>
              <p:nvPr>
                <p:ph type="title"/>
              </p:nvPr>
            </p:nvSpPr>
            <p:spPr>
              <a:blipFill>
                <a:blip r:embed="rId3"/>
                <a:stretch>
                  <a:fillRect l="-2727" t="-16387"/>
                </a:stretch>
              </a:blipFill>
            </p:spPr>
            <p:txBody>
              <a:bodyPr/>
              <a:lstStyle/>
              <a:p>
                <a:r>
                  <a:rPr lang="es-419">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 name="Entrada de lápiz 1">
                <a:extLst>
                  <a:ext uri="{FF2B5EF4-FFF2-40B4-BE49-F238E27FC236}">
                    <a16:creationId xmlns:a16="http://schemas.microsoft.com/office/drawing/2014/main" id="{ECA96A71-8263-4119-ABC4-98DE177F1131}"/>
                  </a:ext>
                </a:extLst>
              </p14:cNvPr>
              <p14:cNvContentPartPr/>
              <p14:nvPr/>
            </p14:nvContentPartPr>
            <p14:xfrm>
              <a:off x="8198996" y="5429822"/>
              <a:ext cx="1080" cy="2880"/>
            </p14:xfrm>
          </p:contentPart>
        </mc:Choice>
        <mc:Fallback xmlns="">
          <p:pic>
            <p:nvPicPr>
              <p:cNvPr id="2" name="Entrada de lápiz 1">
                <a:extLst>
                  <a:ext uri="{FF2B5EF4-FFF2-40B4-BE49-F238E27FC236}">
                    <a16:creationId xmlns:a16="http://schemas.microsoft.com/office/drawing/2014/main" id="{ECA96A71-8263-4119-ABC4-98DE177F1131}"/>
                  </a:ext>
                </a:extLst>
              </p:cNvPr>
              <p:cNvPicPr/>
              <p:nvPr/>
            </p:nvPicPr>
            <p:blipFill>
              <a:blip r:embed="rId5"/>
              <a:stretch>
                <a:fillRect/>
              </a:stretch>
            </p:blipFill>
            <p:spPr>
              <a:xfrm>
                <a:off x="8189996" y="5420822"/>
                <a:ext cx="1872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Entrada de lápiz 3">
                <a:extLst>
                  <a:ext uri="{FF2B5EF4-FFF2-40B4-BE49-F238E27FC236}">
                    <a16:creationId xmlns:a16="http://schemas.microsoft.com/office/drawing/2014/main" id="{043EF256-C305-4338-9C68-195748751868}"/>
                  </a:ext>
                </a:extLst>
              </p14:cNvPr>
              <p14:cNvContentPartPr/>
              <p14:nvPr/>
            </p14:nvContentPartPr>
            <p14:xfrm>
              <a:off x="7428236" y="4855982"/>
              <a:ext cx="814680" cy="540360"/>
            </p14:xfrm>
          </p:contentPart>
        </mc:Choice>
        <mc:Fallback xmlns="">
          <p:pic>
            <p:nvPicPr>
              <p:cNvPr id="4" name="Entrada de lápiz 3">
                <a:extLst>
                  <a:ext uri="{FF2B5EF4-FFF2-40B4-BE49-F238E27FC236}">
                    <a16:creationId xmlns:a16="http://schemas.microsoft.com/office/drawing/2014/main" id="{043EF256-C305-4338-9C68-195748751868}"/>
                  </a:ext>
                </a:extLst>
              </p:cNvPr>
              <p:cNvPicPr/>
              <p:nvPr/>
            </p:nvPicPr>
            <p:blipFill>
              <a:blip r:embed="rId7"/>
              <a:stretch>
                <a:fillRect/>
              </a:stretch>
            </p:blipFill>
            <p:spPr>
              <a:xfrm>
                <a:off x="7419236" y="4846982"/>
                <a:ext cx="832320" cy="558000"/>
              </a:xfrm>
              <a:prstGeom prst="rect">
                <a:avLst/>
              </a:prstGeom>
            </p:spPr>
          </p:pic>
        </mc:Fallback>
      </mc:AlternateContent>
      <p:grpSp>
        <p:nvGrpSpPr>
          <p:cNvPr id="8" name="Grupo 7">
            <a:extLst>
              <a:ext uri="{FF2B5EF4-FFF2-40B4-BE49-F238E27FC236}">
                <a16:creationId xmlns:a16="http://schemas.microsoft.com/office/drawing/2014/main" id="{5DF11930-F370-43D3-AE69-CE2E4C2D4EFE}"/>
              </a:ext>
            </a:extLst>
          </p:cNvPr>
          <p:cNvGrpSpPr/>
          <p:nvPr/>
        </p:nvGrpSpPr>
        <p:grpSpPr>
          <a:xfrm>
            <a:off x="4138196" y="4014302"/>
            <a:ext cx="2308320" cy="1010880"/>
            <a:chOff x="4138196" y="4014302"/>
            <a:chExt cx="2308320" cy="1010880"/>
          </a:xfrm>
        </p:grpSpPr>
        <mc:AlternateContent xmlns:mc="http://schemas.openxmlformats.org/markup-compatibility/2006" xmlns:p14="http://schemas.microsoft.com/office/powerpoint/2010/main">
          <mc:Choice Requires="p14">
            <p:contentPart p14:bwMode="auto" r:id="rId8">
              <p14:nvContentPartPr>
                <p14:cNvPr id="5" name="Entrada de lápiz 4">
                  <a:extLst>
                    <a:ext uri="{FF2B5EF4-FFF2-40B4-BE49-F238E27FC236}">
                      <a16:creationId xmlns:a16="http://schemas.microsoft.com/office/drawing/2014/main" id="{57045594-DBE9-4FC7-A4AA-649FF547290F}"/>
                    </a:ext>
                  </a:extLst>
                </p14:cNvPr>
                <p14:cNvContentPartPr/>
                <p14:nvPr/>
              </p14:nvContentPartPr>
              <p14:xfrm>
                <a:off x="4138196" y="4014302"/>
                <a:ext cx="1875240" cy="1010880"/>
              </p14:xfrm>
            </p:contentPart>
          </mc:Choice>
          <mc:Fallback xmlns="">
            <p:pic>
              <p:nvPicPr>
                <p:cNvPr id="5" name="Entrada de lápiz 4">
                  <a:extLst>
                    <a:ext uri="{FF2B5EF4-FFF2-40B4-BE49-F238E27FC236}">
                      <a16:creationId xmlns:a16="http://schemas.microsoft.com/office/drawing/2014/main" id="{57045594-DBE9-4FC7-A4AA-649FF547290F}"/>
                    </a:ext>
                  </a:extLst>
                </p:cNvPr>
                <p:cNvPicPr/>
                <p:nvPr/>
              </p:nvPicPr>
              <p:blipFill>
                <a:blip r:embed="rId9"/>
                <a:stretch>
                  <a:fillRect/>
                </a:stretch>
              </p:blipFill>
              <p:spPr>
                <a:xfrm>
                  <a:off x="4129556" y="4005662"/>
                  <a:ext cx="1892880" cy="1028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Entrada de lápiz 5">
                  <a:extLst>
                    <a:ext uri="{FF2B5EF4-FFF2-40B4-BE49-F238E27FC236}">
                      <a16:creationId xmlns:a16="http://schemas.microsoft.com/office/drawing/2014/main" id="{552F4D48-58C5-4B4E-BBAA-775E9CFE4AE9}"/>
                    </a:ext>
                  </a:extLst>
                </p14:cNvPr>
                <p14:cNvContentPartPr/>
                <p14:nvPr/>
              </p14:nvContentPartPr>
              <p14:xfrm>
                <a:off x="6350756" y="4294022"/>
                <a:ext cx="360" cy="360"/>
              </p14:xfrm>
            </p:contentPart>
          </mc:Choice>
          <mc:Fallback xmlns="">
            <p:pic>
              <p:nvPicPr>
                <p:cNvPr id="6" name="Entrada de lápiz 5">
                  <a:extLst>
                    <a:ext uri="{FF2B5EF4-FFF2-40B4-BE49-F238E27FC236}">
                      <a16:creationId xmlns:a16="http://schemas.microsoft.com/office/drawing/2014/main" id="{552F4D48-58C5-4B4E-BBAA-775E9CFE4AE9}"/>
                    </a:ext>
                  </a:extLst>
                </p:cNvPr>
                <p:cNvPicPr/>
                <p:nvPr/>
              </p:nvPicPr>
              <p:blipFill>
                <a:blip r:embed="rId11"/>
                <a:stretch>
                  <a:fillRect/>
                </a:stretch>
              </p:blipFill>
              <p:spPr>
                <a:xfrm>
                  <a:off x="6341756" y="428502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Entrada de lápiz 6">
                  <a:extLst>
                    <a:ext uri="{FF2B5EF4-FFF2-40B4-BE49-F238E27FC236}">
                      <a16:creationId xmlns:a16="http://schemas.microsoft.com/office/drawing/2014/main" id="{8FA84995-5F6D-4ED4-9F30-3031C4B71F24}"/>
                    </a:ext>
                  </a:extLst>
                </p14:cNvPr>
                <p14:cNvContentPartPr/>
                <p14:nvPr/>
              </p14:nvContentPartPr>
              <p14:xfrm>
                <a:off x="6257876" y="4207262"/>
                <a:ext cx="188640" cy="118080"/>
              </p14:xfrm>
            </p:contentPart>
          </mc:Choice>
          <mc:Fallback xmlns="">
            <p:pic>
              <p:nvPicPr>
                <p:cNvPr id="7" name="Entrada de lápiz 6">
                  <a:extLst>
                    <a:ext uri="{FF2B5EF4-FFF2-40B4-BE49-F238E27FC236}">
                      <a16:creationId xmlns:a16="http://schemas.microsoft.com/office/drawing/2014/main" id="{8FA84995-5F6D-4ED4-9F30-3031C4B71F24}"/>
                    </a:ext>
                  </a:extLst>
                </p:cNvPr>
                <p:cNvPicPr/>
                <p:nvPr/>
              </p:nvPicPr>
              <p:blipFill>
                <a:blip r:embed="rId13"/>
                <a:stretch>
                  <a:fillRect/>
                </a:stretch>
              </p:blipFill>
              <p:spPr>
                <a:xfrm>
                  <a:off x="6248876" y="4198262"/>
                  <a:ext cx="206280" cy="135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2" name="Entrada de lápiz 11">
                <a:extLst>
                  <a:ext uri="{FF2B5EF4-FFF2-40B4-BE49-F238E27FC236}">
                    <a16:creationId xmlns:a16="http://schemas.microsoft.com/office/drawing/2014/main" id="{8C6D32F7-8BC5-4734-B510-E529678DBBF0}"/>
                  </a:ext>
                </a:extLst>
              </p14:cNvPr>
              <p14:cNvContentPartPr/>
              <p14:nvPr/>
            </p14:nvContentPartPr>
            <p14:xfrm>
              <a:off x="7481516" y="4005302"/>
              <a:ext cx="360" cy="1440"/>
            </p14:xfrm>
          </p:contentPart>
        </mc:Choice>
        <mc:Fallback xmlns="">
          <p:pic>
            <p:nvPicPr>
              <p:cNvPr id="12" name="Entrada de lápiz 11">
                <a:extLst>
                  <a:ext uri="{FF2B5EF4-FFF2-40B4-BE49-F238E27FC236}">
                    <a16:creationId xmlns:a16="http://schemas.microsoft.com/office/drawing/2014/main" id="{8C6D32F7-8BC5-4734-B510-E529678DBBF0}"/>
                  </a:ext>
                </a:extLst>
              </p:cNvPr>
              <p:cNvPicPr/>
              <p:nvPr/>
            </p:nvPicPr>
            <p:blipFill>
              <a:blip r:embed="rId15"/>
              <a:stretch>
                <a:fillRect/>
              </a:stretch>
            </p:blipFill>
            <p:spPr>
              <a:xfrm>
                <a:off x="7472516" y="3996662"/>
                <a:ext cx="18000" cy="19080"/>
              </a:xfrm>
              <a:prstGeom prst="rect">
                <a:avLst/>
              </a:prstGeom>
            </p:spPr>
          </p:pic>
        </mc:Fallback>
      </mc:AlternateContent>
      <p:grpSp>
        <p:nvGrpSpPr>
          <p:cNvPr id="14" name="Grupo 13">
            <a:extLst>
              <a:ext uri="{FF2B5EF4-FFF2-40B4-BE49-F238E27FC236}">
                <a16:creationId xmlns:a16="http://schemas.microsoft.com/office/drawing/2014/main" id="{5709B2EA-ACE1-4A73-B61C-771838A8D79B}"/>
              </a:ext>
            </a:extLst>
          </p:cNvPr>
          <p:cNvGrpSpPr/>
          <p:nvPr/>
        </p:nvGrpSpPr>
        <p:grpSpPr>
          <a:xfrm>
            <a:off x="7427516" y="3556382"/>
            <a:ext cx="113760" cy="303480"/>
            <a:chOff x="7427516" y="3556382"/>
            <a:chExt cx="113760" cy="303480"/>
          </a:xfrm>
        </p:grpSpPr>
        <mc:AlternateContent xmlns:mc="http://schemas.openxmlformats.org/markup-compatibility/2006" xmlns:p14="http://schemas.microsoft.com/office/powerpoint/2010/main">
          <mc:Choice Requires="p14">
            <p:contentPart p14:bwMode="auto" r:id="rId16">
              <p14:nvContentPartPr>
                <p14:cNvPr id="9" name="Entrada de lápiz 8">
                  <a:extLst>
                    <a:ext uri="{FF2B5EF4-FFF2-40B4-BE49-F238E27FC236}">
                      <a16:creationId xmlns:a16="http://schemas.microsoft.com/office/drawing/2014/main" id="{FDF1F00C-5F39-4854-B5DA-189151F4D7F9}"/>
                    </a:ext>
                  </a:extLst>
                </p14:cNvPr>
                <p14:cNvContentPartPr/>
                <p14:nvPr/>
              </p14:nvContentPartPr>
              <p14:xfrm>
                <a:off x="7496996" y="3824582"/>
                <a:ext cx="5760" cy="11880"/>
              </p14:xfrm>
            </p:contentPart>
          </mc:Choice>
          <mc:Fallback xmlns="">
            <p:pic>
              <p:nvPicPr>
                <p:cNvPr id="9" name="Entrada de lápiz 8">
                  <a:extLst>
                    <a:ext uri="{FF2B5EF4-FFF2-40B4-BE49-F238E27FC236}">
                      <a16:creationId xmlns:a16="http://schemas.microsoft.com/office/drawing/2014/main" id="{FDF1F00C-5F39-4854-B5DA-189151F4D7F9}"/>
                    </a:ext>
                  </a:extLst>
                </p:cNvPr>
                <p:cNvPicPr/>
                <p:nvPr/>
              </p:nvPicPr>
              <p:blipFill>
                <a:blip r:embed="rId17"/>
                <a:stretch>
                  <a:fillRect/>
                </a:stretch>
              </p:blipFill>
              <p:spPr>
                <a:xfrm>
                  <a:off x="7488356" y="3815582"/>
                  <a:ext cx="234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Entrada de lápiz 9">
                  <a:extLst>
                    <a:ext uri="{FF2B5EF4-FFF2-40B4-BE49-F238E27FC236}">
                      <a16:creationId xmlns:a16="http://schemas.microsoft.com/office/drawing/2014/main" id="{F8664286-E8D7-4D72-BD82-7DD2173F3CDF}"/>
                    </a:ext>
                  </a:extLst>
                </p14:cNvPr>
                <p14:cNvContentPartPr/>
                <p14:nvPr/>
              </p14:nvContentPartPr>
              <p14:xfrm>
                <a:off x="7503116" y="3845822"/>
                <a:ext cx="35280" cy="14040"/>
              </p14:xfrm>
            </p:contentPart>
          </mc:Choice>
          <mc:Fallback xmlns="">
            <p:pic>
              <p:nvPicPr>
                <p:cNvPr id="10" name="Entrada de lápiz 9">
                  <a:extLst>
                    <a:ext uri="{FF2B5EF4-FFF2-40B4-BE49-F238E27FC236}">
                      <a16:creationId xmlns:a16="http://schemas.microsoft.com/office/drawing/2014/main" id="{F8664286-E8D7-4D72-BD82-7DD2173F3CDF}"/>
                    </a:ext>
                  </a:extLst>
                </p:cNvPr>
                <p:cNvPicPr/>
                <p:nvPr/>
              </p:nvPicPr>
              <p:blipFill>
                <a:blip r:embed="rId19"/>
                <a:stretch>
                  <a:fillRect/>
                </a:stretch>
              </p:blipFill>
              <p:spPr>
                <a:xfrm>
                  <a:off x="7494116" y="3837182"/>
                  <a:ext cx="529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Entrada de lápiz 12">
                  <a:extLst>
                    <a:ext uri="{FF2B5EF4-FFF2-40B4-BE49-F238E27FC236}">
                      <a16:creationId xmlns:a16="http://schemas.microsoft.com/office/drawing/2014/main" id="{0146C914-9FF3-467C-A3C1-C07CB8EF4BF8}"/>
                    </a:ext>
                  </a:extLst>
                </p14:cNvPr>
                <p14:cNvContentPartPr/>
                <p14:nvPr/>
              </p14:nvContentPartPr>
              <p14:xfrm>
                <a:off x="7427516" y="3556382"/>
                <a:ext cx="113760" cy="182160"/>
              </p14:xfrm>
            </p:contentPart>
          </mc:Choice>
          <mc:Fallback xmlns="">
            <p:pic>
              <p:nvPicPr>
                <p:cNvPr id="13" name="Entrada de lápiz 12">
                  <a:extLst>
                    <a:ext uri="{FF2B5EF4-FFF2-40B4-BE49-F238E27FC236}">
                      <a16:creationId xmlns:a16="http://schemas.microsoft.com/office/drawing/2014/main" id="{0146C914-9FF3-467C-A3C1-C07CB8EF4BF8}"/>
                    </a:ext>
                  </a:extLst>
                </p:cNvPr>
                <p:cNvPicPr/>
                <p:nvPr/>
              </p:nvPicPr>
              <p:blipFill>
                <a:blip r:embed="rId21"/>
                <a:stretch>
                  <a:fillRect/>
                </a:stretch>
              </p:blipFill>
              <p:spPr>
                <a:xfrm>
                  <a:off x="7418876" y="3547382"/>
                  <a:ext cx="131400" cy="199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15" name="Entrada de lápiz 14">
                <a:extLst>
                  <a:ext uri="{FF2B5EF4-FFF2-40B4-BE49-F238E27FC236}">
                    <a16:creationId xmlns:a16="http://schemas.microsoft.com/office/drawing/2014/main" id="{5681AFB0-22D4-40FB-BBD4-E08EF7A7C1AD}"/>
                  </a:ext>
                </a:extLst>
              </p14:cNvPr>
              <p14:cNvContentPartPr/>
              <p14:nvPr/>
            </p14:nvContentPartPr>
            <p14:xfrm>
              <a:off x="6953756" y="3622622"/>
              <a:ext cx="14040" cy="57240"/>
            </p14:xfrm>
          </p:contentPart>
        </mc:Choice>
        <mc:Fallback xmlns="">
          <p:pic>
            <p:nvPicPr>
              <p:cNvPr id="15" name="Entrada de lápiz 14">
                <a:extLst>
                  <a:ext uri="{FF2B5EF4-FFF2-40B4-BE49-F238E27FC236}">
                    <a16:creationId xmlns:a16="http://schemas.microsoft.com/office/drawing/2014/main" id="{5681AFB0-22D4-40FB-BBD4-E08EF7A7C1AD}"/>
                  </a:ext>
                </a:extLst>
              </p:cNvPr>
              <p:cNvPicPr/>
              <p:nvPr/>
            </p:nvPicPr>
            <p:blipFill>
              <a:blip r:embed="rId23"/>
              <a:stretch>
                <a:fillRect/>
              </a:stretch>
            </p:blipFill>
            <p:spPr>
              <a:xfrm>
                <a:off x="6944756" y="3613982"/>
                <a:ext cx="3168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Entrada de lápiz 15">
                <a:extLst>
                  <a:ext uri="{FF2B5EF4-FFF2-40B4-BE49-F238E27FC236}">
                    <a16:creationId xmlns:a16="http://schemas.microsoft.com/office/drawing/2014/main" id="{312C6145-F58F-40F7-9CD3-E8B4BF3326EE}"/>
                  </a:ext>
                </a:extLst>
              </p14:cNvPr>
              <p14:cNvContentPartPr/>
              <p14:nvPr/>
            </p14:nvContentPartPr>
            <p14:xfrm>
              <a:off x="6378476" y="4903862"/>
              <a:ext cx="393480" cy="173160"/>
            </p14:xfrm>
          </p:contentPart>
        </mc:Choice>
        <mc:Fallback xmlns="">
          <p:pic>
            <p:nvPicPr>
              <p:cNvPr id="16" name="Entrada de lápiz 15">
                <a:extLst>
                  <a:ext uri="{FF2B5EF4-FFF2-40B4-BE49-F238E27FC236}">
                    <a16:creationId xmlns:a16="http://schemas.microsoft.com/office/drawing/2014/main" id="{312C6145-F58F-40F7-9CD3-E8B4BF3326EE}"/>
                  </a:ext>
                </a:extLst>
              </p:cNvPr>
              <p:cNvPicPr/>
              <p:nvPr/>
            </p:nvPicPr>
            <p:blipFill>
              <a:blip r:embed="rId25"/>
              <a:stretch>
                <a:fillRect/>
              </a:stretch>
            </p:blipFill>
            <p:spPr>
              <a:xfrm>
                <a:off x="6369476" y="4895222"/>
                <a:ext cx="411120" cy="190800"/>
              </a:xfrm>
              <a:prstGeom prst="rect">
                <a:avLst/>
              </a:prstGeom>
            </p:spPr>
          </p:pic>
        </mc:Fallback>
      </mc:AlternateContent>
    </p:spTree>
    <p:extLst>
      <p:ext uri="{BB962C8B-B14F-4D97-AF65-F5344CB8AC3E}">
        <p14:creationId xmlns:p14="http://schemas.microsoft.com/office/powerpoint/2010/main" val="2644955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F4B1D1-751D-42B8-A5E2-83837CF493FF}"/>
              </a:ext>
            </a:extLst>
          </p:cNvPr>
          <p:cNvSpPr>
            <a:spLocks noGrp="1"/>
          </p:cNvSpPr>
          <p:nvPr>
            <p:ph type="title"/>
          </p:nvPr>
        </p:nvSpPr>
        <p:spPr/>
        <p:txBody>
          <a:bodyPr anchor="t"/>
          <a:lstStyle/>
          <a:p>
            <a:r>
              <a:rPr lang="es-ES" dirty="0"/>
              <a:t>Descenso por el gradiente</a:t>
            </a:r>
            <a:endParaRPr lang="es-B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B9976A4-C3B3-4E5F-9C9E-BA2E57CBDB34}"/>
                  </a:ext>
                </a:extLst>
              </p:cNvPr>
              <p:cNvSpPr>
                <a:spLocks noGrp="1"/>
              </p:cNvSpPr>
              <p:nvPr>
                <p:ph idx="1"/>
              </p:nvPr>
            </p:nvSpPr>
            <p:spPr/>
            <p:txBody>
              <a:bodyPr>
                <a:normAutofit/>
              </a:bodyPr>
              <a:lstStyle/>
              <a:p>
                <a:r>
                  <a:rPr lang="es-ES" sz="2800" dirty="0"/>
                  <a:t>Dada la función </a:t>
                </a:r>
                <a14:m>
                  <m:oMath xmlns:m="http://schemas.openxmlformats.org/officeDocument/2006/math">
                    <m:r>
                      <a:rPr lang="es-ES" sz="2800" i="1">
                        <a:latin typeface="Cambria Math" panose="02040503050406030204" pitchFamily="18" charset="0"/>
                      </a:rPr>
                      <m:t>𝐽</m:t>
                    </m:r>
                    <m:d>
                      <m:dPr>
                        <m:ctrlPr>
                          <a:rPr lang="es-ES" sz="2800" i="1">
                            <a:latin typeface="Cambria Math" panose="02040503050406030204" pitchFamily="18" charset="0"/>
                          </a:rPr>
                        </m:ctrlPr>
                      </m:dPr>
                      <m:e>
                        <m:sSub>
                          <m:sSubPr>
                            <m:ctrlPr>
                              <a:rPr lang="es-ES" sz="2800" i="1">
                                <a:latin typeface="Cambria Math" panose="02040503050406030204" pitchFamily="18" charset="0"/>
                                <a:ea typeface="Cambria Math" panose="02040503050406030204" pitchFamily="18" charset="0"/>
                              </a:rPr>
                            </m:ctrlPr>
                          </m:sSubPr>
                          <m:e>
                            <m:r>
                              <a:rPr lang="es-ES" sz="2800" i="1">
                                <a:latin typeface="Cambria Math" panose="02040503050406030204" pitchFamily="18" charset="0"/>
                                <a:ea typeface="Cambria Math" panose="02040503050406030204" pitchFamily="18" charset="0"/>
                              </a:rPr>
                              <m:t>𝜃</m:t>
                            </m:r>
                          </m:e>
                          <m:sub>
                            <m:r>
                              <a:rPr lang="es-ES" sz="2800" i="1">
                                <a:latin typeface="Cambria Math" panose="02040503050406030204" pitchFamily="18" charset="0"/>
                                <a:ea typeface="Cambria Math" panose="02040503050406030204" pitchFamily="18" charset="0"/>
                              </a:rPr>
                              <m:t>0</m:t>
                            </m:r>
                          </m:sub>
                        </m:sSub>
                        <m:r>
                          <a:rPr lang="es-ES" sz="2800" i="1">
                            <a:latin typeface="Cambria Math" panose="02040503050406030204" pitchFamily="18" charset="0"/>
                            <a:ea typeface="Cambria Math" panose="02040503050406030204" pitchFamily="18" charset="0"/>
                          </a:rPr>
                          <m:t>,</m:t>
                        </m:r>
                        <m:sSub>
                          <m:sSubPr>
                            <m:ctrlPr>
                              <a:rPr lang="es-ES" sz="2800" i="1">
                                <a:latin typeface="Cambria Math" panose="02040503050406030204" pitchFamily="18" charset="0"/>
                                <a:ea typeface="Cambria Math" panose="02040503050406030204" pitchFamily="18" charset="0"/>
                              </a:rPr>
                            </m:ctrlPr>
                          </m:sSubPr>
                          <m:e>
                            <m:r>
                              <a:rPr lang="es-ES" sz="2800" i="1">
                                <a:latin typeface="Cambria Math" panose="02040503050406030204" pitchFamily="18" charset="0"/>
                                <a:ea typeface="Cambria Math" panose="02040503050406030204" pitchFamily="18" charset="0"/>
                              </a:rPr>
                              <m:t>𝜃</m:t>
                            </m:r>
                          </m:e>
                          <m:sub>
                            <m:r>
                              <a:rPr lang="es-ES" sz="2800" i="1">
                                <a:latin typeface="Cambria Math" panose="02040503050406030204" pitchFamily="18" charset="0"/>
                                <a:ea typeface="Cambria Math" panose="02040503050406030204" pitchFamily="18" charset="0"/>
                              </a:rPr>
                              <m:t>1</m:t>
                            </m:r>
                          </m:sub>
                        </m:sSub>
                      </m:e>
                    </m:d>
                  </m:oMath>
                </a14:m>
                <a:r>
                  <a:rPr lang="es-BO" sz="2800" dirty="0"/>
                  <a:t>, se quiere minimizar</a:t>
                </a:r>
                <a14:m>
                  <m:oMath xmlns:m="http://schemas.openxmlformats.org/officeDocument/2006/math">
                    <m:r>
                      <a:rPr lang="es-ES" sz="2800" b="0" i="0" smtClean="0">
                        <a:latin typeface="Cambria Math" panose="02040503050406030204" pitchFamily="18" charset="0"/>
                      </a:rPr>
                      <m:t>  </m:t>
                    </m:r>
                    <m:func>
                      <m:funcPr>
                        <m:ctrlPr>
                          <a:rPr lang="es-BO" sz="2800" i="1">
                            <a:latin typeface="Cambria Math" panose="02040503050406030204" pitchFamily="18" charset="0"/>
                          </a:rPr>
                        </m:ctrlPr>
                      </m:funcPr>
                      <m:fName>
                        <m:limLow>
                          <m:limLowPr>
                            <m:ctrlPr>
                              <a:rPr lang="es-BO" sz="2800" i="1">
                                <a:latin typeface="Cambria Math" panose="02040503050406030204" pitchFamily="18" charset="0"/>
                              </a:rPr>
                            </m:ctrlPr>
                          </m:limLowPr>
                          <m:e>
                            <m:r>
                              <m:rPr>
                                <m:sty m:val="p"/>
                              </m:rPr>
                              <a:rPr lang="es-BO" sz="2800">
                                <a:latin typeface="Cambria Math" panose="02040503050406030204" pitchFamily="18" charset="0"/>
                              </a:rPr>
                              <m:t>min</m:t>
                            </m:r>
                          </m:e>
                          <m:lim>
                            <m:sSub>
                              <m:sSubPr>
                                <m:ctrlPr>
                                  <a:rPr lang="es-BO" sz="2800" i="1">
                                    <a:latin typeface="Cambria Math" panose="02040503050406030204" pitchFamily="18" charset="0"/>
                                  </a:rPr>
                                </m:ctrlPr>
                              </m:sSubPr>
                              <m:e>
                                <m:r>
                                  <a:rPr lang="es-ES" sz="2800" i="1">
                                    <a:latin typeface="Cambria Math" panose="02040503050406030204" pitchFamily="18" charset="0"/>
                                  </a:rPr>
                                  <m:t>𝜃</m:t>
                                </m:r>
                              </m:e>
                              <m:sub>
                                <m:r>
                                  <a:rPr lang="es-ES" sz="2800" i="1">
                                    <a:latin typeface="Cambria Math" panose="02040503050406030204" pitchFamily="18" charset="0"/>
                                  </a:rPr>
                                  <m:t>0</m:t>
                                </m:r>
                              </m:sub>
                            </m:sSub>
                            <m:r>
                              <a:rPr lang="es-ES" sz="2800" i="1">
                                <a:latin typeface="Cambria Math" panose="02040503050406030204" pitchFamily="18" charset="0"/>
                              </a:rPr>
                              <m:t>,</m:t>
                            </m:r>
                            <m:sSub>
                              <m:sSubPr>
                                <m:ctrlPr>
                                  <a:rPr lang="es-BO" sz="2800" i="1">
                                    <a:latin typeface="Cambria Math" panose="02040503050406030204" pitchFamily="18" charset="0"/>
                                  </a:rPr>
                                </m:ctrlPr>
                              </m:sSubPr>
                              <m:e>
                                <m:r>
                                  <a:rPr lang="es-ES" sz="2800" i="1">
                                    <a:latin typeface="Cambria Math" panose="02040503050406030204" pitchFamily="18" charset="0"/>
                                  </a:rPr>
                                  <m:t>𝜃</m:t>
                                </m:r>
                              </m:e>
                              <m:sub>
                                <m:r>
                                  <a:rPr lang="es-ES" sz="2800" i="1">
                                    <a:latin typeface="Cambria Math" panose="02040503050406030204" pitchFamily="18" charset="0"/>
                                  </a:rPr>
                                  <m:t>1</m:t>
                                </m:r>
                              </m:sub>
                            </m:sSub>
                          </m:lim>
                        </m:limLow>
                      </m:fName>
                      <m:e>
                        <m:r>
                          <a:rPr lang="es-ES" sz="2800" i="1">
                            <a:latin typeface="Cambria Math" panose="02040503050406030204" pitchFamily="18" charset="0"/>
                          </a:rPr>
                          <m:t>𝐽</m:t>
                        </m:r>
                        <m:d>
                          <m:dPr>
                            <m:ctrlPr>
                              <a:rPr lang="es-BO" sz="2800" i="1">
                                <a:latin typeface="Cambria Math" panose="02040503050406030204" pitchFamily="18" charset="0"/>
                              </a:rPr>
                            </m:ctrlPr>
                          </m:dPr>
                          <m:e>
                            <m:sSub>
                              <m:sSubPr>
                                <m:ctrlPr>
                                  <a:rPr lang="es-BO" sz="2800" i="1">
                                    <a:latin typeface="Cambria Math" panose="02040503050406030204" pitchFamily="18" charset="0"/>
                                  </a:rPr>
                                </m:ctrlPr>
                              </m:sSubPr>
                              <m:e>
                                <m:r>
                                  <a:rPr lang="es-ES" sz="2800" i="1">
                                    <a:latin typeface="Cambria Math" panose="02040503050406030204" pitchFamily="18" charset="0"/>
                                  </a:rPr>
                                  <m:t>𝜃</m:t>
                                </m:r>
                              </m:e>
                              <m:sub>
                                <m:r>
                                  <a:rPr lang="es-ES" sz="2800" i="1">
                                    <a:latin typeface="Cambria Math" panose="02040503050406030204" pitchFamily="18" charset="0"/>
                                  </a:rPr>
                                  <m:t>0</m:t>
                                </m:r>
                              </m:sub>
                            </m:sSub>
                            <m:r>
                              <a:rPr lang="es-ES" sz="2800" i="1">
                                <a:latin typeface="Cambria Math" panose="02040503050406030204" pitchFamily="18" charset="0"/>
                              </a:rPr>
                              <m:t>,</m:t>
                            </m:r>
                            <m:sSub>
                              <m:sSubPr>
                                <m:ctrlPr>
                                  <a:rPr lang="es-BO" sz="2800" i="1">
                                    <a:latin typeface="Cambria Math" panose="02040503050406030204" pitchFamily="18" charset="0"/>
                                  </a:rPr>
                                </m:ctrlPr>
                              </m:sSubPr>
                              <m:e>
                                <m:r>
                                  <a:rPr lang="es-ES" sz="2800" i="1">
                                    <a:latin typeface="Cambria Math" panose="02040503050406030204" pitchFamily="18" charset="0"/>
                                  </a:rPr>
                                  <m:t>𝜃</m:t>
                                </m:r>
                              </m:e>
                              <m:sub>
                                <m:r>
                                  <a:rPr lang="es-ES" sz="2800" i="1">
                                    <a:latin typeface="Cambria Math" panose="02040503050406030204" pitchFamily="18" charset="0"/>
                                  </a:rPr>
                                  <m:t>1</m:t>
                                </m:r>
                              </m:sub>
                            </m:sSub>
                          </m:e>
                        </m:d>
                      </m:e>
                    </m:func>
                  </m:oMath>
                </a14:m>
                <a:endParaRPr lang="es-ES" sz="2800" dirty="0">
                  <a:ea typeface="Cambria Math" panose="02040503050406030204" pitchFamily="18" charset="0"/>
                </a:endParaRPr>
              </a:p>
              <a:p>
                <a:r>
                  <a:rPr lang="es-BO" sz="2800" dirty="0"/>
                  <a:t>Estrategia:</a:t>
                </a:r>
              </a:p>
              <a:p>
                <a:pPr lvl="1"/>
                <a:r>
                  <a:rPr lang="es-BO" sz="2400" dirty="0"/>
                  <a:t>Se asignan valores iniciales a </a:t>
                </a:r>
                <a14:m>
                  <m:oMath xmlns:m="http://schemas.openxmlformats.org/officeDocument/2006/math">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0</m:t>
                            </m:r>
                          </m:sub>
                        </m:sSub>
                        <m:r>
                          <a:rPr lang="es-ES" sz="2400" i="1">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1</m:t>
                            </m:r>
                          </m:sub>
                        </m:sSub>
                      </m:e>
                    </m:d>
                  </m:oMath>
                </a14:m>
                <a:endParaRPr lang="es-BO" sz="2400" dirty="0"/>
              </a:p>
              <a:p>
                <a:pPr lvl="1"/>
                <a:r>
                  <a:rPr lang="es-BO" sz="2400" dirty="0"/>
                  <a:t>Se realizan y almacena cambios en </a:t>
                </a:r>
                <a14:m>
                  <m:oMath xmlns:m="http://schemas.openxmlformats.org/officeDocument/2006/math">
                    <m:d>
                      <m:dPr>
                        <m:begChr m:val=""/>
                        <m:endChr m:val=""/>
                        <m:ctrlPr>
                          <a:rPr lang="es-ES" sz="2400" i="1">
                            <a:latin typeface="Cambria Math" panose="02040503050406030204" pitchFamily="18" charset="0"/>
                          </a:rPr>
                        </m:ctrlPr>
                      </m:dPr>
                      <m:e>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0</m:t>
                            </m:r>
                          </m:sub>
                        </m:sSub>
                        <m:r>
                          <a:rPr lang="es-ES" sz="2400" i="1">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1</m:t>
                            </m:r>
                          </m:sub>
                        </m:sSub>
                      </m:e>
                    </m:d>
                  </m:oMath>
                </a14:m>
                <a:endParaRPr lang="es-BO" sz="2400" dirty="0"/>
              </a:p>
              <a:p>
                <a:pPr lvl="1"/>
                <a:r>
                  <a:rPr lang="es-BO" sz="2400" dirty="0"/>
                  <a:t>Hasta alcanzar un mínimo para </a:t>
                </a:r>
                <a14:m>
                  <m:oMath xmlns:m="http://schemas.openxmlformats.org/officeDocument/2006/math">
                    <m:r>
                      <a:rPr lang="es-ES" sz="2400" i="1">
                        <a:latin typeface="Cambria Math" panose="02040503050406030204" pitchFamily="18" charset="0"/>
                      </a:rPr>
                      <m:t>𝐽</m:t>
                    </m:r>
                    <m:d>
                      <m:dPr>
                        <m:ctrlPr>
                          <a:rPr lang="es-ES" sz="2400" i="1">
                            <a:latin typeface="Cambria Math" panose="02040503050406030204" pitchFamily="18" charset="0"/>
                          </a:rPr>
                        </m:ctrlPr>
                      </m:dPr>
                      <m:e>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0</m:t>
                            </m:r>
                          </m:sub>
                        </m:sSub>
                        <m:r>
                          <a:rPr lang="es-ES" sz="2400" i="1">
                            <a:latin typeface="Cambria Math" panose="02040503050406030204" pitchFamily="18" charset="0"/>
                            <a:ea typeface="Cambria Math" panose="02040503050406030204" pitchFamily="18" charset="0"/>
                          </a:rPr>
                          <m:t>,</m:t>
                        </m:r>
                        <m:sSub>
                          <m:sSubPr>
                            <m:ctrlPr>
                              <a:rPr lang="es-ES" sz="2400" i="1">
                                <a:latin typeface="Cambria Math" panose="02040503050406030204" pitchFamily="18" charset="0"/>
                                <a:ea typeface="Cambria Math" panose="02040503050406030204" pitchFamily="18" charset="0"/>
                              </a:rPr>
                            </m:ctrlPr>
                          </m:sSubPr>
                          <m:e>
                            <m:r>
                              <a:rPr lang="es-ES" sz="2400" i="1">
                                <a:latin typeface="Cambria Math" panose="02040503050406030204" pitchFamily="18" charset="0"/>
                                <a:ea typeface="Cambria Math" panose="02040503050406030204" pitchFamily="18" charset="0"/>
                              </a:rPr>
                              <m:t>𝜃</m:t>
                            </m:r>
                          </m:e>
                          <m:sub>
                            <m:r>
                              <a:rPr lang="es-ES" sz="2400" i="1">
                                <a:latin typeface="Cambria Math" panose="02040503050406030204" pitchFamily="18" charset="0"/>
                                <a:ea typeface="Cambria Math" panose="02040503050406030204" pitchFamily="18" charset="0"/>
                              </a:rPr>
                              <m:t>1</m:t>
                            </m:r>
                          </m:sub>
                        </m:sSub>
                      </m:e>
                    </m:d>
                  </m:oMath>
                </a14:m>
                <a:endParaRPr lang="es-BO" sz="2400" dirty="0"/>
              </a:p>
              <a:p>
                <a:r>
                  <a:rPr lang="es-BO" sz="2600" dirty="0"/>
                  <a:t>Formula:</a:t>
                </a:r>
              </a:p>
            </p:txBody>
          </p:sp>
        </mc:Choice>
        <mc:Fallback xmlns="">
          <p:sp>
            <p:nvSpPr>
              <p:cNvPr id="3" name="Marcador de contenido 2">
                <a:extLst>
                  <a:ext uri="{FF2B5EF4-FFF2-40B4-BE49-F238E27FC236}">
                    <a16:creationId xmlns:a16="http://schemas.microsoft.com/office/drawing/2014/main" id="{5B9976A4-C3B3-4E5F-9C9E-BA2E57CBDB34}"/>
                  </a:ext>
                </a:extLst>
              </p:cNvPr>
              <p:cNvSpPr>
                <a:spLocks noGrp="1" noRot="1" noChangeAspect="1" noMove="1" noResize="1" noEditPoints="1" noAdjustHandles="1" noChangeArrowheads="1" noChangeShapeType="1" noTextEdit="1"/>
              </p:cNvSpPr>
              <p:nvPr>
                <p:ph idx="1"/>
              </p:nvPr>
            </p:nvSpPr>
            <p:spPr>
              <a:blipFill>
                <a:blip r:embed="rId2"/>
                <a:stretch>
                  <a:fillRect l="-1212" t="-2576"/>
                </a:stretch>
              </a:blipFill>
            </p:spPr>
            <p:txBody>
              <a:bodyPr/>
              <a:lstStyle/>
              <a:p>
                <a:r>
                  <a:rPr lang="es-BO">
                    <a:noFill/>
                  </a:rPr>
                  <a:t> </a:t>
                </a:r>
              </a:p>
            </p:txBody>
          </p:sp>
        </mc:Fallback>
      </mc:AlternateContent>
      <p:sp>
        <p:nvSpPr>
          <p:cNvPr id="4" name="Marcador de número de diapositiva 3">
            <a:extLst>
              <a:ext uri="{FF2B5EF4-FFF2-40B4-BE49-F238E27FC236}">
                <a16:creationId xmlns:a16="http://schemas.microsoft.com/office/drawing/2014/main" id="{1E05E609-1439-422F-8F9E-268F8050ED6A}"/>
              </a:ext>
            </a:extLst>
          </p:cNvPr>
          <p:cNvSpPr>
            <a:spLocks noGrp="1"/>
          </p:cNvSpPr>
          <p:nvPr>
            <p:ph type="sldNum" sz="quarter" idx="12"/>
          </p:nvPr>
        </p:nvSpPr>
        <p:spPr/>
        <p:txBody>
          <a:bodyPr/>
          <a:lstStyle/>
          <a:p>
            <a:fld id="{6D22F896-40B5-4ADD-8801-0D06FADFA095}" type="slidenum">
              <a:rPr lang="en-US" smtClean="0"/>
              <a:t>31</a:t>
            </a:fld>
            <a:endParaRPr lang="en-US" dirty="0"/>
          </a:p>
        </p:txBody>
      </p:sp>
      <p:pic>
        <p:nvPicPr>
          <p:cNvPr id="5" name="Imagen 4">
            <a:extLst>
              <a:ext uri="{FF2B5EF4-FFF2-40B4-BE49-F238E27FC236}">
                <a16:creationId xmlns:a16="http://schemas.microsoft.com/office/drawing/2014/main" id="{5950879F-868D-487B-AA3E-07C9B4815118}"/>
              </a:ext>
            </a:extLst>
          </p:cNvPr>
          <p:cNvPicPr>
            <a:picLocks noChangeAspect="1"/>
          </p:cNvPicPr>
          <p:nvPr/>
        </p:nvPicPr>
        <p:blipFill>
          <a:blip r:embed="rId3"/>
          <a:stretch>
            <a:fillRect/>
          </a:stretch>
        </p:blipFill>
        <p:spPr>
          <a:xfrm>
            <a:off x="3359696" y="4289831"/>
            <a:ext cx="5879039" cy="1711720"/>
          </a:xfrm>
          <a:prstGeom prst="rect">
            <a:avLst/>
          </a:prstGeom>
        </p:spPr>
      </p:pic>
      <p:grpSp>
        <p:nvGrpSpPr>
          <p:cNvPr id="37" name="Grupo 36">
            <a:extLst>
              <a:ext uri="{FF2B5EF4-FFF2-40B4-BE49-F238E27FC236}">
                <a16:creationId xmlns:a16="http://schemas.microsoft.com/office/drawing/2014/main" id="{EFDFFC80-77C3-42E2-80EB-CF6FD7DC173C}"/>
              </a:ext>
            </a:extLst>
          </p:cNvPr>
          <p:cNvGrpSpPr/>
          <p:nvPr/>
        </p:nvGrpSpPr>
        <p:grpSpPr>
          <a:xfrm>
            <a:off x="9463676" y="3333542"/>
            <a:ext cx="153720" cy="601560"/>
            <a:chOff x="9463676" y="3333542"/>
            <a:chExt cx="153720" cy="601560"/>
          </a:xfrm>
        </p:grpSpPr>
        <mc:AlternateContent xmlns:mc="http://schemas.openxmlformats.org/markup-compatibility/2006" xmlns:p14="http://schemas.microsoft.com/office/powerpoint/2010/main">
          <mc:Choice Requires="p14">
            <p:contentPart p14:bwMode="auto" r:id="rId4">
              <p14:nvContentPartPr>
                <p14:cNvPr id="32" name="Entrada de lápiz 31">
                  <a:extLst>
                    <a:ext uri="{FF2B5EF4-FFF2-40B4-BE49-F238E27FC236}">
                      <a16:creationId xmlns:a16="http://schemas.microsoft.com/office/drawing/2014/main" id="{F34824CD-B220-4BAB-BA77-2105E9144993}"/>
                    </a:ext>
                  </a:extLst>
                </p14:cNvPr>
                <p14:cNvContentPartPr/>
                <p14:nvPr/>
              </p14:nvContentPartPr>
              <p14:xfrm>
                <a:off x="9480596" y="3333542"/>
                <a:ext cx="54360" cy="29880"/>
              </p14:xfrm>
            </p:contentPart>
          </mc:Choice>
          <mc:Fallback xmlns="">
            <p:pic>
              <p:nvPicPr>
                <p:cNvPr id="32" name="Entrada de lápiz 31">
                  <a:extLst>
                    <a:ext uri="{FF2B5EF4-FFF2-40B4-BE49-F238E27FC236}">
                      <a16:creationId xmlns:a16="http://schemas.microsoft.com/office/drawing/2014/main" id="{F34824CD-B220-4BAB-BA77-2105E9144993}"/>
                    </a:ext>
                  </a:extLst>
                </p:cNvPr>
                <p:cNvPicPr/>
                <p:nvPr/>
              </p:nvPicPr>
              <p:blipFill>
                <a:blip r:embed="rId49"/>
                <a:stretch>
                  <a:fillRect/>
                </a:stretch>
              </p:blipFill>
              <p:spPr>
                <a:xfrm>
                  <a:off x="9471596" y="3324902"/>
                  <a:ext cx="72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Entrada de lápiz 32">
                  <a:extLst>
                    <a:ext uri="{FF2B5EF4-FFF2-40B4-BE49-F238E27FC236}">
                      <a16:creationId xmlns:a16="http://schemas.microsoft.com/office/drawing/2014/main" id="{B8A87766-7EFC-4907-A24F-312A5163FCA0}"/>
                    </a:ext>
                  </a:extLst>
                </p14:cNvPr>
                <p14:cNvContentPartPr/>
                <p14:nvPr/>
              </p14:nvContentPartPr>
              <p14:xfrm>
                <a:off x="9463676" y="3428222"/>
                <a:ext cx="79560" cy="53640"/>
              </p14:xfrm>
            </p:contentPart>
          </mc:Choice>
          <mc:Fallback xmlns="">
            <p:pic>
              <p:nvPicPr>
                <p:cNvPr id="33" name="Entrada de lápiz 32">
                  <a:extLst>
                    <a:ext uri="{FF2B5EF4-FFF2-40B4-BE49-F238E27FC236}">
                      <a16:creationId xmlns:a16="http://schemas.microsoft.com/office/drawing/2014/main" id="{B8A87766-7EFC-4907-A24F-312A5163FCA0}"/>
                    </a:ext>
                  </a:extLst>
                </p:cNvPr>
                <p:cNvPicPr/>
                <p:nvPr/>
              </p:nvPicPr>
              <p:blipFill>
                <a:blip r:embed="rId51"/>
                <a:stretch>
                  <a:fillRect/>
                </a:stretch>
              </p:blipFill>
              <p:spPr>
                <a:xfrm>
                  <a:off x="9454676" y="3419582"/>
                  <a:ext cx="972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Entrada de lápiz 33">
                  <a:extLst>
                    <a:ext uri="{FF2B5EF4-FFF2-40B4-BE49-F238E27FC236}">
                      <a16:creationId xmlns:a16="http://schemas.microsoft.com/office/drawing/2014/main" id="{83C0C1AA-D8A3-44C6-ADFF-605F46C9A135}"/>
                    </a:ext>
                  </a:extLst>
                </p14:cNvPr>
                <p14:cNvContentPartPr/>
                <p14:nvPr/>
              </p14:nvContentPartPr>
              <p14:xfrm>
                <a:off x="9549716" y="3493382"/>
                <a:ext cx="11160" cy="46080"/>
              </p14:xfrm>
            </p:contentPart>
          </mc:Choice>
          <mc:Fallback xmlns="">
            <p:pic>
              <p:nvPicPr>
                <p:cNvPr id="34" name="Entrada de lápiz 33">
                  <a:extLst>
                    <a:ext uri="{FF2B5EF4-FFF2-40B4-BE49-F238E27FC236}">
                      <a16:creationId xmlns:a16="http://schemas.microsoft.com/office/drawing/2014/main" id="{83C0C1AA-D8A3-44C6-ADFF-605F46C9A135}"/>
                    </a:ext>
                  </a:extLst>
                </p:cNvPr>
                <p:cNvPicPr/>
                <p:nvPr/>
              </p:nvPicPr>
              <p:blipFill>
                <a:blip r:embed="rId53"/>
                <a:stretch>
                  <a:fillRect/>
                </a:stretch>
              </p:blipFill>
              <p:spPr>
                <a:xfrm>
                  <a:off x="9541076" y="3484382"/>
                  <a:ext cx="2880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Entrada de lápiz 34">
                  <a:extLst>
                    <a:ext uri="{FF2B5EF4-FFF2-40B4-BE49-F238E27FC236}">
                      <a16:creationId xmlns:a16="http://schemas.microsoft.com/office/drawing/2014/main" id="{1D61872A-DF8E-445A-9D40-6E7A49E1BACE}"/>
                    </a:ext>
                  </a:extLst>
                </p14:cNvPr>
                <p14:cNvContentPartPr/>
                <p14:nvPr/>
              </p14:nvContentPartPr>
              <p14:xfrm>
                <a:off x="9559436" y="3595622"/>
                <a:ext cx="11880" cy="119160"/>
              </p14:xfrm>
            </p:contentPart>
          </mc:Choice>
          <mc:Fallback xmlns="">
            <p:pic>
              <p:nvPicPr>
                <p:cNvPr id="35" name="Entrada de lápiz 34">
                  <a:extLst>
                    <a:ext uri="{FF2B5EF4-FFF2-40B4-BE49-F238E27FC236}">
                      <a16:creationId xmlns:a16="http://schemas.microsoft.com/office/drawing/2014/main" id="{1D61872A-DF8E-445A-9D40-6E7A49E1BACE}"/>
                    </a:ext>
                  </a:extLst>
                </p:cNvPr>
                <p:cNvPicPr/>
                <p:nvPr/>
              </p:nvPicPr>
              <p:blipFill>
                <a:blip r:embed="rId55"/>
                <a:stretch>
                  <a:fillRect/>
                </a:stretch>
              </p:blipFill>
              <p:spPr>
                <a:xfrm>
                  <a:off x="9550436" y="3586982"/>
                  <a:ext cx="295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Entrada de lápiz 35">
                  <a:extLst>
                    <a:ext uri="{FF2B5EF4-FFF2-40B4-BE49-F238E27FC236}">
                      <a16:creationId xmlns:a16="http://schemas.microsoft.com/office/drawing/2014/main" id="{D0806981-5BDD-485F-BA8F-BF3A8A720A78}"/>
                    </a:ext>
                  </a:extLst>
                </p14:cNvPr>
                <p14:cNvContentPartPr/>
                <p14:nvPr/>
              </p14:nvContentPartPr>
              <p14:xfrm>
                <a:off x="9604436" y="3811262"/>
                <a:ext cx="12960" cy="123840"/>
              </p14:xfrm>
            </p:contentPart>
          </mc:Choice>
          <mc:Fallback xmlns="">
            <p:pic>
              <p:nvPicPr>
                <p:cNvPr id="36" name="Entrada de lápiz 35">
                  <a:extLst>
                    <a:ext uri="{FF2B5EF4-FFF2-40B4-BE49-F238E27FC236}">
                      <a16:creationId xmlns:a16="http://schemas.microsoft.com/office/drawing/2014/main" id="{D0806981-5BDD-485F-BA8F-BF3A8A720A78}"/>
                    </a:ext>
                  </a:extLst>
                </p:cNvPr>
                <p:cNvPicPr/>
                <p:nvPr/>
              </p:nvPicPr>
              <p:blipFill>
                <a:blip r:embed="rId57"/>
                <a:stretch>
                  <a:fillRect/>
                </a:stretch>
              </p:blipFill>
              <p:spPr>
                <a:xfrm>
                  <a:off x="9595796" y="3802622"/>
                  <a:ext cx="30600" cy="141480"/>
                </a:xfrm>
                <a:prstGeom prst="rect">
                  <a:avLst/>
                </a:prstGeom>
              </p:spPr>
            </p:pic>
          </mc:Fallback>
        </mc:AlternateContent>
      </p:grpSp>
    </p:spTree>
    <p:extLst>
      <p:ext uri="{BB962C8B-B14F-4D97-AF65-F5344CB8AC3E}">
        <p14:creationId xmlns:p14="http://schemas.microsoft.com/office/powerpoint/2010/main" val="1173158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C28407B6-4493-4156-8DF0-75A913B8617E}"/>
              </a:ext>
            </a:extLst>
          </p:cNvPr>
          <p:cNvSpPr>
            <a:spLocks noGrp="1"/>
          </p:cNvSpPr>
          <p:nvPr>
            <p:ph idx="1"/>
          </p:nvPr>
        </p:nvSpPr>
        <p:spPr/>
        <p:txBody>
          <a:bodyPr/>
          <a:lstStyle/>
          <a:p>
            <a:endParaRPr lang="es-BO" dirty="0"/>
          </a:p>
        </p:txBody>
      </p:sp>
      <p:grpSp>
        <p:nvGrpSpPr>
          <p:cNvPr id="9" name="Grupo 8">
            <a:extLst>
              <a:ext uri="{FF2B5EF4-FFF2-40B4-BE49-F238E27FC236}">
                <a16:creationId xmlns:a16="http://schemas.microsoft.com/office/drawing/2014/main" id="{3447EF48-685B-B13F-5CCD-854FB007F0E2}"/>
              </a:ext>
            </a:extLst>
          </p:cNvPr>
          <p:cNvGrpSpPr/>
          <p:nvPr/>
        </p:nvGrpSpPr>
        <p:grpSpPr>
          <a:xfrm>
            <a:off x="795048" y="681038"/>
            <a:ext cx="10253952" cy="5376863"/>
            <a:chOff x="795048" y="681038"/>
            <a:chExt cx="10253952" cy="5376863"/>
          </a:xfrm>
        </p:grpSpPr>
        <p:grpSp>
          <p:nvGrpSpPr>
            <p:cNvPr id="6" name="Grupo 5">
              <a:extLst>
                <a:ext uri="{FF2B5EF4-FFF2-40B4-BE49-F238E27FC236}">
                  <a16:creationId xmlns:a16="http://schemas.microsoft.com/office/drawing/2014/main" id="{6156742F-E476-07A6-6B07-C3F5CAFA0650}"/>
                </a:ext>
              </a:extLst>
            </p:cNvPr>
            <p:cNvGrpSpPr/>
            <p:nvPr/>
          </p:nvGrpSpPr>
          <p:grpSpPr>
            <a:xfrm>
              <a:off x="795048" y="681038"/>
              <a:ext cx="10253952" cy="5376863"/>
              <a:chOff x="795048" y="681038"/>
              <a:chExt cx="10253952" cy="5376863"/>
            </a:xfrm>
          </p:grpSpPr>
          <p:grpSp>
            <p:nvGrpSpPr>
              <p:cNvPr id="4" name="Grupo 3">
                <a:extLst>
                  <a:ext uri="{FF2B5EF4-FFF2-40B4-BE49-F238E27FC236}">
                    <a16:creationId xmlns:a16="http://schemas.microsoft.com/office/drawing/2014/main" id="{86835C32-193E-D787-629F-B617DEFF7908}"/>
                  </a:ext>
                </a:extLst>
              </p:cNvPr>
              <p:cNvGrpSpPr/>
              <p:nvPr/>
            </p:nvGrpSpPr>
            <p:grpSpPr>
              <a:xfrm>
                <a:off x="795048" y="681038"/>
                <a:ext cx="10253952" cy="5376863"/>
                <a:chOff x="795048" y="681038"/>
                <a:chExt cx="10253952" cy="5376863"/>
              </a:xfrm>
            </p:grpSpPr>
            <p:grpSp>
              <p:nvGrpSpPr>
                <p:cNvPr id="2" name="Grupo 1">
                  <a:extLst>
                    <a:ext uri="{FF2B5EF4-FFF2-40B4-BE49-F238E27FC236}">
                      <a16:creationId xmlns:a16="http://schemas.microsoft.com/office/drawing/2014/main" id="{4047338D-F9A9-401A-2FCA-C175CB8935F2}"/>
                    </a:ext>
                  </a:extLst>
                </p:cNvPr>
                <p:cNvGrpSpPr/>
                <p:nvPr/>
              </p:nvGrpSpPr>
              <p:grpSpPr>
                <a:xfrm>
                  <a:off x="795048" y="681038"/>
                  <a:ext cx="10253952" cy="5376863"/>
                  <a:chOff x="795048" y="681038"/>
                  <a:chExt cx="10253952" cy="5376863"/>
                </a:xfrm>
              </p:grpSpPr>
              <p:pic>
                <p:nvPicPr>
                  <p:cNvPr id="50178" name="Picture 2"/>
                  <p:cNvPicPr>
                    <a:picLocks noChangeAspect="1" noChangeArrowheads="1"/>
                  </p:cNvPicPr>
                  <p:nvPr/>
                </p:nvPicPr>
                <p:blipFill>
                  <a:blip r:embed="rId3" cstate="print"/>
                  <a:srcRect/>
                  <a:stretch>
                    <a:fillRect/>
                  </a:stretch>
                </p:blipFill>
                <p:spPr bwMode="auto">
                  <a:xfrm>
                    <a:off x="812800" y="681038"/>
                    <a:ext cx="10236200" cy="5376863"/>
                  </a:xfrm>
                  <a:prstGeom prst="rect">
                    <a:avLst/>
                  </a:prstGeom>
                  <a:noFill/>
                  <a:ln w="9525">
                    <a:noFill/>
                    <a:miter lim="800000"/>
                    <a:headEnd/>
                    <a:tailEnd/>
                  </a:ln>
                </p:spPr>
              </p:pic>
              <p:sp>
                <p:nvSpPr>
                  <p:cNvPr id="23" name="Text Box 21"/>
                  <p:cNvSpPr txBox="1">
                    <a:spLocks noChangeArrowheads="1"/>
                  </p:cNvSpPr>
                  <p:nvPr/>
                </p:nvSpPr>
                <p:spPr bwMode="auto">
                  <a:xfrm>
                    <a:off x="795048" y="3173094"/>
                    <a:ext cx="1071127" cy="461665"/>
                  </a:xfrm>
                  <a:prstGeom prst="rect">
                    <a:avLst/>
                  </a:prstGeom>
                  <a:noFill/>
                  <a:ln w="9525">
                    <a:noFill/>
                    <a:miter lim="800000"/>
                    <a:headEnd/>
                    <a:tailEnd/>
                  </a:ln>
                </p:spPr>
                <p:txBody>
                  <a:bodyPr wrap="none">
                    <a:spAutoFit/>
                  </a:bodyPr>
                  <a:lstStyle/>
                  <a:p>
                    <a:r>
                      <a:rPr lang="en-US" sz="2400" dirty="0">
                        <a:solidFill>
                          <a:prstClr val="black"/>
                        </a:solidFill>
                      </a:rPr>
                      <a:t>J(</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0</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1</a:t>
                    </a:r>
                    <a:r>
                      <a:rPr lang="en-US" sz="2400" dirty="0">
                        <a:solidFill>
                          <a:prstClr val="black"/>
                        </a:solidFill>
                      </a:rPr>
                      <a:t>)</a:t>
                    </a:r>
                    <a:endParaRPr lang="en-US" sz="2400" baseline="-25000" dirty="0">
                      <a:solidFill>
                        <a:prstClr val="black"/>
                      </a:solidFill>
                      <a:latin typeface="Symbol" pitchFamily="18" charset="2"/>
                      <a:sym typeface="Symbol" pitchFamily="18" charset="2"/>
                    </a:endParaRPr>
                  </a:p>
                </p:txBody>
              </p:sp>
            </p:grpSp>
            <p:sp>
              <p:nvSpPr>
                <p:cNvPr id="50197" name="Text Box 23"/>
                <p:cNvSpPr txBox="1">
                  <a:spLocks noChangeArrowheads="1"/>
                </p:cNvSpPr>
                <p:nvPr/>
              </p:nvSpPr>
              <p:spPr bwMode="auto">
                <a:xfrm>
                  <a:off x="3668184" y="5332413"/>
                  <a:ext cx="447558" cy="461665"/>
                </a:xfrm>
                <a:prstGeom prst="rect">
                  <a:avLst/>
                </a:prstGeom>
                <a:noFill/>
                <a:ln w="9525">
                  <a:noFill/>
                  <a:miter lim="800000"/>
                  <a:headEnd/>
                  <a:tailEnd/>
                </a:ln>
              </p:spPr>
              <p:txBody>
                <a:bodyPr wrap="none">
                  <a:spAutoFit/>
                </a:bodyPr>
                <a:lstStyle/>
                <a:p>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0</a:t>
                  </a:r>
                  <a:endParaRPr lang="en-US" sz="2400" baseline="-25000" dirty="0">
                    <a:solidFill>
                      <a:prstClr val="black"/>
                    </a:solidFill>
                    <a:latin typeface="Symbol" pitchFamily="18" charset="2"/>
                  </a:endParaRPr>
                </a:p>
              </p:txBody>
            </p:sp>
          </p:grpSp>
          <p:sp>
            <p:nvSpPr>
              <p:cNvPr id="50196" name="Text Box 22"/>
              <p:cNvSpPr txBox="1">
                <a:spLocks noChangeArrowheads="1"/>
              </p:cNvSpPr>
              <p:nvPr/>
            </p:nvSpPr>
            <p:spPr bwMode="auto">
              <a:xfrm>
                <a:off x="9029701" y="4953000"/>
                <a:ext cx="447558" cy="461665"/>
              </a:xfrm>
              <a:prstGeom prst="rect">
                <a:avLst/>
              </a:prstGeom>
              <a:noFill/>
              <a:ln w="9525">
                <a:noFill/>
                <a:miter lim="800000"/>
                <a:headEnd/>
                <a:tailEnd/>
              </a:ln>
            </p:spPr>
            <p:txBody>
              <a:bodyPr wrap="none">
                <a:spAutoFit/>
              </a:bodyPr>
              <a:lstStyle/>
              <a:p>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1</a:t>
                </a:r>
                <a:endParaRPr lang="en-US" sz="2400" baseline="-25000" dirty="0">
                  <a:solidFill>
                    <a:prstClr val="black"/>
                  </a:solidFill>
                  <a:latin typeface="Symbol" pitchFamily="18" charset="2"/>
                </a:endParaRPr>
              </a:p>
            </p:txBody>
          </p:sp>
        </p:grpSp>
        <p:grpSp>
          <p:nvGrpSpPr>
            <p:cNvPr id="8" name="Grupo 7">
              <a:extLst>
                <a:ext uri="{FF2B5EF4-FFF2-40B4-BE49-F238E27FC236}">
                  <a16:creationId xmlns:a16="http://schemas.microsoft.com/office/drawing/2014/main" id="{27C04BED-A25B-D1FF-9C3F-FD021A1A1F62}"/>
                </a:ext>
              </a:extLst>
            </p:cNvPr>
            <p:cNvGrpSpPr/>
            <p:nvPr/>
          </p:nvGrpSpPr>
          <p:grpSpPr>
            <a:xfrm>
              <a:off x="4775200" y="2698749"/>
              <a:ext cx="1016000" cy="2033587"/>
              <a:chOff x="4775200" y="2698749"/>
              <a:chExt cx="1016000" cy="2033587"/>
            </a:xfrm>
          </p:grpSpPr>
          <p:sp>
            <p:nvSpPr>
              <p:cNvPr id="477194" name="AutoShape 10"/>
              <p:cNvSpPr>
                <a:spLocks noChangeArrowheads="1"/>
              </p:cNvSpPr>
              <p:nvPr/>
            </p:nvSpPr>
            <p:spPr bwMode="auto">
              <a:xfrm>
                <a:off x="4775200" y="35893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1" name="AutoShape 7"/>
              <p:cNvSpPr>
                <a:spLocks noChangeArrowheads="1"/>
              </p:cNvSpPr>
              <p:nvPr/>
            </p:nvSpPr>
            <p:spPr bwMode="auto">
              <a:xfrm>
                <a:off x="5054600" y="269874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2" name="AutoShape 8"/>
              <p:cNvSpPr>
                <a:spLocks noChangeArrowheads="1"/>
              </p:cNvSpPr>
              <p:nvPr/>
            </p:nvSpPr>
            <p:spPr bwMode="auto">
              <a:xfrm>
                <a:off x="5105400" y="2989261"/>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3" name="AutoShape 9"/>
              <p:cNvSpPr>
                <a:spLocks noChangeArrowheads="1"/>
              </p:cNvSpPr>
              <p:nvPr/>
            </p:nvSpPr>
            <p:spPr bwMode="auto">
              <a:xfrm>
                <a:off x="5080000" y="32845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5" name="AutoShape 11"/>
              <p:cNvSpPr>
                <a:spLocks noChangeArrowheads="1"/>
              </p:cNvSpPr>
              <p:nvPr/>
            </p:nvSpPr>
            <p:spPr bwMode="auto">
              <a:xfrm>
                <a:off x="4876800" y="38941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6" name="AutoShape 12"/>
              <p:cNvSpPr>
                <a:spLocks noChangeArrowheads="1"/>
              </p:cNvSpPr>
              <p:nvPr/>
            </p:nvSpPr>
            <p:spPr bwMode="auto">
              <a:xfrm>
                <a:off x="5283200" y="39703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7" name="AutoShape 13"/>
              <p:cNvSpPr>
                <a:spLocks noChangeArrowheads="1"/>
              </p:cNvSpPr>
              <p:nvPr/>
            </p:nvSpPr>
            <p:spPr bwMode="auto">
              <a:xfrm>
                <a:off x="5486400" y="41989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7198" name="AutoShape 14"/>
              <p:cNvSpPr>
                <a:spLocks noChangeArrowheads="1"/>
              </p:cNvSpPr>
              <p:nvPr/>
            </p:nvSpPr>
            <p:spPr bwMode="auto">
              <a:xfrm>
                <a:off x="5384800" y="4503736"/>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cxnSp>
            <p:nvCxnSpPr>
              <p:cNvPr id="477199" name="AutoShape 15"/>
              <p:cNvCxnSpPr>
                <a:cxnSpLocks noChangeShapeType="1"/>
              </p:cNvCxnSpPr>
              <p:nvPr/>
            </p:nvCxnSpPr>
            <p:spPr bwMode="auto">
              <a:xfrm>
                <a:off x="4923367" y="3703636"/>
                <a:ext cx="101600" cy="304800"/>
              </a:xfrm>
              <a:prstGeom prst="straightConnector1">
                <a:avLst/>
              </a:prstGeom>
              <a:noFill/>
              <a:ln w="28575">
                <a:solidFill>
                  <a:schemeClr val="tx1"/>
                </a:solidFill>
                <a:round/>
                <a:headEnd/>
                <a:tailEnd/>
              </a:ln>
            </p:spPr>
          </p:cxnSp>
          <p:cxnSp>
            <p:nvCxnSpPr>
              <p:cNvPr id="477200" name="AutoShape 16"/>
              <p:cNvCxnSpPr>
                <a:cxnSpLocks noChangeShapeType="1"/>
              </p:cNvCxnSpPr>
              <p:nvPr/>
            </p:nvCxnSpPr>
            <p:spPr bwMode="auto">
              <a:xfrm flipH="1">
                <a:off x="4923367" y="3398836"/>
                <a:ext cx="304800" cy="304800"/>
              </a:xfrm>
              <a:prstGeom prst="straightConnector1">
                <a:avLst/>
              </a:prstGeom>
              <a:noFill/>
              <a:ln w="28575">
                <a:solidFill>
                  <a:schemeClr val="tx1"/>
                </a:solidFill>
                <a:round/>
                <a:headEnd/>
                <a:tailEnd/>
              </a:ln>
            </p:spPr>
          </p:cxnSp>
          <p:cxnSp>
            <p:nvCxnSpPr>
              <p:cNvPr id="477201" name="AutoShape 17"/>
              <p:cNvCxnSpPr>
                <a:cxnSpLocks noChangeShapeType="1"/>
              </p:cNvCxnSpPr>
              <p:nvPr/>
            </p:nvCxnSpPr>
            <p:spPr bwMode="auto">
              <a:xfrm>
                <a:off x="5033433" y="4008436"/>
                <a:ext cx="406400" cy="76200"/>
              </a:xfrm>
              <a:prstGeom prst="straightConnector1">
                <a:avLst/>
              </a:prstGeom>
              <a:noFill/>
              <a:ln w="28575">
                <a:solidFill>
                  <a:schemeClr val="tx1"/>
                </a:solidFill>
                <a:round/>
                <a:headEnd/>
                <a:tailEnd/>
              </a:ln>
            </p:spPr>
          </p:cxnSp>
          <p:cxnSp>
            <p:nvCxnSpPr>
              <p:cNvPr id="477202" name="AutoShape 18"/>
              <p:cNvCxnSpPr>
                <a:cxnSpLocks noChangeShapeType="1"/>
              </p:cNvCxnSpPr>
              <p:nvPr/>
            </p:nvCxnSpPr>
            <p:spPr bwMode="auto">
              <a:xfrm>
                <a:off x="5425017" y="4084636"/>
                <a:ext cx="203200" cy="228600"/>
              </a:xfrm>
              <a:prstGeom prst="straightConnector1">
                <a:avLst/>
              </a:prstGeom>
              <a:noFill/>
              <a:ln w="28575">
                <a:solidFill>
                  <a:schemeClr val="tx1"/>
                </a:solidFill>
                <a:round/>
                <a:headEnd/>
                <a:tailEnd/>
              </a:ln>
            </p:spPr>
          </p:cxnSp>
          <p:cxnSp>
            <p:nvCxnSpPr>
              <p:cNvPr id="477203" name="AutoShape 19"/>
              <p:cNvCxnSpPr>
                <a:cxnSpLocks noChangeShapeType="1"/>
              </p:cNvCxnSpPr>
              <p:nvPr/>
            </p:nvCxnSpPr>
            <p:spPr bwMode="auto">
              <a:xfrm flipH="1">
                <a:off x="5526617" y="4313236"/>
                <a:ext cx="101600" cy="304800"/>
              </a:xfrm>
              <a:prstGeom prst="straightConnector1">
                <a:avLst/>
              </a:prstGeom>
              <a:noFill/>
              <a:ln w="28575">
                <a:solidFill>
                  <a:schemeClr val="tx1"/>
                </a:solidFill>
                <a:round/>
                <a:headEnd/>
                <a:tailEnd/>
              </a:ln>
            </p:spPr>
          </p:cxnSp>
          <p:sp>
            <p:nvSpPr>
              <p:cNvPr id="477204" name="Line 20"/>
              <p:cNvSpPr>
                <a:spLocks noChangeShapeType="1"/>
              </p:cNvSpPr>
              <p:nvPr/>
            </p:nvSpPr>
            <p:spPr bwMode="auto">
              <a:xfrm>
                <a:off x="5207002" y="2813049"/>
                <a:ext cx="57151" cy="304800"/>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477205" name="Line 21"/>
              <p:cNvSpPr>
                <a:spLocks noChangeShapeType="1"/>
              </p:cNvSpPr>
              <p:nvPr/>
            </p:nvSpPr>
            <p:spPr bwMode="auto">
              <a:xfrm flipH="1">
                <a:off x="5232402" y="3113087"/>
                <a:ext cx="31751" cy="280988"/>
              </a:xfrm>
              <a:prstGeom prst="line">
                <a:avLst/>
              </a:prstGeom>
              <a:noFill/>
              <a:ln w="28575">
                <a:solidFill>
                  <a:schemeClr val="tx1"/>
                </a:solidFill>
                <a:round/>
                <a:headEnd/>
                <a:tailEnd/>
              </a:ln>
            </p:spPr>
            <p:txBody>
              <a:bodyPr/>
              <a:lstStyle/>
              <a:p>
                <a:endParaRPr lang="en-US" sz="2400">
                  <a:solidFill>
                    <a:prstClr val="black"/>
                  </a:solidFill>
                </a:endParaRPr>
              </a:p>
            </p:txBody>
          </p:sp>
        </p:grpSp>
      </p:grpSp>
      <p:sp>
        <p:nvSpPr>
          <p:cNvPr id="3" name="Título 2">
            <a:extLst>
              <a:ext uri="{FF2B5EF4-FFF2-40B4-BE49-F238E27FC236}">
                <a16:creationId xmlns:a16="http://schemas.microsoft.com/office/drawing/2014/main" id="{E5248A8B-EF6A-46F1-958D-E6FD112CEBA7}"/>
              </a:ext>
            </a:extLst>
          </p:cNvPr>
          <p:cNvSpPr>
            <a:spLocks noGrp="1"/>
          </p:cNvSpPr>
          <p:nvPr>
            <p:ph type="title"/>
          </p:nvPr>
        </p:nvSpPr>
        <p:spPr/>
        <p:txBody>
          <a:bodyPr anchor="t"/>
          <a:lstStyle/>
          <a:p>
            <a:r>
              <a:rPr lang="es-ES" dirty="0"/>
              <a:t>Gráfico del descenso por el gradiente</a:t>
            </a:r>
            <a:endParaRPr lang="es-BO" dirty="0"/>
          </a:p>
        </p:txBody>
      </p:sp>
    </p:spTree>
    <p:extLst>
      <p:ext uri="{BB962C8B-B14F-4D97-AF65-F5344CB8AC3E}">
        <p14:creationId xmlns:p14="http://schemas.microsoft.com/office/powerpoint/2010/main" val="2854360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35CE2584-37EA-7FD4-BB7F-8359C85C4258}"/>
              </a:ext>
            </a:extLst>
          </p:cNvPr>
          <p:cNvGrpSpPr/>
          <p:nvPr/>
        </p:nvGrpSpPr>
        <p:grpSpPr>
          <a:xfrm>
            <a:off x="795048" y="681038"/>
            <a:ext cx="10253952" cy="5376863"/>
            <a:chOff x="795048" y="681038"/>
            <a:chExt cx="10253952" cy="5376863"/>
          </a:xfrm>
        </p:grpSpPr>
        <p:grpSp>
          <p:nvGrpSpPr>
            <p:cNvPr id="4" name="Grupo 3">
              <a:extLst>
                <a:ext uri="{FF2B5EF4-FFF2-40B4-BE49-F238E27FC236}">
                  <a16:creationId xmlns:a16="http://schemas.microsoft.com/office/drawing/2014/main" id="{5A089C40-21C5-2111-B898-D2DFDD9BCDA4}"/>
                </a:ext>
              </a:extLst>
            </p:cNvPr>
            <p:cNvGrpSpPr/>
            <p:nvPr/>
          </p:nvGrpSpPr>
          <p:grpSpPr>
            <a:xfrm>
              <a:off x="795048" y="681038"/>
              <a:ext cx="10253952" cy="5376863"/>
              <a:chOff x="795048" y="681038"/>
              <a:chExt cx="10253952" cy="5376863"/>
            </a:xfrm>
          </p:grpSpPr>
          <p:pic>
            <p:nvPicPr>
              <p:cNvPr id="20" name="Picture 2"/>
              <p:cNvPicPr>
                <a:picLocks noChangeAspect="1" noChangeArrowheads="1"/>
              </p:cNvPicPr>
              <p:nvPr/>
            </p:nvPicPr>
            <p:blipFill>
              <a:blip r:embed="rId3" cstate="print"/>
              <a:srcRect/>
              <a:stretch>
                <a:fillRect/>
              </a:stretch>
            </p:blipFill>
            <p:spPr bwMode="auto">
              <a:xfrm>
                <a:off x="812800" y="681038"/>
                <a:ext cx="10236200" cy="5376863"/>
              </a:xfrm>
              <a:prstGeom prst="rect">
                <a:avLst/>
              </a:prstGeom>
              <a:noFill/>
              <a:ln w="9525">
                <a:noFill/>
                <a:miter lim="800000"/>
                <a:headEnd/>
                <a:tailEnd/>
              </a:ln>
            </p:spPr>
          </p:pic>
          <p:grpSp>
            <p:nvGrpSpPr>
              <p:cNvPr id="2" name="Grupo 1">
                <a:extLst>
                  <a:ext uri="{FF2B5EF4-FFF2-40B4-BE49-F238E27FC236}">
                    <a16:creationId xmlns:a16="http://schemas.microsoft.com/office/drawing/2014/main" id="{9EB35DC5-2B1E-CA05-D5E5-608E3F524FB5}"/>
                  </a:ext>
                </a:extLst>
              </p:cNvPr>
              <p:cNvGrpSpPr/>
              <p:nvPr/>
            </p:nvGrpSpPr>
            <p:grpSpPr>
              <a:xfrm>
                <a:off x="795048" y="3177857"/>
                <a:ext cx="8682211" cy="2608284"/>
                <a:chOff x="795048" y="3177857"/>
                <a:chExt cx="8682211" cy="2608284"/>
              </a:xfrm>
            </p:grpSpPr>
            <p:sp>
              <p:nvSpPr>
                <p:cNvPr id="51204" name="Text Box 4"/>
                <p:cNvSpPr txBox="1">
                  <a:spLocks noChangeArrowheads="1"/>
                </p:cNvSpPr>
                <p:nvPr/>
              </p:nvSpPr>
              <p:spPr bwMode="auto">
                <a:xfrm>
                  <a:off x="3668184" y="5324476"/>
                  <a:ext cx="447558" cy="461665"/>
                </a:xfrm>
                <a:prstGeom prst="rect">
                  <a:avLst/>
                </a:prstGeom>
                <a:noFill/>
                <a:ln w="9525">
                  <a:noFill/>
                  <a:miter lim="800000"/>
                  <a:headEnd/>
                  <a:tailEnd/>
                </a:ln>
              </p:spPr>
              <p:txBody>
                <a:bodyPr wrap="none">
                  <a:spAutoFit/>
                </a:bodyPr>
                <a:lstStyle/>
                <a:p>
                  <a:r>
                    <a:rPr lang="en-US" sz="2400">
                      <a:solidFill>
                        <a:prstClr val="black"/>
                      </a:solidFill>
                      <a:latin typeface="Symbol" pitchFamily="18" charset="2"/>
                      <a:sym typeface="Symbol" pitchFamily="18" charset="2"/>
                    </a:rPr>
                    <a:t></a:t>
                  </a:r>
                  <a:r>
                    <a:rPr lang="en-US" sz="2400" baseline="-25000">
                      <a:solidFill>
                        <a:prstClr val="black"/>
                      </a:solidFill>
                      <a:latin typeface="Symbol" pitchFamily="18" charset="2"/>
                      <a:sym typeface="Symbol" pitchFamily="18" charset="2"/>
                    </a:rPr>
                    <a:t>0</a:t>
                  </a:r>
                  <a:endParaRPr lang="en-US" sz="2400" baseline="-25000">
                    <a:solidFill>
                      <a:prstClr val="black"/>
                    </a:solidFill>
                    <a:latin typeface="Symbol" pitchFamily="18" charset="2"/>
                  </a:endParaRPr>
                </a:p>
              </p:txBody>
            </p:sp>
            <p:sp>
              <p:nvSpPr>
                <p:cNvPr id="51205" name="Text Box 5"/>
                <p:cNvSpPr txBox="1">
                  <a:spLocks noChangeArrowheads="1"/>
                </p:cNvSpPr>
                <p:nvPr/>
              </p:nvSpPr>
              <p:spPr bwMode="auto">
                <a:xfrm>
                  <a:off x="9029701" y="4945062"/>
                  <a:ext cx="447558" cy="461665"/>
                </a:xfrm>
                <a:prstGeom prst="rect">
                  <a:avLst/>
                </a:prstGeom>
                <a:noFill/>
                <a:ln w="9525">
                  <a:noFill/>
                  <a:miter lim="800000"/>
                  <a:headEnd/>
                  <a:tailEnd/>
                </a:ln>
              </p:spPr>
              <p:txBody>
                <a:bodyPr wrap="none">
                  <a:spAutoFit/>
                </a:bodyPr>
                <a:lstStyle/>
                <a:p>
                  <a:r>
                    <a:rPr lang="en-US" sz="2400">
                      <a:solidFill>
                        <a:prstClr val="black"/>
                      </a:solidFill>
                      <a:latin typeface="Symbol" pitchFamily="18" charset="2"/>
                      <a:sym typeface="Symbol" pitchFamily="18" charset="2"/>
                    </a:rPr>
                    <a:t></a:t>
                  </a:r>
                  <a:r>
                    <a:rPr lang="en-US" sz="2400" baseline="-25000">
                      <a:solidFill>
                        <a:prstClr val="black"/>
                      </a:solidFill>
                      <a:latin typeface="Symbol" pitchFamily="18" charset="2"/>
                      <a:sym typeface="Symbol" pitchFamily="18" charset="2"/>
                    </a:rPr>
                    <a:t>1</a:t>
                  </a:r>
                  <a:endParaRPr lang="en-US" sz="2400" baseline="-25000">
                    <a:solidFill>
                      <a:prstClr val="black"/>
                    </a:solidFill>
                    <a:latin typeface="Symbol" pitchFamily="18" charset="2"/>
                  </a:endParaRPr>
                </a:p>
              </p:txBody>
            </p:sp>
            <p:sp>
              <p:nvSpPr>
                <p:cNvPr id="22" name="Text Box 21"/>
                <p:cNvSpPr txBox="1">
                  <a:spLocks noChangeArrowheads="1"/>
                </p:cNvSpPr>
                <p:nvPr/>
              </p:nvSpPr>
              <p:spPr bwMode="auto">
                <a:xfrm>
                  <a:off x="795048" y="3177857"/>
                  <a:ext cx="1071127" cy="461665"/>
                </a:xfrm>
                <a:prstGeom prst="rect">
                  <a:avLst/>
                </a:prstGeom>
                <a:noFill/>
                <a:ln w="9525">
                  <a:noFill/>
                  <a:miter lim="800000"/>
                  <a:headEnd/>
                  <a:tailEnd/>
                </a:ln>
              </p:spPr>
              <p:txBody>
                <a:bodyPr wrap="none">
                  <a:spAutoFit/>
                </a:bodyPr>
                <a:lstStyle/>
                <a:p>
                  <a:r>
                    <a:rPr lang="en-US" sz="2400" dirty="0">
                      <a:solidFill>
                        <a:prstClr val="black"/>
                      </a:solidFill>
                    </a:rPr>
                    <a:t>J(</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0</a:t>
                  </a:r>
                  <a:r>
                    <a:rPr lang="en-US" sz="2400" dirty="0">
                      <a:solidFill>
                        <a:prstClr val="black"/>
                      </a:solidFill>
                      <a:latin typeface="Symbol" pitchFamily="18" charset="2"/>
                      <a:sym typeface="Symbol" pitchFamily="18" charset="2"/>
                    </a:rPr>
                    <a:t>,</a:t>
                  </a:r>
                  <a:r>
                    <a:rPr lang="en-US" sz="2400" baseline="-25000" dirty="0">
                      <a:solidFill>
                        <a:prstClr val="black"/>
                      </a:solidFill>
                      <a:latin typeface="Symbol" pitchFamily="18" charset="2"/>
                      <a:sym typeface="Symbol" pitchFamily="18" charset="2"/>
                    </a:rPr>
                    <a:t>1</a:t>
                  </a:r>
                  <a:r>
                    <a:rPr lang="en-US" sz="2400" dirty="0">
                      <a:solidFill>
                        <a:prstClr val="black"/>
                      </a:solidFill>
                    </a:rPr>
                    <a:t>)</a:t>
                  </a:r>
                  <a:endParaRPr lang="en-US" sz="2400" baseline="-25000" dirty="0">
                    <a:solidFill>
                      <a:prstClr val="black"/>
                    </a:solidFill>
                    <a:latin typeface="Symbol" pitchFamily="18" charset="2"/>
                    <a:sym typeface="Symbol" pitchFamily="18" charset="2"/>
                  </a:endParaRPr>
                </a:p>
              </p:txBody>
            </p:sp>
          </p:grpSp>
        </p:grpSp>
        <p:grpSp>
          <p:nvGrpSpPr>
            <p:cNvPr id="5" name="Grupo 4">
              <a:extLst>
                <a:ext uri="{FF2B5EF4-FFF2-40B4-BE49-F238E27FC236}">
                  <a16:creationId xmlns:a16="http://schemas.microsoft.com/office/drawing/2014/main" id="{B5DAB632-960D-D42A-3DB9-74CAF81F687E}"/>
                </a:ext>
              </a:extLst>
            </p:cNvPr>
            <p:cNvGrpSpPr/>
            <p:nvPr/>
          </p:nvGrpSpPr>
          <p:grpSpPr>
            <a:xfrm>
              <a:off x="5054600" y="2566987"/>
              <a:ext cx="3276600" cy="1471612"/>
              <a:chOff x="5054600" y="2566987"/>
              <a:chExt cx="3276600" cy="1471612"/>
            </a:xfrm>
          </p:grpSpPr>
          <p:sp>
            <p:nvSpPr>
              <p:cNvPr id="479239" name="AutoShape 7"/>
              <p:cNvSpPr>
                <a:spLocks noChangeArrowheads="1"/>
              </p:cNvSpPr>
              <p:nvPr/>
            </p:nvSpPr>
            <p:spPr bwMode="auto">
              <a:xfrm>
                <a:off x="5314951" y="2566987"/>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0" name="AutoShape 8"/>
              <p:cNvSpPr>
                <a:spLocks noChangeArrowheads="1"/>
              </p:cNvSpPr>
              <p:nvPr/>
            </p:nvSpPr>
            <p:spPr bwMode="auto">
              <a:xfrm>
                <a:off x="5657851" y="287654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1" name="AutoShape 9"/>
              <p:cNvSpPr>
                <a:spLocks noChangeArrowheads="1"/>
              </p:cNvSpPr>
              <p:nvPr/>
            </p:nvSpPr>
            <p:spPr bwMode="auto">
              <a:xfrm>
                <a:off x="6038851" y="3000373"/>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2" name="AutoShape 10"/>
              <p:cNvSpPr>
                <a:spLocks noChangeArrowheads="1"/>
              </p:cNvSpPr>
              <p:nvPr/>
            </p:nvSpPr>
            <p:spPr bwMode="auto">
              <a:xfrm>
                <a:off x="6502400" y="32765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3" name="AutoShape 11"/>
              <p:cNvSpPr>
                <a:spLocks noChangeArrowheads="1"/>
              </p:cNvSpPr>
              <p:nvPr/>
            </p:nvSpPr>
            <p:spPr bwMode="auto">
              <a:xfrm>
                <a:off x="7010400" y="35051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4" name="AutoShape 12"/>
              <p:cNvSpPr>
                <a:spLocks noChangeArrowheads="1"/>
              </p:cNvSpPr>
              <p:nvPr/>
            </p:nvSpPr>
            <p:spPr bwMode="auto">
              <a:xfrm>
                <a:off x="7518400" y="36575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45" name="AutoShape 13"/>
              <p:cNvSpPr>
                <a:spLocks noChangeArrowheads="1"/>
              </p:cNvSpPr>
              <p:nvPr/>
            </p:nvSpPr>
            <p:spPr bwMode="auto">
              <a:xfrm>
                <a:off x="8026400" y="3809999"/>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cxnSp>
            <p:nvCxnSpPr>
              <p:cNvPr id="479246" name="AutoShape 14"/>
              <p:cNvCxnSpPr>
                <a:cxnSpLocks noChangeShapeType="1"/>
              </p:cNvCxnSpPr>
              <p:nvPr/>
            </p:nvCxnSpPr>
            <p:spPr bwMode="auto">
              <a:xfrm>
                <a:off x="6635751" y="3390899"/>
                <a:ext cx="508000" cy="228600"/>
              </a:xfrm>
              <a:prstGeom prst="straightConnector1">
                <a:avLst/>
              </a:prstGeom>
              <a:noFill/>
              <a:ln w="28575">
                <a:solidFill>
                  <a:schemeClr val="tx1"/>
                </a:solidFill>
                <a:round/>
                <a:headEnd/>
                <a:tailEnd/>
              </a:ln>
            </p:spPr>
          </p:cxnSp>
          <p:cxnSp>
            <p:nvCxnSpPr>
              <p:cNvPr id="479247" name="AutoShape 15"/>
              <p:cNvCxnSpPr>
                <a:cxnSpLocks noChangeShapeType="1"/>
              </p:cNvCxnSpPr>
              <p:nvPr/>
            </p:nvCxnSpPr>
            <p:spPr bwMode="auto">
              <a:xfrm>
                <a:off x="7158567" y="3619499"/>
                <a:ext cx="508000" cy="152400"/>
              </a:xfrm>
              <a:prstGeom prst="straightConnector1">
                <a:avLst/>
              </a:prstGeom>
              <a:noFill/>
              <a:ln w="28575">
                <a:solidFill>
                  <a:schemeClr val="tx1"/>
                </a:solidFill>
                <a:round/>
                <a:headEnd/>
                <a:tailEnd/>
              </a:ln>
            </p:spPr>
          </p:cxnSp>
          <p:cxnSp>
            <p:nvCxnSpPr>
              <p:cNvPr id="479248" name="AutoShape 16"/>
              <p:cNvCxnSpPr>
                <a:cxnSpLocks noChangeShapeType="1"/>
              </p:cNvCxnSpPr>
              <p:nvPr/>
            </p:nvCxnSpPr>
            <p:spPr bwMode="auto">
              <a:xfrm>
                <a:off x="7666567" y="3771899"/>
                <a:ext cx="508000" cy="152400"/>
              </a:xfrm>
              <a:prstGeom prst="straightConnector1">
                <a:avLst/>
              </a:prstGeom>
              <a:noFill/>
              <a:ln w="28575">
                <a:solidFill>
                  <a:schemeClr val="tx1"/>
                </a:solidFill>
                <a:round/>
                <a:headEnd/>
                <a:tailEnd/>
              </a:ln>
            </p:spPr>
          </p:cxnSp>
          <p:sp>
            <p:nvSpPr>
              <p:cNvPr id="479249" name="Line 17"/>
              <p:cNvSpPr>
                <a:spLocks noChangeShapeType="1"/>
              </p:cNvSpPr>
              <p:nvPr/>
            </p:nvSpPr>
            <p:spPr bwMode="auto">
              <a:xfrm>
                <a:off x="5467351" y="2686049"/>
                <a:ext cx="330200" cy="300039"/>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479250" name="Line 18"/>
              <p:cNvSpPr>
                <a:spLocks noChangeShapeType="1"/>
              </p:cNvSpPr>
              <p:nvPr/>
            </p:nvSpPr>
            <p:spPr bwMode="auto">
              <a:xfrm>
                <a:off x="5797551" y="2990849"/>
                <a:ext cx="387349" cy="133351"/>
              </a:xfrm>
              <a:prstGeom prst="line">
                <a:avLst/>
              </a:prstGeom>
              <a:noFill/>
              <a:ln w="28575">
                <a:solidFill>
                  <a:schemeClr val="tx1"/>
                </a:solidFill>
                <a:round/>
                <a:headEnd/>
                <a:tailEnd/>
              </a:ln>
            </p:spPr>
            <p:txBody>
              <a:bodyPr/>
              <a:lstStyle/>
              <a:p>
                <a:endParaRPr lang="en-US" sz="2400">
                  <a:solidFill>
                    <a:prstClr val="black"/>
                  </a:solidFill>
                </a:endParaRPr>
              </a:p>
            </p:txBody>
          </p:sp>
          <p:sp>
            <p:nvSpPr>
              <p:cNvPr id="479251" name="AutoShape 19"/>
              <p:cNvSpPr>
                <a:spLocks noChangeArrowheads="1"/>
              </p:cNvSpPr>
              <p:nvPr/>
            </p:nvSpPr>
            <p:spPr bwMode="auto">
              <a:xfrm>
                <a:off x="5054600" y="2690812"/>
                <a:ext cx="304800" cy="228600"/>
              </a:xfrm>
              <a:prstGeom prst="star4">
                <a:avLst>
                  <a:gd name="adj" fmla="val 12500"/>
                </a:avLst>
              </a:prstGeom>
              <a:solidFill>
                <a:schemeClr val="tx1">
                  <a:alpha val="59999"/>
                </a:schemeClr>
              </a:solidFill>
              <a:ln w="9525">
                <a:solidFill>
                  <a:schemeClr val="tx1"/>
                </a:solidFill>
                <a:miter lim="800000"/>
                <a:headEnd/>
                <a:tailEnd/>
              </a:ln>
            </p:spPr>
            <p:txBody>
              <a:bodyPr wrap="none" anchor="ctr"/>
              <a:lstStyle/>
              <a:p>
                <a:endParaRPr lang="en-US" sz="2400">
                  <a:solidFill>
                    <a:prstClr val="black"/>
                  </a:solidFill>
                </a:endParaRPr>
              </a:p>
            </p:txBody>
          </p:sp>
          <p:sp>
            <p:nvSpPr>
              <p:cNvPr id="479252" name="Line 20"/>
              <p:cNvSpPr>
                <a:spLocks noChangeShapeType="1"/>
              </p:cNvSpPr>
              <p:nvPr/>
            </p:nvSpPr>
            <p:spPr bwMode="auto">
              <a:xfrm>
                <a:off x="6191253" y="3128964"/>
                <a:ext cx="444500" cy="261937"/>
              </a:xfrm>
              <a:prstGeom prst="line">
                <a:avLst/>
              </a:prstGeom>
              <a:noFill/>
              <a:ln w="28575">
                <a:solidFill>
                  <a:schemeClr val="tx1"/>
                </a:solidFill>
                <a:round/>
                <a:headEnd/>
                <a:tailEnd/>
              </a:ln>
            </p:spPr>
            <p:txBody>
              <a:bodyPr/>
              <a:lstStyle/>
              <a:p>
                <a:endParaRPr lang="en-US" sz="2400">
                  <a:solidFill>
                    <a:prstClr val="black"/>
                  </a:solidFill>
                </a:endParaRPr>
              </a:p>
            </p:txBody>
          </p:sp>
        </p:grpSp>
      </p:grpSp>
      <p:sp>
        <p:nvSpPr>
          <p:cNvPr id="3" name="Título 2">
            <a:extLst>
              <a:ext uri="{FF2B5EF4-FFF2-40B4-BE49-F238E27FC236}">
                <a16:creationId xmlns:a16="http://schemas.microsoft.com/office/drawing/2014/main" id="{AC609C61-6949-431D-AD09-F5D812E607D8}"/>
              </a:ext>
            </a:extLst>
          </p:cNvPr>
          <p:cNvSpPr>
            <a:spLocks noGrp="1"/>
          </p:cNvSpPr>
          <p:nvPr>
            <p:ph type="title"/>
          </p:nvPr>
        </p:nvSpPr>
        <p:spPr/>
        <p:txBody>
          <a:bodyPr/>
          <a:lstStyle/>
          <a:p>
            <a:r>
              <a:rPr lang="es-ES" dirty="0"/>
              <a:t>Caminos alternativos en el descenso por el gradiente</a:t>
            </a:r>
            <a:endParaRPr lang="es-BO" dirty="0"/>
          </a:p>
        </p:txBody>
      </p:sp>
    </p:spTree>
    <p:extLst>
      <p:ext uri="{BB962C8B-B14F-4D97-AF65-F5344CB8AC3E}">
        <p14:creationId xmlns:p14="http://schemas.microsoft.com/office/powerpoint/2010/main" val="2774161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D282C7-B5D6-46CA-BF2A-667F11D54C87}"/>
              </a:ext>
            </a:extLst>
          </p:cNvPr>
          <p:cNvSpPr>
            <a:spLocks noGrp="1"/>
          </p:cNvSpPr>
          <p:nvPr>
            <p:ph type="title"/>
          </p:nvPr>
        </p:nvSpPr>
        <p:spPr/>
        <p:txBody>
          <a:bodyPr/>
          <a:lstStyle/>
          <a:p>
            <a:r>
              <a:rPr lang="es-ES" dirty="0"/>
              <a:t>Algoritmo del descenso por el gradiente</a:t>
            </a:r>
            <a:endParaRPr lang="es-BO"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EC03AD8-6AC9-49EE-8BE3-1C64629C0530}"/>
                  </a:ext>
                </a:extLst>
              </p:cNvPr>
              <p:cNvSpPr>
                <a:spLocks noGrp="1"/>
              </p:cNvSpPr>
              <p:nvPr>
                <p:ph idx="1"/>
              </p:nvPr>
            </p:nvSpPr>
            <p:spPr>
              <a:xfrm>
                <a:off x="677334" y="2160589"/>
                <a:ext cx="4986618" cy="3880773"/>
              </a:xfrm>
            </p:spPr>
            <p:txBody>
              <a:bodyPr/>
              <a:lstStyle/>
              <a:p>
                <a:pPr marL="0" indent="0">
                  <a:buNone/>
                </a:pPr>
                <a:r>
                  <a:rPr lang="es-ES" dirty="0"/>
                  <a:t>Repetir hasta que converja (Para j = 0 y j = 1) {</a:t>
                </a:r>
              </a:p>
              <a:p>
                <a:pPr marL="400050" lvl="1" indent="0">
                  <a:buNone/>
                </a:pPr>
                <a14:m>
                  <m:oMathPara xmlns:m="http://schemas.openxmlformats.org/officeDocument/2006/math">
                    <m:oMathParaPr>
                      <m:jc m:val="left"/>
                    </m:oMathParaPr>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rPr>
                            <m:t>𝑗</m:t>
                          </m:r>
                        </m:sub>
                      </m:sSub>
                      <m:r>
                        <a:rPr lang="es-ES" b="0" i="1" smtClean="0">
                          <a:latin typeface="Cambria Math" panose="02040503050406030204" pitchFamily="18" charset="0"/>
                        </a:rPr>
                        <m:t> ≔ </m:t>
                      </m:r>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rPr>
                            <m:t>𝑗</m:t>
                          </m:r>
                        </m:sub>
                      </m:sSub>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𝛼</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m:t>
                          </m:r>
                        </m:num>
                        <m:den>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ea typeface="Cambria Math" panose="02040503050406030204" pitchFamily="18" charset="0"/>
                                </a:rPr>
                                <m:t>𝑗</m:t>
                              </m:r>
                            </m:sub>
                          </m:sSub>
                        </m:den>
                      </m:f>
                      <m:r>
                        <a:rPr lang="es-ES" b="0" i="1" smtClean="0">
                          <a:latin typeface="Cambria Math" panose="02040503050406030204" pitchFamily="18" charset="0"/>
                          <a:ea typeface="Cambria Math" panose="02040503050406030204" pitchFamily="18" charset="0"/>
                        </a:rPr>
                        <m:t>𝐽</m:t>
                      </m:r>
                      <m:d>
                        <m:dPr>
                          <m:ctrlPr>
                            <a:rPr lang="es-ES" b="0" i="1" smtClean="0">
                              <a:latin typeface="Cambria Math" panose="02040503050406030204" pitchFamily="18" charset="0"/>
                              <a:ea typeface="Cambria Math" panose="02040503050406030204" pitchFamily="18" charset="0"/>
                            </a:rPr>
                          </m:ctrlPr>
                        </m:dPr>
                        <m:e>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ea typeface="Cambria Math" panose="02040503050406030204" pitchFamily="18" charset="0"/>
                                </a:rPr>
                                <m:t>0</m:t>
                              </m:r>
                            </m:sub>
                          </m:sSub>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𝜃</m:t>
                              </m:r>
                            </m:e>
                            <m:sub>
                              <m:r>
                                <a:rPr lang="es-ES" b="0" i="1" smtClean="0">
                                  <a:latin typeface="Cambria Math" panose="02040503050406030204" pitchFamily="18" charset="0"/>
                                  <a:ea typeface="Cambria Math" panose="02040503050406030204" pitchFamily="18" charset="0"/>
                                </a:rPr>
                                <m:t>1</m:t>
                              </m:r>
                            </m:sub>
                          </m:sSub>
                        </m:e>
                      </m:d>
                    </m:oMath>
                  </m:oMathPara>
                </a14:m>
                <a:endParaRPr lang="es-ES" dirty="0"/>
              </a:p>
              <a:p>
                <a:pPr marL="0" indent="0">
                  <a:buNone/>
                </a:pPr>
                <a:r>
                  <a:rPr lang="es-ES" dirty="0"/>
                  <a:t>}</a:t>
                </a:r>
              </a:p>
              <a:p>
                <a:pPr marL="0" indent="0">
                  <a:buNone/>
                </a:pPr>
                <a:r>
                  <a:rPr lang="es-ES" dirty="0"/>
                  <a:t>Importante:</a:t>
                </a:r>
              </a:p>
              <a:p>
                <a:pPr marL="0" indent="0">
                  <a:buNone/>
                </a:pPr>
                <a:r>
                  <a:rPr lang="es-ES" dirty="0"/>
                  <a:t>Forma correcta de actualización:</a:t>
                </a:r>
              </a:p>
              <a:p>
                <a:pPr marL="0" indent="0">
                  <a:buNone/>
                </a:pPr>
                <a:endParaRPr lang="es-ES" dirty="0"/>
              </a:p>
              <a:p>
                <a:pPr marL="0" indent="0">
                  <a:buNone/>
                </a:pPr>
                <a:endParaRPr lang="es-BO" dirty="0"/>
              </a:p>
            </p:txBody>
          </p:sp>
        </mc:Choice>
        <mc:Fallback xmlns="">
          <p:sp>
            <p:nvSpPr>
              <p:cNvPr id="3" name="Marcador de contenido 2">
                <a:extLst>
                  <a:ext uri="{FF2B5EF4-FFF2-40B4-BE49-F238E27FC236}">
                    <a16:creationId xmlns:a16="http://schemas.microsoft.com/office/drawing/2014/main" id="{0EC03AD8-6AC9-49EE-8BE3-1C64629C0530}"/>
                  </a:ext>
                </a:extLst>
              </p:cNvPr>
              <p:cNvSpPr>
                <a:spLocks noGrp="1" noRot="1" noChangeAspect="1" noMove="1" noResize="1" noEditPoints="1" noAdjustHandles="1" noChangeArrowheads="1" noChangeShapeType="1" noTextEdit="1"/>
              </p:cNvSpPr>
              <p:nvPr>
                <p:ph idx="1"/>
              </p:nvPr>
            </p:nvSpPr>
            <p:spPr>
              <a:xfrm>
                <a:off x="677334" y="2160589"/>
                <a:ext cx="4986618" cy="3880773"/>
              </a:xfrm>
              <a:blipFill>
                <a:blip r:embed="rId4"/>
                <a:stretch>
                  <a:fillRect l="-978" t="-942" r="-244"/>
                </a:stretch>
              </a:blipFill>
            </p:spPr>
            <p:txBody>
              <a:bodyPr/>
              <a:lstStyle/>
              <a:p>
                <a:r>
                  <a:rPr lang="es-BO">
                    <a:noFill/>
                  </a:rPr>
                  <a:t> </a:t>
                </a:r>
              </a:p>
            </p:txBody>
          </p:sp>
        </mc:Fallback>
      </mc:AlternateContent>
      <p:sp>
        <p:nvSpPr>
          <p:cNvPr id="4" name="Marcador de número de diapositiva 3">
            <a:extLst>
              <a:ext uri="{FF2B5EF4-FFF2-40B4-BE49-F238E27FC236}">
                <a16:creationId xmlns:a16="http://schemas.microsoft.com/office/drawing/2014/main" id="{29E32413-DDF7-4FA5-8C7D-3A1C32511035}"/>
              </a:ext>
            </a:extLst>
          </p:cNvPr>
          <p:cNvSpPr>
            <a:spLocks noGrp="1"/>
          </p:cNvSpPr>
          <p:nvPr>
            <p:ph type="sldNum" sz="quarter" idx="12"/>
          </p:nvPr>
        </p:nvSpPr>
        <p:spPr/>
        <p:txBody>
          <a:bodyPr/>
          <a:lstStyle/>
          <a:p>
            <a:fld id="{6D22F896-40B5-4ADD-8801-0D06FADFA095}" type="slidenum">
              <a:rPr lang="en-US" smtClean="0"/>
              <a:t>34</a:t>
            </a:fld>
            <a:endParaRPr lang="en-US" dirty="0"/>
          </a:p>
        </p:txBody>
      </p:sp>
      <p:pic>
        <p:nvPicPr>
          <p:cNvPr id="6" name="Picture 5">
            <a:extLst>
              <a:ext uri="{FF2B5EF4-FFF2-40B4-BE49-F238E27FC236}">
                <a16:creationId xmlns:a16="http://schemas.microsoft.com/office/drawing/2014/main" id="{18035000-407B-4D54-93BA-ABE9BAFB2D4C}"/>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936149" y="4582363"/>
            <a:ext cx="3952647" cy="1589837"/>
          </a:xfrm>
          <a:prstGeom prst="rect">
            <a:avLst/>
          </a:prstGeom>
        </p:spPr>
      </p:pic>
      <p:sp>
        <p:nvSpPr>
          <p:cNvPr id="7" name="Rectángulo 6">
            <a:extLst>
              <a:ext uri="{FF2B5EF4-FFF2-40B4-BE49-F238E27FC236}">
                <a16:creationId xmlns:a16="http://schemas.microsoft.com/office/drawing/2014/main" id="{A8DF5611-212D-45ED-A188-685ACCD61878}"/>
              </a:ext>
            </a:extLst>
          </p:cNvPr>
          <p:cNvSpPr/>
          <p:nvPr/>
        </p:nvSpPr>
        <p:spPr>
          <a:xfrm>
            <a:off x="5807968" y="4100975"/>
            <a:ext cx="3812262" cy="369332"/>
          </a:xfrm>
          <a:prstGeom prst="rect">
            <a:avLst/>
          </a:prstGeom>
        </p:spPr>
        <p:txBody>
          <a:bodyPr wrap="none">
            <a:spAutoFit/>
          </a:bodyPr>
          <a:lstStyle/>
          <a:p>
            <a:r>
              <a:rPr lang="es-ES" dirty="0"/>
              <a:t>Forma incorrecta de actualización:</a:t>
            </a:r>
          </a:p>
        </p:txBody>
      </p:sp>
      <p:pic>
        <p:nvPicPr>
          <p:cNvPr id="8" name="Picture 6">
            <a:extLst>
              <a:ext uri="{FF2B5EF4-FFF2-40B4-BE49-F238E27FC236}">
                <a16:creationId xmlns:a16="http://schemas.microsoft.com/office/drawing/2014/main" id="{CB6EE9E8-243F-46CC-8D99-E749E1BCC3BE}"/>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5922767" y="4582363"/>
            <a:ext cx="3952647" cy="1519123"/>
          </a:xfrm>
          <a:prstGeom prst="rect">
            <a:avLst/>
          </a:prstGeom>
        </p:spPr>
      </p:pic>
    </p:spTree>
    <p:extLst>
      <p:ext uri="{BB962C8B-B14F-4D97-AF65-F5344CB8AC3E}">
        <p14:creationId xmlns:p14="http://schemas.microsoft.com/office/powerpoint/2010/main" val="2579013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016000" y="1377712"/>
            <a:ext cx="3755136" cy="899160"/>
          </a:xfrm>
          <a:prstGeom prst="rect">
            <a:avLst/>
          </a:prstGeom>
        </p:spPr>
      </p:pic>
      <p:sp>
        <p:nvSpPr>
          <p:cNvPr id="12" name="Título 11">
            <a:extLst>
              <a:ext uri="{FF2B5EF4-FFF2-40B4-BE49-F238E27FC236}">
                <a16:creationId xmlns:a16="http://schemas.microsoft.com/office/drawing/2014/main" id="{EDF8A9EE-B3D1-4363-8DDE-E58E57BF6930}"/>
              </a:ext>
            </a:extLst>
          </p:cNvPr>
          <p:cNvSpPr>
            <a:spLocks noGrp="1"/>
          </p:cNvSpPr>
          <p:nvPr>
            <p:ph type="title"/>
          </p:nvPr>
        </p:nvSpPr>
        <p:spPr/>
        <p:txBody>
          <a:bodyPr/>
          <a:lstStyle/>
          <a:p>
            <a:r>
              <a:rPr lang="es-ES" dirty="0" err="1"/>
              <a:t>Coheficiente</a:t>
            </a:r>
            <a:r>
              <a:rPr lang="es-ES" dirty="0"/>
              <a:t> de aprendizaje (</a:t>
            </a:r>
            <a:r>
              <a:rPr lang="el-GR" dirty="0"/>
              <a:t>α</a:t>
            </a:r>
            <a:r>
              <a:rPr lang="es-ES" dirty="0"/>
              <a:t>)</a:t>
            </a:r>
            <a:br>
              <a:rPr lang="el-GR" dirty="0"/>
            </a:br>
            <a:endParaRPr lang="es-BO" dirty="0"/>
          </a:p>
        </p:txBody>
      </p:sp>
      <p:sp>
        <p:nvSpPr>
          <p:cNvPr id="13" name="Marcador de contenido 12">
            <a:extLst>
              <a:ext uri="{FF2B5EF4-FFF2-40B4-BE49-F238E27FC236}">
                <a16:creationId xmlns:a16="http://schemas.microsoft.com/office/drawing/2014/main" id="{DD1120D1-44FE-4A2D-927C-47732D5158B6}"/>
              </a:ext>
            </a:extLst>
          </p:cNvPr>
          <p:cNvSpPr>
            <a:spLocks noGrp="1"/>
          </p:cNvSpPr>
          <p:nvPr>
            <p:ph idx="1"/>
          </p:nvPr>
        </p:nvSpPr>
        <p:spPr>
          <a:xfrm>
            <a:off x="677334" y="2367627"/>
            <a:ext cx="6554348" cy="3880773"/>
          </a:xfrm>
        </p:spPr>
        <p:txBody>
          <a:bodyPr>
            <a:normAutofit/>
          </a:bodyPr>
          <a:lstStyle/>
          <a:p>
            <a:r>
              <a:rPr lang="es-BO" sz="2400" dirty="0"/>
              <a:t>SI </a:t>
            </a:r>
            <a:r>
              <a:rPr lang="el-GR" sz="2400" dirty="0"/>
              <a:t>α</a:t>
            </a:r>
            <a:r>
              <a:rPr lang="es-ES" sz="2400" dirty="0"/>
              <a:t> es muy pequeño, el descenso por el gradiente es lento.</a:t>
            </a:r>
          </a:p>
          <a:p>
            <a:r>
              <a:rPr lang="es-ES" sz="2400" dirty="0"/>
              <a:t>Si </a:t>
            </a:r>
            <a:r>
              <a:rPr lang="el-GR" sz="2400" dirty="0"/>
              <a:t>α</a:t>
            </a:r>
            <a:r>
              <a:rPr lang="es-ES" sz="2400" dirty="0"/>
              <a:t> es muy grande, el descenso por el gradiente puede saltar el mínimo. Y fallar en su propósito de converger a un mínimo global.</a:t>
            </a:r>
          </a:p>
          <a:p>
            <a:r>
              <a:rPr lang="es-ES" sz="2400" dirty="0"/>
              <a:t>El valor de </a:t>
            </a:r>
            <a:r>
              <a:rPr lang="el-GR" sz="2400" dirty="0"/>
              <a:t>α</a:t>
            </a:r>
            <a:r>
              <a:rPr lang="es-ES" sz="2400" dirty="0"/>
              <a:t> puede cambiar a conveniencia, sin embargo aun cuando este estuviese fijo, lograra converger.</a:t>
            </a:r>
            <a:endParaRPr lang="el-GR" sz="2400" dirty="0"/>
          </a:p>
          <a:p>
            <a:endParaRPr lang="el-GR" sz="2400" dirty="0"/>
          </a:p>
          <a:p>
            <a:endParaRPr lang="el-GR" sz="2400" dirty="0"/>
          </a:p>
          <a:p>
            <a:endParaRPr lang="es-BO" sz="2400" dirty="0"/>
          </a:p>
        </p:txBody>
      </p:sp>
      <mc:AlternateContent xmlns:mc="http://schemas.openxmlformats.org/markup-compatibility/2006" xmlns:p14="http://schemas.microsoft.com/office/powerpoint/2010/main">
        <mc:Choice Requires="p14">
          <p:contentPart p14:bwMode="auto" r:id="rId6">
            <p14:nvContentPartPr>
              <p14:cNvPr id="23" name="Entrada de lápiz 22">
                <a:extLst>
                  <a:ext uri="{FF2B5EF4-FFF2-40B4-BE49-F238E27FC236}">
                    <a16:creationId xmlns:a16="http://schemas.microsoft.com/office/drawing/2014/main" id="{49514068-F502-FED8-627A-6E3A6A9BA379}"/>
                  </a:ext>
                </a:extLst>
              </p14:cNvPr>
              <p14:cNvContentPartPr/>
              <p14:nvPr/>
            </p14:nvContentPartPr>
            <p14:xfrm>
              <a:off x="7657985" y="2441602"/>
              <a:ext cx="360" cy="360"/>
            </p14:xfrm>
          </p:contentPart>
        </mc:Choice>
        <mc:Fallback xmlns="">
          <p:pic>
            <p:nvPicPr>
              <p:cNvPr id="23" name="Entrada de lápiz 22">
                <a:extLst>
                  <a:ext uri="{FF2B5EF4-FFF2-40B4-BE49-F238E27FC236}">
                    <a16:creationId xmlns:a16="http://schemas.microsoft.com/office/drawing/2014/main" id="{49514068-F502-FED8-627A-6E3A6A9BA379}"/>
                  </a:ext>
                </a:extLst>
              </p:cNvPr>
              <p:cNvPicPr/>
              <p:nvPr/>
            </p:nvPicPr>
            <p:blipFill>
              <a:blip r:embed="rId7"/>
              <a:stretch>
                <a:fillRect/>
              </a:stretch>
            </p:blipFill>
            <p:spPr>
              <a:xfrm>
                <a:off x="7653665" y="2437282"/>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6" name="Entrada de lápiz 25">
                <a:extLst>
                  <a:ext uri="{FF2B5EF4-FFF2-40B4-BE49-F238E27FC236}">
                    <a16:creationId xmlns:a16="http://schemas.microsoft.com/office/drawing/2014/main" id="{F48710C2-C898-8201-0453-D4867876B28A}"/>
                  </a:ext>
                </a:extLst>
              </p14:cNvPr>
              <p14:cNvContentPartPr/>
              <p14:nvPr/>
            </p14:nvContentPartPr>
            <p14:xfrm>
              <a:off x="7408505" y="2431162"/>
              <a:ext cx="360" cy="360"/>
            </p14:xfrm>
          </p:contentPart>
        </mc:Choice>
        <mc:Fallback xmlns="">
          <p:pic>
            <p:nvPicPr>
              <p:cNvPr id="26" name="Entrada de lápiz 25">
                <a:extLst>
                  <a:ext uri="{FF2B5EF4-FFF2-40B4-BE49-F238E27FC236}">
                    <a16:creationId xmlns:a16="http://schemas.microsoft.com/office/drawing/2014/main" id="{F48710C2-C898-8201-0453-D4867876B28A}"/>
                  </a:ext>
                </a:extLst>
              </p:cNvPr>
              <p:cNvPicPr/>
              <p:nvPr/>
            </p:nvPicPr>
            <p:blipFill>
              <a:blip r:embed="rId7"/>
              <a:stretch>
                <a:fillRect/>
              </a:stretch>
            </p:blipFill>
            <p:spPr>
              <a:xfrm>
                <a:off x="7404185" y="2426842"/>
                <a:ext cx="9000" cy="9000"/>
              </a:xfrm>
              <a:prstGeom prst="rect">
                <a:avLst/>
              </a:prstGeom>
            </p:spPr>
          </p:pic>
        </mc:Fallback>
      </mc:AlternateContent>
      <p:grpSp>
        <p:nvGrpSpPr>
          <p:cNvPr id="40" name="Grupo 39">
            <a:extLst>
              <a:ext uri="{FF2B5EF4-FFF2-40B4-BE49-F238E27FC236}">
                <a16:creationId xmlns:a16="http://schemas.microsoft.com/office/drawing/2014/main" id="{A72ADCC5-DE98-7940-8D87-847E5E57DA47}"/>
              </a:ext>
            </a:extLst>
          </p:cNvPr>
          <p:cNvGrpSpPr/>
          <p:nvPr/>
        </p:nvGrpSpPr>
        <p:grpSpPr>
          <a:xfrm>
            <a:off x="8256240" y="1261080"/>
            <a:ext cx="3621516" cy="5480288"/>
            <a:chOff x="8011145" y="1011981"/>
            <a:chExt cx="3863200" cy="5846019"/>
          </a:xfrm>
        </p:grpSpPr>
        <p:grpSp>
          <p:nvGrpSpPr>
            <p:cNvPr id="16" name="Grupo 15">
              <a:extLst>
                <a:ext uri="{FF2B5EF4-FFF2-40B4-BE49-F238E27FC236}">
                  <a16:creationId xmlns:a16="http://schemas.microsoft.com/office/drawing/2014/main" id="{4244B68C-43E7-42DB-A608-F4810F4C12DD}"/>
                </a:ext>
              </a:extLst>
            </p:cNvPr>
            <p:cNvGrpSpPr/>
            <p:nvPr/>
          </p:nvGrpSpPr>
          <p:grpSpPr>
            <a:xfrm>
              <a:off x="8077395" y="1011981"/>
              <a:ext cx="3796950" cy="5846019"/>
              <a:chOff x="7481882" y="188640"/>
              <a:chExt cx="4710118" cy="6524306"/>
            </a:xfrm>
          </p:grpSpPr>
          <p:sp>
            <p:nvSpPr>
              <p:cNvPr id="15" name="Rectángulo 14">
                <a:extLst>
                  <a:ext uri="{FF2B5EF4-FFF2-40B4-BE49-F238E27FC236}">
                    <a16:creationId xmlns:a16="http://schemas.microsoft.com/office/drawing/2014/main" id="{4A231C27-632C-4072-9733-001E9BAA2B7E}"/>
                  </a:ext>
                </a:extLst>
              </p:cNvPr>
              <p:cNvSpPr/>
              <p:nvPr/>
            </p:nvSpPr>
            <p:spPr>
              <a:xfrm>
                <a:off x="7481882" y="188640"/>
                <a:ext cx="4710118" cy="65243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a:p>
            </p:txBody>
          </p:sp>
          <p:cxnSp>
            <p:nvCxnSpPr>
              <p:cNvPr id="2" name="Straight Connector 1"/>
              <p:cNvCxnSpPr/>
              <p:nvPr/>
            </p:nvCxnSpPr>
            <p:spPr>
              <a:xfrm flipV="1">
                <a:off x="7924800" y="381001"/>
                <a:ext cx="0" cy="2893783"/>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7620000" y="2969983"/>
                <a:ext cx="39624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flipV="1">
                <a:off x="7924800" y="3583218"/>
                <a:ext cx="0" cy="2893783"/>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7620000" y="6172200"/>
                <a:ext cx="39624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9548091" y="3124201"/>
                <a:ext cx="332180" cy="374935"/>
              </a:xfrm>
              <a:prstGeom prst="rect">
                <a:avLst/>
              </a:prstGeom>
            </p:spPr>
          </p:pic>
          <p:pic>
            <p:nvPicPr>
              <p:cNvPr id="7" name="Picture 6"/>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9548091" y="6338011"/>
                <a:ext cx="332180" cy="374935"/>
              </a:xfrm>
              <a:prstGeom prst="rect">
                <a:avLst/>
              </a:prstGeom>
            </p:spPr>
          </p:pic>
          <mc:AlternateContent xmlns:mc="http://schemas.openxmlformats.org/markup-compatibility/2006" xmlns:p14="http://schemas.microsoft.com/office/powerpoint/2010/main">
            <mc:Choice Requires="p14">
              <p:contentPart p14:bwMode="auto" r:id="rId10">
                <p14:nvContentPartPr>
                  <p14:cNvPr id="14" name="Entrada de lápiz 13">
                    <a:extLst>
                      <a:ext uri="{FF2B5EF4-FFF2-40B4-BE49-F238E27FC236}">
                        <a16:creationId xmlns:a16="http://schemas.microsoft.com/office/drawing/2014/main" id="{3EC461DF-5156-407D-B8AA-BE4B3327AD38}"/>
                      </a:ext>
                    </a:extLst>
                  </p14:cNvPr>
                  <p14:cNvContentPartPr/>
                  <p14:nvPr/>
                </p14:nvContentPartPr>
                <p14:xfrm>
                  <a:off x="10554199" y="2820740"/>
                  <a:ext cx="360" cy="360"/>
                </p14:xfrm>
              </p:contentPart>
            </mc:Choice>
            <mc:Fallback xmlns="">
              <p:pic>
                <p:nvPicPr>
                  <p:cNvPr id="14" name="Entrada de lápiz 13">
                    <a:extLst>
                      <a:ext uri="{FF2B5EF4-FFF2-40B4-BE49-F238E27FC236}">
                        <a16:creationId xmlns:a16="http://schemas.microsoft.com/office/drawing/2014/main" id="{3EC461DF-5156-407D-B8AA-BE4B3327AD38}"/>
                      </a:ext>
                    </a:extLst>
                  </p:cNvPr>
                  <p:cNvPicPr/>
                  <p:nvPr/>
                </p:nvPicPr>
                <p:blipFill>
                  <a:blip r:embed="rId11"/>
                  <a:stretch>
                    <a:fillRect/>
                  </a:stretch>
                </p:blipFill>
                <p:spPr>
                  <a:xfrm>
                    <a:off x="10545199" y="28117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p14:cNvContentPartPr/>
                  <p14:nvPr/>
                </p14:nvContentPartPr>
                <p14:xfrm>
                  <a:off x="7917984" y="495841"/>
                  <a:ext cx="3639628" cy="5303755"/>
                </p14:xfrm>
              </p:contentPart>
            </mc:Choice>
            <mc:Fallback xmlns="">
              <p:pic>
                <p:nvPicPr>
                  <p:cNvPr id="9" name="Ink 8"/>
                  <p:cNvPicPr/>
                  <p:nvPr/>
                </p:nvPicPr>
                <p:blipFill>
                  <a:blip r:embed="rId13"/>
                  <a:stretch>
                    <a:fillRect/>
                  </a:stretch>
                </p:blipFill>
                <p:spPr>
                  <a:xfrm>
                    <a:off x="7860840" y="486480"/>
                    <a:ext cx="4345200" cy="5846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24" name="Entrada de lápiz 23">
                  <a:extLst>
                    <a:ext uri="{FF2B5EF4-FFF2-40B4-BE49-F238E27FC236}">
                      <a16:creationId xmlns:a16="http://schemas.microsoft.com/office/drawing/2014/main" id="{6205F98B-0C77-F061-73A0-67E41E7C2830}"/>
                    </a:ext>
                  </a:extLst>
                </p14:cNvPr>
                <p14:cNvContentPartPr/>
                <p14:nvPr/>
              </p14:nvContentPartPr>
              <p14:xfrm>
                <a:off x="8343785" y="2774242"/>
                <a:ext cx="360" cy="360"/>
              </p14:xfrm>
            </p:contentPart>
          </mc:Choice>
          <mc:Fallback xmlns="">
            <p:pic>
              <p:nvPicPr>
                <p:cNvPr id="24" name="Entrada de lápiz 23">
                  <a:extLst>
                    <a:ext uri="{FF2B5EF4-FFF2-40B4-BE49-F238E27FC236}">
                      <a16:creationId xmlns:a16="http://schemas.microsoft.com/office/drawing/2014/main" id="{6205F98B-0C77-F061-73A0-67E41E7C2830}"/>
                    </a:ext>
                  </a:extLst>
                </p:cNvPr>
                <p:cNvPicPr/>
                <p:nvPr/>
              </p:nvPicPr>
              <p:blipFill>
                <a:blip r:embed="rId7"/>
                <a:stretch>
                  <a:fillRect/>
                </a:stretch>
              </p:blipFill>
              <p:spPr>
                <a:xfrm>
                  <a:off x="8339465" y="2769922"/>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5" name="Entrada de lápiz 24">
                  <a:extLst>
                    <a:ext uri="{FF2B5EF4-FFF2-40B4-BE49-F238E27FC236}">
                      <a16:creationId xmlns:a16="http://schemas.microsoft.com/office/drawing/2014/main" id="{622D9EC1-CE53-5786-49BD-1625AC0D0A2E}"/>
                    </a:ext>
                  </a:extLst>
                </p14:cNvPr>
                <p14:cNvContentPartPr/>
                <p14:nvPr/>
              </p14:nvContentPartPr>
              <p14:xfrm>
                <a:off x="8156585" y="2628442"/>
                <a:ext cx="360" cy="360"/>
              </p14:xfrm>
            </p:contentPart>
          </mc:Choice>
          <mc:Fallback xmlns="">
            <p:pic>
              <p:nvPicPr>
                <p:cNvPr id="25" name="Entrada de lápiz 24">
                  <a:extLst>
                    <a:ext uri="{FF2B5EF4-FFF2-40B4-BE49-F238E27FC236}">
                      <a16:creationId xmlns:a16="http://schemas.microsoft.com/office/drawing/2014/main" id="{622D9EC1-CE53-5786-49BD-1625AC0D0A2E}"/>
                    </a:ext>
                  </a:extLst>
                </p:cNvPr>
                <p:cNvPicPr/>
                <p:nvPr/>
              </p:nvPicPr>
              <p:blipFill>
                <a:blip r:embed="rId7"/>
                <a:stretch>
                  <a:fillRect/>
                </a:stretch>
              </p:blipFill>
              <p:spPr>
                <a:xfrm>
                  <a:off x="8152265" y="2624122"/>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Entrada de lápiz 26">
                  <a:extLst>
                    <a:ext uri="{FF2B5EF4-FFF2-40B4-BE49-F238E27FC236}">
                      <a16:creationId xmlns:a16="http://schemas.microsoft.com/office/drawing/2014/main" id="{ACB5CBF5-7C1F-827A-9E95-5B74CC2872FD}"/>
                    </a:ext>
                  </a:extLst>
                </p14:cNvPr>
                <p14:cNvContentPartPr/>
                <p14:nvPr/>
              </p14:nvContentPartPr>
              <p14:xfrm>
                <a:off x="8011145" y="2690722"/>
                <a:ext cx="360" cy="360"/>
              </p14:xfrm>
            </p:contentPart>
          </mc:Choice>
          <mc:Fallback xmlns="">
            <p:pic>
              <p:nvPicPr>
                <p:cNvPr id="27" name="Entrada de lápiz 26">
                  <a:extLst>
                    <a:ext uri="{FF2B5EF4-FFF2-40B4-BE49-F238E27FC236}">
                      <a16:creationId xmlns:a16="http://schemas.microsoft.com/office/drawing/2014/main" id="{ACB5CBF5-7C1F-827A-9E95-5B74CC2872FD}"/>
                    </a:ext>
                  </a:extLst>
                </p:cNvPr>
                <p:cNvPicPr/>
                <p:nvPr/>
              </p:nvPicPr>
              <p:blipFill>
                <a:blip r:embed="rId7"/>
                <a:stretch>
                  <a:fillRect/>
                </a:stretch>
              </p:blipFill>
              <p:spPr>
                <a:xfrm>
                  <a:off x="8006825" y="2686402"/>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8" name="Entrada de lápiz 27">
                  <a:extLst>
                    <a:ext uri="{FF2B5EF4-FFF2-40B4-BE49-F238E27FC236}">
                      <a16:creationId xmlns:a16="http://schemas.microsoft.com/office/drawing/2014/main" id="{36751C59-307D-04BB-2AF7-7FF4EEE23BAC}"/>
                    </a:ext>
                  </a:extLst>
                </p14:cNvPr>
                <p14:cNvContentPartPr/>
                <p14:nvPr/>
              </p14:nvContentPartPr>
              <p14:xfrm>
                <a:off x="8520545" y="3460042"/>
                <a:ext cx="360" cy="360"/>
              </p14:xfrm>
            </p:contentPart>
          </mc:Choice>
          <mc:Fallback xmlns="">
            <p:pic>
              <p:nvPicPr>
                <p:cNvPr id="28" name="Entrada de lápiz 27">
                  <a:extLst>
                    <a:ext uri="{FF2B5EF4-FFF2-40B4-BE49-F238E27FC236}">
                      <a16:creationId xmlns:a16="http://schemas.microsoft.com/office/drawing/2014/main" id="{36751C59-307D-04BB-2AF7-7FF4EEE23BAC}"/>
                    </a:ext>
                  </a:extLst>
                </p:cNvPr>
                <p:cNvPicPr/>
                <p:nvPr/>
              </p:nvPicPr>
              <p:blipFill>
                <a:blip r:embed="rId7"/>
                <a:stretch>
                  <a:fillRect/>
                </a:stretch>
              </p:blipFill>
              <p:spPr>
                <a:xfrm>
                  <a:off x="8515865" y="3455722"/>
                  <a:ext cx="9000" cy="9000"/>
                </a:xfrm>
                <a:prstGeom prst="rect">
                  <a:avLst/>
                </a:prstGeom>
              </p:spPr>
            </p:pic>
          </mc:Fallback>
        </mc:AlternateContent>
        <p:pic>
          <p:nvPicPr>
            <p:cNvPr id="33" name="Imagen 32">
              <a:extLst>
                <a:ext uri="{FF2B5EF4-FFF2-40B4-BE49-F238E27FC236}">
                  <a16:creationId xmlns:a16="http://schemas.microsoft.com/office/drawing/2014/main" id="{21370F66-5005-695E-45B2-93FCE3ECB5E5}"/>
                </a:ext>
              </a:extLst>
            </p:cNvPr>
            <p:cNvPicPr>
              <a:picLocks noChangeAspect="1"/>
            </p:cNvPicPr>
            <p:nvPr/>
          </p:nvPicPr>
          <p:blipFill>
            <a:blip r:embed="rId18"/>
            <a:stretch>
              <a:fillRect/>
            </a:stretch>
          </p:blipFill>
          <p:spPr>
            <a:xfrm>
              <a:off x="8674656" y="4046131"/>
              <a:ext cx="2810058" cy="2282302"/>
            </a:xfrm>
            <a:prstGeom prst="rect">
              <a:avLst/>
            </a:prstGeom>
          </p:spPr>
        </p:pic>
        <p:pic>
          <p:nvPicPr>
            <p:cNvPr id="35" name="Imagen 34">
              <a:extLst>
                <a:ext uri="{FF2B5EF4-FFF2-40B4-BE49-F238E27FC236}">
                  <a16:creationId xmlns:a16="http://schemas.microsoft.com/office/drawing/2014/main" id="{46F7DBD3-B4C6-CB61-7E85-4E4A1451CC53}"/>
                </a:ext>
              </a:extLst>
            </p:cNvPr>
            <p:cNvPicPr>
              <a:picLocks noChangeAspect="1"/>
            </p:cNvPicPr>
            <p:nvPr/>
          </p:nvPicPr>
          <p:blipFill>
            <a:blip r:embed="rId19"/>
            <a:stretch>
              <a:fillRect/>
            </a:stretch>
          </p:blipFill>
          <p:spPr>
            <a:xfrm>
              <a:off x="8714663" y="1077282"/>
              <a:ext cx="2680939" cy="2279710"/>
            </a:xfrm>
            <a:prstGeom prst="rect">
              <a:avLst/>
            </a:prstGeom>
          </p:spPr>
        </p:pic>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AA8CDCE5-CF21-6E01-D8A2-07FAB274AC8A}"/>
                    </a:ext>
                  </a:extLst>
                </p:cNvPr>
                <p:cNvSpPr txBox="1"/>
                <p:nvPr/>
              </p:nvSpPr>
              <p:spPr>
                <a:xfrm>
                  <a:off x="11134051" y="1682154"/>
                  <a:ext cx="67087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1" i="1" smtClean="0">
                            <a:latin typeface="Cambria Math" panose="02040503050406030204" pitchFamily="18" charset="0"/>
                          </a:rPr>
                          <m:t>𝑱</m:t>
                        </m:r>
                        <m:d>
                          <m:dPr>
                            <m:ctrlPr>
                              <a:rPr lang="es-ES" sz="1800" b="1" i="1">
                                <a:latin typeface="Cambria Math" panose="02040503050406030204" pitchFamily="18" charset="0"/>
                              </a:rPr>
                            </m:ctrlPr>
                          </m:dPr>
                          <m:e>
                            <m:sSub>
                              <m:sSubPr>
                                <m:ctrlPr>
                                  <a:rPr lang="es-ES" sz="1800" b="1" i="1">
                                    <a:latin typeface="Cambria Math" panose="02040503050406030204" pitchFamily="18" charset="0"/>
                                    <a:ea typeface="Cambria Math" panose="02040503050406030204" pitchFamily="18" charset="0"/>
                                  </a:rPr>
                                </m:ctrlPr>
                              </m:sSubPr>
                              <m:e>
                                <m:r>
                                  <a:rPr lang="es-ES" sz="1800" b="1" i="1">
                                    <a:latin typeface="Cambria Math" panose="02040503050406030204" pitchFamily="18" charset="0"/>
                                    <a:ea typeface="Cambria Math" panose="02040503050406030204" pitchFamily="18" charset="0"/>
                                  </a:rPr>
                                  <m:t>𝜽</m:t>
                                </m:r>
                              </m:e>
                              <m:sub>
                                <m:r>
                                  <a:rPr lang="es-ES" sz="1800" b="1" i="1">
                                    <a:latin typeface="Cambria Math" panose="02040503050406030204" pitchFamily="18" charset="0"/>
                                    <a:ea typeface="Cambria Math" panose="02040503050406030204" pitchFamily="18" charset="0"/>
                                  </a:rPr>
                                  <m:t>𝟏</m:t>
                                </m:r>
                              </m:sub>
                            </m:sSub>
                          </m:e>
                        </m:d>
                      </m:oMath>
                    </m:oMathPara>
                  </a14:m>
                  <a:endParaRPr lang="es-419" b="1" dirty="0"/>
                </a:p>
              </p:txBody>
            </p:sp>
          </mc:Choice>
          <mc:Fallback xmlns="">
            <p:sp>
              <p:nvSpPr>
                <p:cNvPr id="37" name="CuadroTexto 36">
                  <a:extLst>
                    <a:ext uri="{FF2B5EF4-FFF2-40B4-BE49-F238E27FC236}">
                      <a16:creationId xmlns:a16="http://schemas.microsoft.com/office/drawing/2014/main" id="{AA8CDCE5-CF21-6E01-D8A2-07FAB274AC8A}"/>
                    </a:ext>
                  </a:extLst>
                </p:cNvPr>
                <p:cNvSpPr txBox="1">
                  <a:spLocks noRot="1" noChangeAspect="1" noMove="1" noResize="1" noEditPoints="1" noAdjustHandles="1" noChangeArrowheads="1" noChangeShapeType="1" noTextEdit="1"/>
                </p:cNvSpPr>
                <p:nvPr/>
              </p:nvSpPr>
              <p:spPr>
                <a:xfrm>
                  <a:off x="11134051" y="1682154"/>
                  <a:ext cx="670870" cy="369332"/>
                </a:xfrm>
                <a:prstGeom prst="rect">
                  <a:avLst/>
                </a:prstGeom>
                <a:blipFill>
                  <a:blip r:embed="rId20"/>
                  <a:stretch>
                    <a:fillRect l="-1942" b="-17544"/>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ED9883E6-8259-865C-9541-C72E82FD074B}"/>
                    </a:ext>
                  </a:extLst>
                </p:cNvPr>
                <p:cNvSpPr txBox="1"/>
                <p:nvPr/>
              </p:nvSpPr>
              <p:spPr>
                <a:xfrm>
                  <a:off x="11158663" y="5028894"/>
                  <a:ext cx="69634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1" i="1" smtClean="0">
                            <a:latin typeface="Cambria Math" panose="02040503050406030204" pitchFamily="18" charset="0"/>
                          </a:rPr>
                          <m:t>𝑱</m:t>
                        </m:r>
                        <m:d>
                          <m:dPr>
                            <m:ctrlPr>
                              <a:rPr lang="es-ES" sz="1800" b="1" i="1">
                                <a:latin typeface="Cambria Math" panose="02040503050406030204" pitchFamily="18" charset="0"/>
                              </a:rPr>
                            </m:ctrlPr>
                          </m:dPr>
                          <m:e>
                            <m:sSub>
                              <m:sSubPr>
                                <m:ctrlPr>
                                  <a:rPr lang="es-ES" sz="1800" b="1" i="1" smtClean="0">
                                    <a:latin typeface="Cambria Math" panose="02040503050406030204" pitchFamily="18" charset="0"/>
                                    <a:ea typeface="Cambria Math" panose="02040503050406030204" pitchFamily="18" charset="0"/>
                                  </a:rPr>
                                </m:ctrlPr>
                              </m:sSubPr>
                              <m:e>
                                <m:r>
                                  <a:rPr lang="es-ES" sz="1800" b="1" i="1">
                                    <a:latin typeface="Cambria Math" panose="02040503050406030204" pitchFamily="18" charset="0"/>
                                    <a:ea typeface="Cambria Math" panose="02040503050406030204" pitchFamily="18" charset="0"/>
                                  </a:rPr>
                                  <m:t>𝜽</m:t>
                                </m:r>
                              </m:e>
                              <m:sub>
                                <m:r>
                                  <a:rPr lang="es-ES" sz="1800" b="1" i="1">
                                    <a:latin typeface="Cambria Math" panose="02040503050406030204" pitchFamily="18" charset="0"/>
                                    <a:ea typeface="Cambria Math" panose="02040503050406030204" pitchFamily="18" charset="0"/>
                                  </a:rPr>
                                  <m:t>𝟏</m:t>
                                </m:r>
                              </m:sub>
                            </m:sSub>
                          </m:e>
                        </m:d>
                      </m:oMath>
                    </m:oMathPara>
                  </a14:m>
                  <a:endParaRPr lang="es-419" b="1" dirty="0"/>
                </a:p>
              </p:txBody>
            </p:sp>
          </mc:Choice>
          <mc:Fallback xmlns="">
            <p:sp>
              <p:nvSpPr>
                <p:cNvPr id="39" name="CuadroTexto 38">
                  <a:extLst>
                    <a:ext uri="{FF2B5EF4-FFF2-40B4-BE49-F238E27FC236}">
                      <a16:creationId xmlns:a16="http://schemas.microsoft.com/office/drawing/2014/main" id="{ED9883E6-8259-865C-9541-C72E82FD074B}"/>
                    </a:ext>
                  </a:extLst>
                </p:cNvPr>
                <p:cNvSpPr txBox="1">
                  <a:spLocks noRot="1" noChangeAspect="1" noMove="1" noResize="1" noEditPoints="1" noAdjustHandles="1" noChangeArrowheads="1" noChangeShapeType="1" noTextEdit="1"/>
                </p:cNvSpPr>
                <p:nvPr/>
              </p:nvSpPr>
              <p:spPr>
                <a:xfrm>
                  <a:off x="11158663" y="5028894"/>
                  <a:ext cx="696341" cy="369332"/>
                </a:xfrm>
                <a:prstGeom prst="rect">
                  <a:avLst/>
                </a:prstGeom>
                <a:blipFill>
                  <a:blip r:embed="rId21"/>
                  <a:stretch>
                    <a:fillRect l="-1869" b="-15789"/>
                  </a:stretch>
                </a:blipFill>
              </p:spPr>
              <p:txBody>
                <a:bodyPr/>
                <a:lstStyle/>
                <a:p>
                  <a:r>
                    <a:rPr lang="es-419">
                      <a:noFill/>
                    </a:rPr>
                    <a:t> </a:t>
                  </a:r>
                </a:p>
              </p:txBody>
            </p:sp>
          </mc:Fallback>
        </mc:AlternateContent>
      </p:grpSp>
    </p:spTree>
    <p:extLst>
      <p:ext uri="{BB962C8B-B14F-4D97-AF65-F5344CB8AC3E}">
        <p14:creationId xmlns:p14="http://schemas.microsoft.com/office/powerpoint/2010/main" val="3846253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09600" y="2276856"/>
            <a:ext cx="7272528" cy="2822448"/>
          </a:xfrm>
          <a:prstGeom prst="rect">
            <a:avLst/>
          </a:prstGeom>
        </p:spPr>
      </p:pic>
      <p:sp>
        <p:nvSpPr>
          <p:cNvPr id="13" name="TextBox 12"/>
          <p:cNvSpPr txBox="1"/>
          <p:nvPr/>
        </p:nvSpPr>
        <p:spPr>
          <a:xfrm>
            <a:off x="8811406" y="2733041"/>
            <a:ext cx="2702791" cy="2062103"/>
          </a:xfrm>
          <a:prstGeom prst="rect">
            <a:avLst/>
          </a:prstGeom>
          <a:noFill/>
        </p:spPr>
        <p:txBody>
          <a:bodyPr wrap="none" rtlCol="0">
            <a:spAutoFit/>
          </a:bodyPr>
          <a:lstStyle/>
          <a:p>
            <a:pPr algn="ctr"/>
            <a:r>
              <a:rPr lang="en-US" sz="3200" dirty="0"/>
              <a:t>update </a:t>
            </a:r>
          </a:p>
          <a:p>
            <a:pPr algn="ctr"/>
            <a:r>
              <a:rPr lang="en-US" sz="3200" dirty="0"/>
              <a:t>and</a:t>
            </a:r>
          </a:p>
          <a:p>
            <a:pPr algn="ctr"/>
            <a:r>
              <a:rPr lang="en-US" sz="3200" dirty="0"/>
              <a:t>simultaneously</a:t>
            </a:r>
          </a:p>
          <a:p>
            <a:pPr algn="ctr"/>
            <a:endParaRPr lang="en-US" sz="3200" dirty="0"/>
          </a:p>
        </p:txBody>
      </p:sp>
      <p:pic>
        <p:nvPicPr>
          <p:cNvPr id="14" name="Picture 1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9281160" y="3294257"/>
            <a:ext cx="379753" cy="415920"/>
          </a:xfrm>
          <a:prstGeom prst="rect">
            <a:avLst/>
          </a:prstGeom>
        </p:spPr>
      </p:pic>
      <p:pic>
        <p:nvPicPr>
          <p:cNvPr id="15" name="Picture 14"/>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10636257" y="3296066"/>
            <a:ext cx="365288" cy="412305"/>
          </a:xfrm>
          <a:prstGeom prst="rect">
            <a:avLst/>
          </a:prstGeom>
        </p:spPr>
      </p:pic>
      <p:sp>
        <p:nvSpPr>
          <p:cNvPr id="16" name="Right Brace 15"/>
          <p:cNvSpPr/>
          <p:nvPr/>
        </p:nvSpPr>
        <p:spPr>
          <a:xfrm>
            <a:off x="8229600" y="2819400"/>
            <a:ext cx="203200" cy="1625600"/>
          </a:xfrm>
          <a:prstGeom prst="rightBrac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7" name="Título 6">
            <a:extLst>
              <a:ext uri="{FF2B5EF4-FFF2-40B4-BE49-F238E27FC236}">
                <a16:creationId xmlns:a16="http://schemas.microsoft.com/office/drawing/2014/main" id="{2463E4CE-7FE6-43A7-86F4-DBA39E19FA8D}"/>
              </a:ext>
            </a:extLst>
          </p:cNvPr>
          <p:cNvSpPr>
            <a:spLocks noGrp="1"/>
          </p:cNvSpPr>
          <p:nvPr>
            <p:ph type="title"/>
          </p:nvPr>
        </p:nvSpPr>
        <p:spPr/>
        <p:txBody>
          <a:bodyPr/>
          <a:lstStyle/>
          <a:p>
            <a:r>
              <a:rPr lang="es-ES" dirty="0"/>
              <a:t>Descenso por el gradiente para la regresión lineal simple</a:t>
            </a:r>
            <a:endParaRPr lang="es-BO" dirty="0"/>
          </a:p>
        </p:txBody>
      </p:sp>
      <p:sp>
        <p:nvSpPr>
          <p:cNvPr id="9" name="Marcador de contenido 8">
            <a:extLst>
              <a:ext uri="{FF2B5EF4-FFF2-40B4-BE49-F238E27FC236}">
                <a16:creationId xmlns:a16="http://schemas.microsoft.com/office/drawing/2014/main" id="{0C6F0B45-B82B-4791-8B92-BE07B321C40A}"/>
              </a:ext>
            </a:extLst>
          </p:cNvPr>
          <p:cNvSpPr>
            <a:spLocks noGrp="1"/>
          </p:cNvSpPr>
          <p:nvPr>
            <p:ph idx="1"/>
          </p:nvPr>
        </p:nvSpPr>
        <p:spPr>
          <a:xfrm>
            <a:off x="677334" y="5334000"/>
            <a:ext cx="8596668" cy="1320799"/>
          </a:xfrm>
        </p:spPr>
        <p:txBody>
          <a:bodyPr>
            <a:normAutofit/>
          </a:bodyPr>
          <a:lstStyle/>
          <a:p>
            <a:pPr marL="0" indent="0">
              <a:buNone/>
            </a:pPr>
            <a:r>
              <a:rPr lang="es-BO" sz="2400" dirty="0"/>
              <a:t>“</a:t>
            </a:r>
            <a:r>
              <a:rPr lang="es-BO" sz="2400" dirty="0" err="1"/>
              <a:t>Batch</a:t>
            </a:r>
            <a:r>
              <a:rPr lang="es-BO" sz="2400" dirty="0"/>
              <a:t>”, es una característica que considera que se deben utilizar todos los ejemplos de entrenamiento en cada paso.</a:t>
            </a:r>
          </a:p>
        </p:txBody>
      </p:sp>
    </p:spTree>
    <p:extLst>
      <p:ext uri="{BB962C8B-B14F-4D97-AF65-F5344CB8AC3E}">
        <p14:creationId xmlns:p14="http://schemas.microsoft.com/office/powerpoint/2010/main" val="1704671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D63054-6320-401C-A16E-EA10A491FAC4}"/>
              </a:ext>
            </a:extLst>
          </p:cNvPr>
          <p:cNvSpPr>
            <a:spLocks noGrp="1"/>
          </p:cNvSpPr>
          <p:nvPr>
            <p:ph type="title"/>
          </p:nvPr>
        </p:nvSpPr>
        <p:spPr>
          <a:xfrm>
            <a:off x="1097280" y="256786"/>
            <a:ext cx="10058400" cy="1450757"/>
          </a:xfrm>
        </p:spPr>
        <p:txBody>
          <a:bodyPr/>
          <a:lstStyle/>
          <a:p>
            <a:r>
              <a:rPr lang="es-ES" dirty="0"/>
              <a:t>REGRESION LINEAL MULTIVARIABLE</a:t>
            </a:r>
            <a:endParaRPr lang="es-BO" dirty="0"/>
          </a:p>
        </p:txBody>
      </p:sp>
      <p:sp>
        <p:nvSpPr>
          <p:cNvPr id="3" name="Marcador de contenido 2">
            <a:extLst>
              <a:ext uri="{FF2B5EF4-FFF2-40B4-BE49-F238E27FC236}">
                <a16:creationId xmlns:a16="http://schemas.microsoft.com/office/drawing/2014/main" id="{5642792F-C4E3-4C1A-B0D2-2F075BDB104C}"/>
              </a:ext>
            </a:extLst>
          </p:cNvPr>
          <p:cNvSpPr>
            <a:spLocks noGrp="1"/>
          </p:cNvSpPr>
          <p:nvPr>
            <p:ph idx="1"/>
          </p:nvPr>
        </p:nvSpPr>
        <p:spPr>
          <a:xfrm>
            <a:off x="677334" y="1852483"/>
            <a:ext cx="8596668" cy="3880773"/>
          </a:xfrm>
        </p:spPr>
        <p:txBody>
          <a:bodyPr/>
          <a:lstStyle/>
          <a:p>
            <a:r>
              <a:rPr lang="es-ES" dirty="0"/>
              <a:t>VARIAS CARACTERISTICAS</a:t>
            </a:r>
            <a:endParaRPr lang="es-BO" dirty="0"/>
          </a:p>
        </p:txBody>
      </p:sp>
      <p:sp>
        <p:nvSpPr>
          <p:cNvPr id="4" name="Marcador de número de diapositiva 3">
            <a:extLst>
              <a:ext uri="{FF2B5EF4-FFF2-40B4-BE49-F238E27FC236}">
                <a16:creationId xmlns:a16="http://schemas.microsoft.com/office/drawing/2014/main" id="{9276CA64-C17E-4762-827B-42D835FCD5E4}"/>
              </a:ext>
            </a:extLst>
          </p:cNvPr>
          <p:cNvSpPr>
            <a:spLocks noGrp="1"/>
          </p:cNvSpPr>
          <p:nvPr>
            <p:ph type="sldNum" sz="quarter" idx="12"/>
          </p:nvPr>
        </p:nvSpPr>
        <p:spPr/>
        <p:txBody>
          <a:bodyPr/>
          <a:lstStyle/>
          <a:p>
            <a:fld id="{6D22F896-40B5-4ADD-8801-0D06FADFA095}" type="slidenum">
              <a:rPr lang="en-US" smtClean="0"/>
              <a:t>37</a:t>
            </a:fld>
            <a:endParaRPr lang="en-US" dirty="0"/>
          </a:p>
        </p:txBody>
      </p:sp>
      <p:graphicFrame>
        <p:nvGraphicFramePr>
          <p:cNvPr id="5" name="Table 6">
            <a:extLst>
              <a:ext uri="{FF2B5EF4-FFF2-40B4-BE49-F238E27FC236}">
                <a16:creationId xmlns:a16="http://schemas.microsoft.com/office/drawing/2014/main" id="{396CDD20-30F3-4FF2-95B1-8370F9801711}"/>
              </a:ext>
            </a:extLst>
          </p:cNvPr>
          <p:cNvGraphicFramePr>
            <a:graphicFrameLocks noGrp="1"/>
          </p:cNvGraphicFramePr>
          <p:nvPr>
            <p:extLst>
              <p:ext uri="{D42A27DB-BD31-4B8C-83A1-F6EECF244321}">
                <p14:modId xmlns:p14="http://schemas.microsoft.com/office/powerpoint/2010/main" val="2244872464"/>
              </p:ext>
            </p:extLst>
          </p:nvPr>
        </p:nvGraphicFramePr>
        <p:xfrm>
          <a:off x="623392" y="2351378"/>
          <a:ext cx="3312368" cy="3022075"/>
        </p:xfrm>
        <a:graphic>
          <a:graphicData uri="http://schemas.openxmlformats.org/drawingml/2006/table">
            <a:tbl>
              <a:tblPr>
                <a:tableStyleId>{2D5ABB26-0587-4C30-8999-92F81FD0307C}</a:tableStyleId>
              </a:tblPr>
              <a:tblGrid>
                <a:gridCol w="1656184">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tblGrid>
              <a:tr h="1070840">
                <a:tc>
                  <a:txBody>
                    <a:bodyPr/>
                    <a:lstStyle/>
                    <a:p>
                      <a:pPr algn="ctr" fontAlgn="b"/>
                      <a:r>
                        <a:rPr lang="en-US" sz="2200" b="1" u="none" strike="noStrike" dirty="0">
                          <a:effectLst/>
                          <a:latin typeface="+mj-lt"/>
                        </a:rPr>
                        <a:t>Size</a:t>
                      </a:r>
                      <a:r>
                        <a:rPr lang="en-US" sz="2200" b="1" u="none" strike="noStrike" baseline="0" dirty="0">
                          <a:effectLst/>
                          <a:latin typeface="+mj-lt"/>
                        </a:rPr>
                        <a:t> (</a:t>
                      </a:r>
                      <a:r>
                        <a:rPr lang="en-US" sz="2200" b="1" u="none" strike="noStrike" dirty="0">
                          <a:effectLst/>
                          <a:latin typeface="+mj-lt"/>
                        </a:rPr>
                        <a:t>feet</a:t>
                      </a:r>
                      <a:r>
                        <a:rPr lang="en-US" sz="2200" b="1" u="none" strike="noStrike" baseline="30000" dirty="0">
                          <a:effectLst/>
                          <a:latin typeface="+mj-lt"/>
                        </a:rPr>
                        <a:t>2</a:t>
                      </a:r>
                      <a:r>
                        <a:rPr lang="en-US" sz="2200" b="1" u="none" strike="noStrike" baseline="0" dirty="0">
                          <a:effectLst/>
                          <a:latin typeface="+mj-lt"/>
                        </a:rPr>
                        <a:t>)</a:t>
                      </a:r>
                    </a:p>
                    <a:p>
                      <a:pPr algn="ctr" fontAlgn="b"/>
                      <a:endParaRPr lang="en-US" sz="2200" b="1" u="none" strike="noStrike" baseline="0" dirty="0">
                        <a:effectLst/>
                        <a:latin typeface="+mj-lt"/>
                      </a:endParaRPr>
                    </a:p>
                    <a:p>
                      <a:pPr algn="ctr" fontAlgn="b"/>
                      <a:endParaRPr lang="en-US" sz="2500" b="1" i="0" u="none" strike="noStrike" dirty="0">
                        <a:solidFill>
                          <a:srgbClr val="000000"/>
                        </a:solidFill>
                        <a:effectLst/>
                        <a:latin typeface="+mj-lt"/>
                      </a:endParaRPr>
                    </a:p>
                  </a:txBody>
                  <a:tcPr marL="9247" marR="9247" marT="9247"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200" b="1" i="0" u="none" strike="noStrike" dirty="0">
                          <a:solidFill>
                            <a:srgbClr val="000000"/>
                          </a:solidFill>
                          <a:effectLst/>
                          <a:latin typeface="+mj-lt"/>
                        </a:rPr>
                        <a:t>Price ($1000)</a:t>
                      </a:r>
                    </a:p>
                    <a:p>
                      <a:pPr algn="ctr" fontAlgn="b"/>
                      <a:endParaRPr lang="en-US" sz="2200" b="1" i="0" u="none" strike="noStrike" dirty="0">
                        <a:solidFill>
                          <a:srgbClr val="000000"/>
                        </a:solidFill>
                        <a:effectLst/>
                        <a:latin typeface="+mj-lt"/>
                      </a:endParaRPr>
                    </a:p>
                    <a:p>
                      <a:pPr algn="ctr" fontAlgn="b"/>
                      <a:endParaRPr lang="en-US" sz="2500" b="1" i="0" u="none" strike="noStrike" dirty="0">
                        <a:solidFill>
                          <a:srgbClr val="000000"/>
                        </a:solidFill>
                        <a:effectLst/>
                        <a:latin typeface="+mj-lt"/>
                      </a:endParaRPr>
                    </a:p>
                  </a:txBody>
                  <a:tcPr marL="9247" marR="9247" marT="9247"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83752">
                <a:tc>
                  <a:txBody>
                    <a:bodyPr/>
                    <a:lstStyle/>
                    <a:p>
                      <a:pPr algn="ctr" fontAlgn="b"/>
                      <a:r>
                        <a:rPr lang="en-US" sz="2500" u="none" strike="noStrike">
                          <a:effectLst/>
                          <a:latin typeface="+mj-lt"/>
                        </a:rPr>
                        <a:t>2104</a:t>
                      </a:r>
                      <a:endParaRPr lang="en-US" sz="2500" b="0" i="0" u="none" strike="noStrike" dirty="0">
                        <a:solidFill>
                          <a:srgbClr val="000000"/>
                        </a:solidFill>
                        <a:effectLst/>
                        <a:latin typeface="+mj-lt"/>
                      </a:endParaRPr>
                    </a:p>
                  </a:txBody>
                  <a:tcPr marL="9247" marR="9247" marT="9247"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rgbClr val="000000"/>
                          </a:solidFill>
                          <a:effectLst/>
                          <a:latin typeface="+mj-lt"/>
                        </a:rPr>
                        <a:t>460</a:t>
                      </a:r>
                    </a:p>
                  </a:txBody>
                  <a:tcPr marL="9247" marR="9247" marT="9247"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83752">
                <a:tc>
                  <a:txBody>
                    <a:bodyPr/>
                    <a:lstStyle/>
                    <a:p>
                      <a:pPr algn="ctr" fontAlgn="b"/>
                      <a:r>
                        <a:rPr lang="en-US" sz="2500" u="none" strike="noStrike" dirty="0">
                          <a:effectLst/>
                          <a:latin typeface="+mj-lt"/>
                        </a:rPr>
                        <a:t>1416</a:t>
                      </a:r>
                      <a:endParaRPr lang="en-US" sz="2500" b="0" i="0" u="none" strike="noStrike" dirty="0">
                        <a:solidFill>
                          <a:srgbClr val="000000"/>
                        </a:solidFill>
                        <a:effectLst/>
                        <a:latin typeface="+mj-lt"/>
                      </a:endParaRPr>
                    </a:p>
                  </a:txBody>
                  <a:tcPr marL="9247" marR="9247" marT="9247"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232</a:t>
                      </a:r>
                    </a:p>
                  </a:txBody>
                  <a:tcPr marL="9247" marR="9247" marT="9247"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83752">
                <a:tc>
                  <a:txBody>
                    <a:bodyPr/>
                    <a:lstStyle/>
                    <a:p>
                      <a:pPr algn="ctr" fontAlgn="b"/>
                      <a:r>
                        <a:rPr lang="en-US" sz="2500" b="0" i="0" u="none" strike="noStrike" dirty="0">
                          <a:solidFill>
                            <a:srgbClr val="000000"/>
                          </a:solidFill>
                          <a:effectLst/>
                          <a:latin typeface="+mj-lt"/>
                        </a:rPr>
                        <a:t>1534</a:t>
                      </a:r>
                    </a:p>
                  </a:txBody>
                  <a:tcPr marL="9247" marR="9247" marT="9247"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315</a:t>
                      </a:r>
                    </a:p>
                  </a:txBody>
                  <a:tcPr marL="9247" marR="9247" marT="9247"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83752">
                <a:tc>
                  <a:txBody>
                    <a:bodyPr/>
                    <a:lstStyle/>
                    <a:p>
                      <a:pPr algn="ctr" fontAlgn="b"/>
                      <a:r>
                        <a:rPr lang="en-US" sz="2500" b="0" i="0" u="none" strike="noStrike" dirty="0">
                          <a:solidFill>
                            <a:srgbClr val="000000"/>
                          </a:solidFill>
                          <a:effectLst/>
                          <a:latin typeface="+mj-lt"/>
                        </a:rPr>
                        <a:t>852</a:t>
                      </a:r>
                    </a:p>
                  </a:txBody>
                  <a:tcPr marL="9247" marR="9247" marT="9247"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178</a:t>
                      </a:r>
                    </a:p>
                  </a:txBody>
                  <a:tcPr marL="9247" marR="9247" marT="9247"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383752">
                <a:tc>
                  <a:txBody>
                    <a:bodyPr/>
                    <a:lstStyle/>
                    <a:p>
                      <a:pPr algn="ctr" fontAlgn="b"/>
                      <a:r>
                        <a:rPr lang="en-US" sz="2500" b="0" i="0" u="none" strike="noStrike" dirty="0">
                          <a:solidFill>
                            <a:srgbClr val="000000"/>
                          </a:solidFill>
                          <a:effectLst/>
                          <a:latin typeface="+mj-lt"/>
                        </a:rPr>
                        <a:t>…</a:t>
                      </a:r>
                    </a:p>
                  </a:txBody>
                  <a:tcPr marL="9247" marR="9247" marT="9247"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247" marR="9247" marT="9247"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p:pic>
        <p:nvPicPr>
          <p:cNvPr id="6" name="Picture 1">
            <a:extLst>
              <a:ext uri="{FF2B5EF4-FFF2-40B4-BE49-F238E27FC236}">
                <a16:creationId xmlns:a16="http://schemas.microsoft.com/office/drawing/2014/main" id="{A8CBE420-94AC-4420-BC0E-0E1670E1D1F9}"/>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204999" y="3056615"/>
            <a:ext cx="185865" cy="166446"/>
          </a:xfrm>
          <a:prstGeom prst="rect">
            <a:avLst/>
          </a:prstGeom>
        </p:spPr>
      </p:pic>
      <p:pic>
        <p:nvPicPr>
          <p:cNvPr id="7" name="Picture 3">
            <a:extLst>
              <a:ext uri="{FF2B5EF4-FFF2-40B4-BE49-F238E27FC236}">
                <a16:creationId xmlns:a16="http://schemas.microsoft.com/office/drawing/2014/main" id="{760D160B-E302-4390-BCD2-E9DAE5749336}"/>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3040911" y="3036811"/>
            <a:ext cx="174769" cy="238574"/>
          </a:xfrm>
          <a:prstGeom prst="rect">
            <a:avLst/>
          </a:prstGeom>
        </p:spPr>
      </p:pic>
      <mc:AlternateContent xmlns:mc="http://schemas.openxmlformats.org/markup-compatibility/2006" xmlns:a14="http://schemas.microsoft.com/office/drawing/2010/main">
        <mc:Choice Requires="a14">
          <p:graphicFrame>
            <p:nvGraphicFramePr>
              <p:cNvPr id="9" name="Table 5">
                <a:extLst>
                  <a:ext uri="{FF2B5EF4-FFF2-40B4-BE49-F238E27FC236}">
                    <a16:creationId xmlns:a16="http://schemas.microsoft.com/office/drawing/2014/main" id="{9CB0C2E1-C8EC-4432-85CA-96FBCEBFD644}"/>
                  </a:ext>
                </a:extLst>
              </p:cNvPr>
              <p:cNvGraphicFramePr>
                <a:graphicFrameLocks noGrp="1"/>
              </p:cNvGraphicFramePr>
              <p:nvPr>
                <p:extLst>
                  <p:ext uri="{D42A27DB-BD31-4B8C-83A1-F6EECF244321}">
                    <p14:modId xmlns:p14="http://schemas.microsoft.com/office/powerpoint/2010/main" val="1260206132"/>
                  </p:ext>
                </p:extLst>
              </p:nvPr>
            </p:nvGraphicFramePr>
            <p:xfrm>
              <a:off x="4592990" y="1861791"/>
              <a:ext cx="7245519" cy="3728336"/>
            </p:xfrm>
            <a:graphic>
              <a:graphicData uri="http://schemas.openxmlformats.org/drawingml/2006/table">
                <a:tbl>
                  <a:tblPr>
                    <a:tableStyleId>{2D5ABB26-0587-4C30-8999-92F81FD0307C}</a:tableStyleId>
                  </a:tblPr>
                  <a:tblGrid>
                    <a:gridCol w="1351776">
                      <a:extLst>
                        <a:ext uri="{9D8B030D-6E8A-4147-A177-3AD203B41FA5}">
                          <a16:colId xmlns:a16="http://schemas.microsoft.com/office/drawing/2014/main" val="20000"/>
                        </a:ext>
                      </a:extLst>
                    </a:gridCol>
                    <a:gridCol w="1513989">
                      <a:extLst>
                        <a:ext uri="{9D8B030D-6E8A-4147-A177-3AD203B41FA5}">
                          <a16:colId xmlns:a16="http://schemas.microsoft.com/office/drawing/2014/main" val="20001"/>
                        </a:ext>
                      </a:extLst>
                    </a:gridCol>
                    <a:gridCol w="1513989">
                      <a:extLst>
                        <a:ext uri="{9D8B030D-6E8A-4147-A177-3AD203B41FA5}">
                          <a16:colId xmlns:a16="http://schemas.microsoft.com/office/drawing/2014/main" val="20002"/>
                        </a:ext>
                      </a:extLst>
                    </a:gridCol>
                    <a:gridCol w="1513989">
                      <a:extLst>
                        <a:ext uri="{9D8B030D-6E8A-4147-A177-3AD203B41FA5}">
                          <a16:colId xmlns:a16="http://schemas.microsoft.com/office/drawing/2014/main" val="20003"/>
                        </a:ext>
                      </a:extLst>
                    </a:gridCol>
                    <a:gridCol w="1351776">
                      <a:extLst>
                        <a:ext uri="{9D8B030D-6E8A-4147-A177-3AD203B41FA5}">
                          <a16:colId xmlns:a16="http://schemas.microsoft.com/office/drawing/2014/main" val="20004"/>
                        </a:ext>
                      </a:extLst>
                    </a:gridCol>
                  </a:tblGrid>
                  <a:tr h="1416654">
                    <a:tc>
                      <a:txBody>
                        <a:bodyPr/>
                        <a:lstStyle/>
                        <a:p>
                          <a:pPr algn="ctr" fontAlgn="b"/>
                          <a14:m>
                            <m:oMathPara xmlns:m="http://schemas.openxmlformats.org/officeDocument/2006/math">
                              <m:oMathParaPr>
                                <m:jc m:val="centerGroup"/>
                              </m:oMathParaPr>
                              <m:oMath xmlns:m="http://schemas.openxmlformats.org/officeDocument/2006/math">
                                <m:sSub>
                                  <m:sSubPr>
                                    <m:ctrlPr>
                                      <a:rPr lang="es-BO" sz="2400" b="1" i="1" smtClean="0">
                                        <a:solidFill>
                                          <a:srgbClr val="0070C0"/>
                                        </a:solidFill>
                                        <a:latin typeface="Cambria Math" panose="02040503050406030204" pitchFamily="18" charset="0"/>
                                        <a:ea typeface="Cambria Math" panose="02040503050406030204" pitchFamily="18" charset="0"/>
                                      </a:rPr>
                                    </m:ctrlPr>
                                  </m:sSubPr>
                                  <m:e>
                                    <m:r>
                                      <a:rPr lang="es-BO" sz="2400" b="1" i="1" smtClean="0">
                                        <a:solidFill>
                                          <a:srgbClr val="0070C0"/>
                                        </a:solidFill>
                                        <a:latin typeface="Cambria Math" panose="02040503050406030204" pitchFamily="18" charset="0"/>
                                        <a:ea typeface="Cambria Math" panose="02040503050406030204" pitchFamily="18" charset="0"/>
                                      </a:rPr>
                                      <m:t>𝒙</m:t>
                                    </m:r>
                                  </m:e>
                                  <m:sub>
                                    <m:r>
                                      <a:rPr lang="es-BO" sz="2400" b="1" i="1" smtClean="0">
                                        <a:solidFill>
                                          <a:srgbClr val="0070C0"/>
                                        </a:solidFill>
                                        <a:latin typeface="Cambria Math" panose="02040503050406030204" pitchFamily="18" charset="0"/>
                                        <a:ea typeface="Cambria Math" panose="02040503050406030204" pitchFamily="18" charset="0"/>
                                      </a:rPr>
                                      <m:t>𝟏</m:t>
                                    </m:r>
                                  </m:sub>
                                </m:sSub>
                              </m:oMath>
                            </m:oMathPara>
                          </a14:m>
                          <a:endParaRPr lang="en-US" sz="2200" b="1" u="none" strike="noStrike" dirty="0">
                            <a:effectLst/>
                            <a:latin typeface="+mj-lt"/>
                          </a:endParaRPr>
                        </a:p>
                        <a:p>
                          <a:pPr algn="ctr" fontAlgn="b"/>
                          <a:r>
                            <a:rPr lang="en-US" sz="2200" b="1" u="none" strike="noStrike" dirty="0" err="1">
                              <a:effectLst/>
                              <a:latin typeface="+mj-lt"/>
                            </a:rPr>
                            <a:t>Tamaño</a:t>
                          </a:r>
                          <a:r>
                            <a:rPr lang="en-US" sz="2200" b="1" u="none" strike="noStrike" baseline="0" dirty="0">
                              <a:effectLst/>
                              <a:latin typeface="+mj-lt"/>
                            </a:rPr>
                            <a:t> (m</a:t>
                          </a:r>
                          <a:r>
                            <a:rPr lang="en-US" sz="2200" b="1" u="none" strike="noStrike" baseline="30000" dirty="0">
                              <a:effectLst/>
                              <a:latin typeface="+mj-lt"/>
                            </a:rPr>
                            <a:t>2</a:t>
                          </a:r>
                          <a:r>
                            <a:rPr lang="en-US" sz="2200" b="1" u="none" strike="noStrike" baseline="0" dirty="0">
                              <a:effectLst/>
                              <a:latin typeface="+mj-lt"/>
                            </a:rPr>
                            <a:t>)</a:t>
                          </a:r>
                        </a:p>
                        <a:p>
                          <a:pPr algn="ctr" fontAlgn="b"/>
                          <a:endParaRPr lang="en-US" sz="2200" b="1" u="none" strike="noStrike" baseline="0" dirty="0">
                            <a:effectLst/>
                            <a:latin typeface="+mj-lt"/>
                          </a:endParaRPr>
                        </a:p>
                        <a:p>
                          <a:pPr algn="ctr" fontAlgn="b"/>
                          <a:endParaRPr lang="en-US" sz="2500" b="1" i="0" u="none" strike="noStrike" dirty="0">
                            <a:solidFill>
                              <a:srgbClr val="000000"/>
                            </a:solidFill>
                            <a:effectLst/>
                            <a:latin typeface="+mj-lt"/>
                          </a:endParaRPr>
                        </a:p>
                      </a:txBody>
                      <a:tcPr marL="9476" marR="9476" marT="9476"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s-BO" sz="2400" b="1" i="1" smtClean="0">
                                        <a:solidFill>
                                          <a:srgbClr val="0070C0"/>
                                        </a:solidFill>
                                        <a:latin typeface="Cambria Math" panose="02040503050406030204" pitchFamily="18" charset="0"/>
                                        <a:ea typeface="Cambria Math" panose="02040503050406030204" pitchFamily="18" charset="0"/>
                                      </a:rPr>
                                    </m:ctrlPr>
                                  </m:sSubPr>
                                  <m:e>
                                    <m:r>
                                      <a:rPr lang="es-BO" sz="2400" b="1" i="1" smtClean="0">
                                        <a:solidFill>
                                          <a:srgbClr val="0070C0"/>
                                        </a:solidFill>
                                        <a:latin typeface="Cambria Math" panose="02040503050406030204" pitchFamily="18" charset="0"/>
                                        <a:ea typeface="Cambria Math" panose="02040503050406030204" pitchFamily="18" charset="0"/>
                                      </a:rPr>
                                      <m:t>𝒙</m:t>
                                    </m:r>
                                  </m:e>
                                  <m:sub>
                                    <m:r>
                                      <a:rPr lang="es-BO" sz="2400" b="1" i="1" smtClean="0">
                                        <a:solidFill>
                                          <a:srgbClr val="0070C0"/>
                                        </a:solidFill>
                                        <a:latin typeface="Cambria Math" panose="02040503050406030204" pitchFamily="18" charset="0"/>
                                        <a:ea typeface="Cambria Math" panose="02040503050406030204" pitchFamily="18" charset="0"/>
                                      </a:rPr>
                                      <m:t>𝟐</m:t>
                                    </m:r>
                                  </m:sub>
                                </m:sSub>
                              </m:oMath>
                            </m:oMathPara>
                          </a14:m>
                          <a:endParaRPr lang="en-US" sz="2200" b="1" i="0" u="none" strike="noStrike" dirty="0">
                            <a:solidFill>
                              <a:srgbClr val="000000"/>
                            </a:solidFill>
                            <a:effectLst/>
                            <a:latin typeface="+mj-lt"/>
                          </a:endParaRPr>
                        </a:p>
                        <a:p>
                          <a:pPr algn="ctr" fontAlgn="b"/>
                          <a:r>
                            <a:rPr lang="en-US" sz="2200" b="1" i="0" u="none" strike="noStrike" dirty="0" err="1">
                              <a:solidFill>
                                <a:srgbClr val="000000"/>
                              </a:solidFill>
                              <a:effectLst/>
                              <a:latin typeface="+mj-lt"/>
                            </a:rPr>
                            <a:t>Número</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dormitorios</a:t>
                          </a:r>
                          <a:endParaRPr lang="en-US" sz="2200" b="1" i="0" u="none" strike="noStrike" dirty="0">
                            <a:solidFill>
                              <a:srgbClr val="000000"/>
                            </a:solidFill>
                            <a:effectLst/>
                            <a:latin typeface="+mj-lt"/>
                          </a:endParaRPr>
                        </a:p>
                        <a:p>
                          <a:pPr algn="ctr" fontAlgn="b"/>
                          <a:endParaRPr lang="en-US" sz="2500" b="1"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s-BO" sz="2400" b="1" i="1" smtClean="0">
                                        <a:solidFill>
                                          <a:srgbClr val="0070C0"/>
                                        </a:solidFill>
                                        <a:latin typeface="Cambria Math" panose="02040503050406030204" pitchFamily="18" charset="0"/>
                                        <a:ea typeface="Cambria Math" panose="02040503050406030204" pitchFamily="18" charset="0"/>
                                      </a:rPr>
                                    </m:ctrlPr>
                                  </m:sSubPr>
                                  <m:e>
                                    <m:r>
                                      <a:rPr lang="es-BO" sz="2400" b="1" i="1" smtClean="0">
                                        <a:solidFill>
                                          <a:srgbClr val="0070C0"/>
                                        </a:solidFill>
                                        <a:latin typeface="Cambria Math" panose="02040503050406030204" pitchFamily="18" charset="0"/>
                                        <a:ea typeface="Cambria Math" panose="02040503050406030204" pitchFamily="18" charset="0"/>
                                      </a:rPr>
                                      <m:t>𝒙</m:t>
                                    </m:r>
                                  </m:e>
                                  <m:sub>
                                    <m:r>
                                      <a:rPr lang="es-BO" sz="2400" b="1" i="1" smtClean="0">
                                        <a:solidFill>
                                          <a:srgbClr val="0070C0"/>
                                        </a:solidFill>
                                        <a:latin typeface="Cambria Math" panose="02040503050406030204" pitchFamily="18" charset="0"/>
                                        <a:ea typeface="Cambria Math" panose="02040503050406030204" pitchFamily="18" charset="0"/>
                                      </a:rPr>
                                      <m:t>𝟑</m:t>
                                    </m:r>
                                  </m:sub>
                                </m:sSub>
                              </m:oMath>
                            </m:oMathPara>
                          </a14:m>
                          <a:endParaRPr lang="en-US" sz="2200" b="1" i="0" u="none" strike="noStrike" dirty="0">
                            <a:solidFill>
                              <a:srgbClr val="000000"/>
                            </a:solidFill>
                            <a:effectLst/>
                            <a:latin typeface="+mj-lt"/>
                          </a:endParaRPr>
                        </a:p>
                        <a:p>
                          <a:pPr algn="ctr" fontAlgn="b"/>
                          <a:r>
                            <a:rPr lang="en-US" sz="2200" b="1" i="0" u="none" strike="noStrike" dirty="0" err="1">
                              <a:solidFill>
                                <a:srgbClr val="000000"/>
                              </a:solidFill>
                              <a:effectLst/>
                              <a:latin typeface="+mj-lt"/>
                            </a:rPr>
                            <a:t>Numero</a:t>
                          </a:r>
                          <a:r>
                            <a:rPr lang="en-US" sz="2200" b="1" i="0" u="none" strike="noStrike" dirty="0">
                              <a:solidFill>
                                <a:srgbClr val="000000"/>
                              </a:solidFill>
                              <a:effectLst/>
                              <a:latin typeface="+mj-lt"/>
                            </a:rPr>
                            <a:t> </a:t>
                          </a:r>
                          <a:r>
                            <a:rPr lang="en-US" sz="2200" b="1" i="0" u="none" strike="noStrike" dirty="0" err="1">
                              <a:solidFill>
                                <a:srgbClr val="000000"/>
                              </a:solidFill>
                              <a:effectLst/>
                              <a:latin typeface="+mj-lt"/>
                            </a:rPr>
                            <a:t>pisos</a:t>
                          </a:r>
                          <a:endParaRPr lang="en-US" sz="2200" b="1" i="0" u="none" strike="noStrike" dirty="0">
                            <a:solidFill>
                              <a:srgbClr val="000000"/>
                            </a:solidFill>
                            <a:effectLst/>
                            <a:latin typeface="+mj-lt"/>
                          </a:endParaRPr>
                        </a:p>
                        <a:p>
                          <a:pPr algn="ctr" fontAlgn="b"/>
                          <a:endParaRPr lang="en-US" sz="2500" b="1"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s-BO" sz="2400" b="1" i="1" smtClean="0">
                                        <a:solidFill>
                                          <a:srgbClr val="0070C0"/>
                                        </a:solidFill>
                                        <a:latin typeface="Cambria Math" panose="02040503050406030204" pitchFamily="18" charset="0"/>
                                        <a:ea typeface="Cambria Math" panose="02040503050406030204" pitchFamily="18" charset="0"/>
                                      </a:rPr>
                                    </m:ctrlPr>
                                  </m:sSubPr>
                                  <m:e>
                                    <m:r>
                                      <a:rPr lang="es-BO" sz="2400" b="1" i="1" smtClean="0">
                                        <a:solidFill>
                                          <a:srgbClr val="0070C0"/>
                                        </a:solidFill>
                                        <a:latin typeface="Cambria Math" panose="02040503050406030204" pitchFamily="18" charset="0"/>
                                        <a:ea typeface="Cambria Math" panose="02040503050406030204" pitchFamily="18" charset="0"/>
                                      </a:rPr>
                                      <m:t>𝒙</m:t>
                                    </m:r>
                                  </m:e>
                                  <m:sub>
                                    <m:r>
                                      <a:rPr lang="es-BO" sz="2400" b="1" i="1" smtClean="0">
                                        <a:solidFill>
                                          <a:srgbClr val="0070C0"/>
                                        </a:solidFill>
                                        <a:latin typeface="Cambria Math" panose="02040503050406030204" pitchFamily="18" charset="0"/>
                                        <a:ea typeface="Cambria Math" panose="02040503050406030204" pitchFamily="18" charset="0"/>
                                      </a:rPr>
                                      <m:t>𝟒</m:t>
                                    </m:r>
                                  </m:sub>
                                </m:sSub>
                              </m:oMath>
                            </m:oMathPara>
                          </a14:m>
                          <a:endParaRPr lang="en-US" sz="2200" b="1" i="0" u="none" strike="noStrike" dirty="0">
                            <a:solidFill>
                              <a:srgbClr val="000000"/>
                            </a:solidFill>
                            <a:effectLst/>
                            <a:latin typeface="+mj-lt"/>
                          </a:endParaRPr>
                        </a:p>
                        <a:p>
                          <a:pPr algn="ctr" fontAlgn="b"/>
                          <a:r>
                            <a:rPr lang="en-US" sz="2200" b="1" i="0" u="none" strike="noStrike" dirty="0" err="1">
                              <a:solidFill>
                                <a:srgbClr val="000000"/>
                              </a:solidFill>
                              <a:effectLst/>
                              <a:latin typeface="+mj-lt"/>
                            </a:rPr>
                            <a:t>Antiguedad</a:t>
                          </a:r>
                          <a:r>
                            <a:rPr lang="en-US" sz="2200" b="1" i="0" u="none" strike="noStrike" dirty="0">
                              <a:solidFill>
                                <a:srgbClr val="000000"/>
                              </a:solidFill>
                              <a:effectLst/>
                              <a:latin typeface="+mj-lt"/>
                            </a:rPr>
                            <a:t> de la casa </a:t>
                          </a:r>
                          <a:r>
                            <a:rPr lang="en-US" sz="2200" b="1" i="0" u="none" strike="noStrike" baseline="0" dirty="0">
                              <a:solidFill>
                                <a:srgbClr val="000000"/>
                              </a:solidFill>
                              <a:effectLst/>
                              <a:latin typeface="+mj-lt"/>
                            </a:rPr>
                            <a:t>(</a:t>
                          </a:r>
                          <a:r>
                            <a:rPr lang="en-US" sz="2200" b="1" i="0" u="none" strike="noStrike" baseline="0" dirty="0" err="1">
                              <a:solidFill>
                                <a:srgbClr val="000000"/>
                              </a:solidFill>
                              <a:effectLst/>
                              <a:latin typeface="+mj-lt"/>
                            </a:rPr>
                            <a:t>años</a:t>
                          </a:r>
                          <a:r>
                            <a:rPr lang="en-US" sz="2200" b="1" i="0" u="none" strike="noStrike" baseline="0" dirty="0">
                              <a:solidFill>
                                <a:srgbClr val="000000"/>
                              </a:solidFill>
                              <a:effectLst/>
                              <a:latin typeface="+mj-lt"/>
                            </a:rPr>
                            <a:t>)</a:t>
                          </a:r>
                        </a:p>
                        <a:p>
                          <a:pPr algn="ctr" fontAlgn="b"/>
                          <a:endParaRPr lang="en-US" sz="2500" b="1"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14:m>
                            <m:oMathPara xmlns:m="http://schemas.openxmlformats.org/officeDocument/2006/math">
                              <m:oMathParaPr>
                                <m:jc m:val="centerGroup"/>
                              </m:oMathParaPr>
                              <m:oMath xmlns:m="http://schemas.openxmlformats.org/officeDocument/2006/math">
                                <m:r>
                                  <a:rPr lang="es-BO" sz="2400" b="1" i="1" smtClean="0">
                                    <a:solidFill>
                                      <a:srgbClr val="0070C0"/>
                                    </a:solidFill>
                                    <a:latin typeface="Cambria Math" panose="02040503050406030204" pitchFamily="18" charset="0"/>
                                    <a:ea typeface="Cambria Math" panose="02040503050406030204" pitchFamily="18" charset="0"/>
                                  </a:rPr>
                                  <m:t>𝒚</m:t>
                                </m:r>
                              </m:oMath>
                            </m:oMathPara>
                          </a14:m>
                          <a:endParaRPr lang="en-US" sz="2200" b="1" i="0" u="none" strike="noStrike" dirty="0">
                            <a:solidFill>
                              <a:srgbClr val="000000"/>
                            </a:solidFill>
                            <a:effectLst/>
                            <a:latin typeface="+mj-lt"/>
                          </a:endParaRPr>
                        </a:p>
                        <a:p>
                          <a:pPr algn="ctr" fontAlgn="b"/>
                          <a:r>
                            <a:rPr lang="en-US" sz="2200" b="1" i="0" u="none" strike="noStrike" dirty="0" err="1">
                              <a:solidFill>
                                <a:srgbClr val="000000"/>
                              </a:solidFill>
                              <a:effectLst/>
                              <a:latin typeface="+mj-lt"/>
                            </a:rPr>
                            <a:t>Precio</a:t>
                          </a:r>
                          <a:r>
                            <a:rPr lang="en-US" sz="2200" b="1" i="0" u="none" strike="noStrike" dirty="0">
                              <a:solidFill>
                                <a:srgbClr val="000000"/>
                              </a:solidFill>
                              <a:effectLst/>
                              <a:latin typeface="+mj-lt"/>
                            </a:rPr>
                            <a:t> ($1000)</a:t>
                          </a:r>
                        </a:p>
                        <a:p>
                          <a:pPr algn="ctr" fontAlgn="b"/>
                          <a:endParaRPr lang="en-US" sz="2200" b="1" i="0" u="none" strike="noStrike" dirty="0">
                            <a:solidFill>
                              <a:srgbClr val="000000"/>
                            </a:solidFill>
                            <a:effectLst/>
                            <a:latin typeface="+mj-lt"/>
                          </a:endParaRPr>
                        </a:p>
                        <a:p>
                          <a:pPr algn="ctr" fontAlgn="b"/>
                          <a:endParaRPr lang="en-US" sz="2500" b="1"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93252">
                    <a:tc>
                      <a:txBody>
                        <a:bodyPr/>
                        <a:lstStyle/>
                        <a:p>
                          <a:pPr algn="ctr" fontAlgn="b"/>
                          <a:r>
                            <a:rPr lang="en-US" sz="2500" u="none" strike="noStrike">
                              <a:effectLst/>
                              <a:latin typeface="+mj-lt"/>
                            </a:rPr>
                            <a:t>2104</a:t>
                          </a:r>
                          <a:endParaRPr lang="en-US" sz="2500" b="0" i="0" u="none" strike="noStrike" dirty="0">
                            <a:solidFill>
                              <a:srgbClr val="000000"/>
                            </a:solidFill>
                            <a:effectLst/>
                            <a:latin typeface="+mj-lt"/>
                          </a:endParaRPr>
                        </a:p>
                      </a:txBody>
                      <a:tcPr marL="9476" marR="9476" marT="9476"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chemeClr val="tx1"/>
                              </a:solidFill>
                              <a:effectLst/>
                              <a:latin typeface="+mj-lt"/>
                            </a:rPr>
                            <a:t>5</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rgbClr val="000000"/>
                              </a:solidFill>
                              <a:effectLst/>
                              <a:latin typeface="+mj-lt"/>
                            </a:rPr>
                            <a:t>1</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chemeClr val="tx1"/>
                              </a:solidFill>
                              <a:effectLst/>
                              <a:latin typeface="+mj-lt"/>
                            </a:rPr>
                            <a:t>45</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rgbClr val="000000"/>
                              </a:solidFill>
                              <a:effectLst/>
                              <a:latin typeface="+mj-lt"/>
                            </a:rPr>
                            <a:t>460</a:t>
                          </a:r>
                        </a:p>
                      </a:txBody>
                      <a:tcPr marL="9476" marR="9476" marT="9476"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93252">
                    <a:tc>
                      <a:txBody>
                        <a:bodyPr/>
                        <a:lstStyle/>
                        <a:p>
                          <a:pPr algn="ctr" fontAlgn="b"/>
                          <a:r>
                            <a:rPr lang="en-US" sz="2500" u="none" strike="noStrike" dirty="0">
                              <a:effectLst/>
                              <a:latin typeface="+mj-lt"/>
                            </a:rPr>
                            <a:t>1416</a:t>
                          </a:r>
                          <a:endParaRPr lang="en-US" sz="2500" b="0" i="0" u="none" strike="noStrike" dirty="0">
                            <a:solidFill>
                              <a:srgbClr val="000000"/>
                            </a:solidFill>
                            <a:effectLst/>
                            <a:latin typeface="+mj-lt"/>
                          </a:endParaRP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chemeClr val="tx1"/>
                              </a:solidFill>
                              <a:effectLst/>
                              <a:latin typeface="+mj-lt"/>
                            </a:rPr>
                            <a:t>3</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chemeClr val="tx1"/>
                              </a:solidFill>
                              <a:effectLst/>
                              <a:latin typeface="+mj-lt"/>
                            </a:rPr>
                            <a:t>40</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232</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93252">
                    <a:tc>
                      <a:txBody>
                        <a:bodyPr/>
                        <a:lstStyle/>
                        <a:p>
                          <a:pPr algn="ctr" fontAlgn="b"/>
                          <a:r>
                            <a:rPr lang="en-US" sz="2500" b="0" i="0" u="none" strike="noStrike" dirty="0">
                              <a:solidFill>
                                <a:srgbClr val="000000"/>
                              </a:solidFill>
                              <a:effectLst/>
                              <a:latin typeface="+mj-lt"/>
                            </a:rPr>
                            <a:t>1534</a:t>
                          </a: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u="none" strike="noStrike" dirty="0">
                              <a:effectLst/>
                              <a:latin typeface="+mj-lt"/>
                            </a:rPr>
                            <a:t>3</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u="none" strike="noStrike" dirty="0">
                              <a:effectLst/>
                              <a:latin typeface="+mj-lt"/>
                            </a:rPr>
                            <a:t>30</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315</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93252">
                    <a:tc>
                      <a:txBody>
                        <a:bodyPr/>
                        <a:lstStyle/>
                        <a:p>
                          <a:pPr algn="ctr" fontAlgn="b"/>
                          <a:r>
                            <a:rPr lang="en-US" sz="2500" b="0" i="0" u="none" strike="noStrike" dirty="0">
                              <a:solidFill>
                                <a:srgbClr val="000000"/>
                              </a:solidFill>
                              <a:effectLst/>
                              <a:latin typeface="+mj-lt"/>
                            </a:rPr>
                            <a:t>852</a:t>
                          </a: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1</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36</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178</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393252">
                    <a:tc>
                      <a:txBody>
                        <a:bodyPr/>
                        <a:lstStyle/>
                        <a:p>
                          <a:pPr algn="ctr" fontAlgn="b"/>
                          <a:r>
                            <a:rPr lang="en-US" sz="2500" b="0" i="0" u="none" strike="noStrike" dirty="0">
                              <a:solidFill>
                                <a:srgbClr val="000000"/>
                              </a:solidFill>
                              <a:effectLst/>
                              <a:latin typeface="+mj-lt"/>
                            </a:rPr>
                            <a:t>…</a:t>
                          </a: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9" name="Table 5">
                <a:extLst>
                  <a:ext uri="{FF2B5EF4-FFF2-40B4-BE49-F238E27FC236}">
                    <a16:creationId xmlns:a16="http://schemas.microsoft.com/office/drawing/2014/main" id="{9CB0C2E1-C8EC-4432-85CA-96FBCEBFD644}"/>
                  </a:ext>
                </a:extLst>
              </p:cNvPr>
              <p:cNvGraphicFramePr>
                <a:graphicFrameLocks noGrp="1"/>
              </p:cNvGraphicFramePr>
              <p:nvPr>
                <p:extLst>
                  <p:ext uri="{D42A27DB-BD31-4B8C-83A1-F6EECF244321}">
                    <p14:modId xmlns:p14="http://schemas.microsoft.com/office/powerpoint/2010/main" val="1260206132"/>
                  </p:ext>
                </p:extLst>
              </p:nvPr>
            </p:nvGraphicFramePr>
            <p:xfrm>
              <a:off x="4592990" y="1861791"/>
              <a:ext cx="7245519" cy="3728336"/>
            </p:xfrm>
            <a:graphic>
              <a:graphicData uri="http://schemas.openxmlformats.org/drawingml/2006/table">
                <a:tbl>
                  <a:tblPr>
                    <a:tableStyleId>{2D5ABB26-0587-4C30-8999-92F81FD0307C}</a:tableStyleId>
                  </a:tblPr>
                  <a:tblGrid>
                    <a:gridCol w="1351776">
                      <a:extLst>
                        <a:ext uri="{9D8B030D-6E8A-4147-A177-3AD203B41FA5}">
                          <a16:colId xmlns:a16="http://schemas.microsoft.com/office/drawing/2014/main" val="20000"/>
                        </a:ext>
                      </a:extLst>
                    </a:gridCol>
                    <a:gridCol w="1513989">
                      <a:extLst>
                        <a:ext uri="{9D8B030D-6E8A-4147-A177-3AD203B41FA5}">
                          <a16:colId xmlns:a16="http://schemas.microsoft.com/office/drawing/2014/main" val="20001"/>
                        </a:ext>
                      </a:extLst>
                    </a:gridCol>
                    <a:gridCol w="1513989">
                      <a:extLst>
                        <a:ext uri="{9D8B030D-6E8A-4147-A177-3AD203B41FA5}">
                          <a16:colId xmlns:a16="http://schemas.microsoft.com/office/drawing/2014/main" val="20002"/>
                        </a:ext>
                      </a:extLst>
                    </a:gridCol>
                    <a:gridCol w="1513989">
                      <a:extLst>
                        <a:ext uri="{9D8B030D-6E8A-4147-A177-3AD203B41FA5}">
                          <a16:colId xmlns:a16="http://schemas.microsoft.com/office/drawing/2014/main" val="20003"/>
                        </a:ext>
                      </a:extLst>
                    </a:gridCol>
                    <a:gridCol w="1351776">
                      <a:extLst>
                        <a:ext uri="{9D8B030D-6E8A-4147-A177-3AD203B41FA5}">
                          <a16:colId xmlns:a16="http://schemas.microsoft.com/office/drawing/2014/main" val="20004"/>
                        </a:ext>
                      </a:extLst>
                    </a:gridCol>
                  </a:tblGrid>
                  <a:tr h="1762076">
                    <a:tc>
                      <a:txBody>
                        <a:bodyPr/>
                        <a:lstStyle/>
                        <a:p>
                          <a:endParaRPr lang="es-BO"/>
                        </a:p>
                      </a:txBody>
                      <a:tcPr marL="9476" marR="9476" marT="9476"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6"/>
                          <a:stretch>
                            <a:fillRect r="-436486" b="-122069"/>
                          </a:stretch>
                        </a:blipFill>
                      </a:tcPr>
                    </a:tc>
                    <a:tc>
                      <a:txBody>
                        <a:bodyPr/>
                        <a:lstStyle/>
                        <a:p>
                          <a:endParaRPr lang="es-BO"/>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6"/>
                          <a:stretch>
                            <a:fillRect l="-89157" r="-289157" b="-122069"/>
                          </a:stretch>
                        </a:blipFill>
                      </a:tcPr>
                    </a:tc>
                    <a:tc>
                      <a:txBody>
                        <a:bodyPr/>
                        <a:lstStyle/>
                        <a:p>
                          <a:endParaRPr lang="es-BO"/>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6"/>
                          <a:stretch>
                            <a:fillRect l="-189919" r="-190323" b="-122069"/>
                          </a:stretch>
                        </a:blipFill>
                      </a:tcPr>
                    </a:tc>
                    <a:tc>
                      <a:txBody>
                        <a:bodyPr/>
                        <a:lstStyle/>
                        <a:p>
                          <a:endParaRPr lang="es-BO"/>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6"/>
                          <a:stretch>
                            <a:fillRect l="-288755" r="-89558" b="-122069"/>
                          </a:stretch>
                        </a:blipFill>
                      </a:tcPr>
                    </a:tc>
                    <a:tc>
                      <a:txBody>
                        <a:bodyPr/>
                        <a:lstStyle/>
                        <a:p>
                          <a:endParaRPr lang="es-BO"/>
                        </a:p>
                      </a:txBody>
                      <a:tcPr marL="9476" marR="9476" marT="9476"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blipFill>
                          <a:blip r:embed="rId6"/>
                          <a:stretch>
                            <a:fillRect l="-436036" r="-450" b="-122069"/>
                          </a:stretch>
                        </a:blipFill>
                      </a:tcPr>
                    </a:tc>
                    <a:extLst>
                      <a:ext uri="{0D108BD9-81ED-4DB2-BD59-A6C34878D82A}">
                        <a16:rowId xmlns:a16="http://schemas.microsoft.com/office/drawing/2014/main" val="10000"/>
                      </a:ext>
                    </a:extLst>
                  </a:tr>
                  <a:tr h="393252">
                    <a:tc>
                      <a:txBody>
                        <a:bodyPr/>
                        <a:lstStyle/>
                        <a:p>
                          <a:pPr algn="ctr" fontAlgn="b"/>
                          <a:r>
                            <a:rPr lang="en-US" sz="2500" u="none" strike="noStrike">
                              <a:effectLst/>
                              <a:latin typeface="+mj-lt"/>
                            </a:rPr>
                            <a:t>2104</a:t>
                          </a:r>
                          <a:endParaRPr lang="en-US" sz="2500" b="0" i="0" u="none" strike="noStrike" dirty="0">
                            <a:solidFill>
                              <a:srgbClr val="000000"/>
                            </a:solidFill>
                            <a:effectLst/>
                            <a:latin typeface="+mj-lt"/>
                          </a:endParaRPr>
                        </a:p>
                      </a:txBody>
                      <a:tcPr marL="9476" marR="9476" marT="9476"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chemeClr val="tx1"/>
                              </a:solidFill>
                              <a:effectLst/>
                              <a:latin typeface="+mj-lt"/>
                            </a:rPr>
                            <a:t>5</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rgbClr val="000000"/>
                              </a:solidFill>
                              <a:effectLst/>
                              <a:latin typeface="+mj-lt"/>
                            </a:rPr>
                            <a:t>1</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chemeClr val="tx1"/>
                              </a:solidFill>
                              <a:effectLst/>
                              <a:latin typeface="+mj-lt"/>
                            </a:rPr>
                            <a:t>45</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500" b="0" i="0" u="none" strike="noStrike" dirty="0">
                              <a:solidFill>
                                <a:srgbClr val="000000"/>
                              </a:solidFill>
                              <a:effectLst/>
                              <a:latin typeface="+mj-lt"/>
                            </a:rPr>
                            <a:t>460</a:t>
                          </a:r>
                        </a:p>
                      </a:txBody>
                      <a:tcPr marL="9476" marR="9476" marT="9476"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93252">
                    <a:tc>
                      <a:txBody>
                        <a:bodyPr/>
                        <a:lstStyle/>
                        <a:p>
                          <a:pPr algn="ctr" fontAlgn="b"/>
                          <a:r>
                            <a:rPr lang="en-US" sz="2500" u="none" strike="noStrike" dirty="0">
                              <a:effectLst/>
                              <a:latin typeface="+mj-lt"/>
                            </a:rPr>
                            <a:t>1416</a:t>
                          </a:r>
                          <a:endParaRPr lang="en-US" sz="2500" b="0" i="0" u="none" strike="noStrike" dirty="0">
                            <a:solidFill>
                              <a:srgbClr val="000000"/>
                            </a:solidFill>
                            <a:effectLst/>
                            <a:latin typeface="+mj-lt"/>
                          </a:endParaRP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chemeClr val="tx1"/>
                              </a:solidFill>
                              <a:effectLst/>
                              <a:latin typeface="+mj-lt"/>
                            </a:rPr>
                            <a:t>3</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chemeClr val="tx1"/>
                              </a:solidFill>
                              <a:effectLst/>
                              <a:latin typeface="+mj-lt"/>
                            </a:rPr>
                            <a:t>40</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232</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93252">
                    <a:tc>
                      <a:txBody>
                        <a:bodyPr/>
                        <a:lstStyle/>
                        <a:p>
                          <a:pPr algn="ctr" fontAlgn="b"/>
                          <a:r>
                            <a:rPr lang="en-US" sz="2500" b="0" i="0" u="none" strike="noStrike" dirty="0">
                              <a:solidFill>
                                <a:srgbClr val="000000"/>
                              </a:solidFill>
                              <a:effectLst/>
                              <a:latin typeface="+mj-lt"/>
                            </a:rPr>
                            <a:t>1534</a:t>
                          </a: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u="none" strike="noStrike" dirty="0">
                              <a:effectLst/>
                              <a:latin typeface="+mj-lt"/>
                            </a:rPr>
                            <a:t>3</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u="none" strike="noStrike" dirty="0">
                              <a:effectLst/>
                              <a:latin typeface="+mj-lt"/>
                            </a:rPr>
                            <a:t>30</a:t>
                          </a:r>
                          <a:endParaRPr lang="en-US" sz="2500" b="0" i="0" u="none" strike="noStrike" dirty="0">
                            <a:solidFill>
                              <a:srgbClr val="000000"/>
                            </a:solidFill>
                            <a:effectLst/>
                            <a:latin typeface="+mj-lt"/>
                          </a:endParaRP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315</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93252">
                    <a:tc>
                      <a:txBody>
                        <a:bodyPr/>
                        <a:lstStyle/>
                        <a:p>
                          <a:pPr algn="ctr" fontAlgn="b"/>
                          <a:r>
                            <a:rPr lang="en-US" sz="2500" b="0" i="0" u="none" strike="noStrike" dirty="0">
                              <a:solidFill>
                                <a:srgbClr val="000000"/>
                              </a:solidFill>
                              <a:effectLst/>
                              <a:latin typeface="+mj-lt"/>
                            </a:rPr>
                            <a:t>852</a:t>
                          </a: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2</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1</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36</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178</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393252">
                    <a:tc>
                      <a:txBody>
                        <a:bodyPr/>
                        <a:lstStyle/>
                        <a:p>
                          <a:pPr algn="ctr" fontAlgn="b"/>
                          <a:r>
                            <a:rPr lang="en-US" sz="2500" b="0" i="0" u="none" strike="noStrike" dirty="0">
                              <a:solidFill>
                                <a:srgbClr val="000000"/>
                              </a:solidFill>
                              <a:effectLst/>
                              <a:latin typeface="+mj-lt"/>
                            </a:rPr>
                            <a:t>…</a:t>
                          </a:r>
                        </a:p>
                      </a:txBody>
                      <a:tcPr marL="9476" marR="9476" marT="9476"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500" b="0" i="0" u="none" strike="noStrike" dirty="0">
                              <a:solidFill>
                                <a:srgbClr val="000000"/>
                              </a:solidFill>
                              <a:effectLst/>
                              <a:latin typeface="+mj-lt"/>
                            </a:rPr>
                            <a:t>…</a:t>
                          </a:r>
                        </a:p>
                      </a:txBody>
                      <a:tcPr marL="9476" marR="9476" marT="9476"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64BFBD6C-B12B-C3D7-E223-BD6CD7F6F633}"/>
                  </a:ext>
                </a:extLst>
              </p:cNvPr>
              <p:cNvSpPr txBox="1"/>
              <p:nvPr/>
            </p:nvSpPr>
            <p:spPr>
              <a:xfrm>
                <a:off x="1953423" y="5678153"/>
                <a:ext cx="857228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3600" b="1" i="1" smtClean="0">
                              <a:solidFill>
                                <a:srgbClr val="0070C0"/>
                              </a:solidFill>
                              <a:latin typeface="Cambria Math" panose="02040503050406030204" pitchFamily="18" charset="0"/>
                            </a:rPr>
                          </m:ctrlPr>
                        </m:sSubPr>
                        <m:e>
                          <m:r>
                            <a:rPr lang="es-BO" sz="3600" b="1" i="1" smtClean="0">
                              <a:solidFill>
                                <a:srgbClr val="0070C0"/>
                              </a:solidFill>
                              <a:latin typeface="Cambria Math" panose="02040503050406030204" pitchFamily="18" charset="0"/>
                            </a:rPr>
                            <m:t>𝒉</m:t>
                          </m:r>
                        </m:e>
                        <m:sub>
                          <m:r>
                            <a:rPr lang="es-BO" sz="3600" b="1" i="1" smtClean="0">
                              <a:solidFill>
                                <a:srgbClr val="0070C0"/>
                              </a:solidFill>
                              <a:latin typeface="Cambria Math" panose="02040503050406030204" pitchFamily="18" charset="0"/>
                              <a:ea typeface="Cambria Math" panose="02040503050406030204" pitchFamily="18" charset="0"/>
                            </a:rPr>
                            <m:t>𝜽</m:t>
                          </m:r>
                        </m:sub>
                      </m:sSub>
                      <m:d>
                        <m:dPr>
                          <m:ctrlPr>
                            <a:rPr lang="es-BO" sz="3600" b="1" i="1" smtClean="0">
                              <a:solidFill>
                                <a:srgbClr val="0070C0"/>
                              </a:solidFill>
                              <a:latin typeface="Cambria Math" panose="02040503050406030204" pitchFamily="18" charset="0"/>
                            </a:rPr>
                          </m:ctrlPr>
                        </m:dPr>
                        <m:e>
                          <m:r>
                            <a:rPr lang="es-BO" sz="3600" b="1" i="1" smtClean="0">
                              <a:solidFill>
                                <a:srgbClr val="0070C0"/>
                              </a:solidFill>
                              <a:latin typeface="Cambria Math" panose="02040503050406030204" pitchFamily="18" charset="0"/>
                            </a:rPr>
                            <m:t>𝒙</m:t>
                          </m:r>
                        </m:e>
                      </m:d>
                      <m:r>
                        <a:rPr lang="es-BO" sz="3600" b="1" i="1" smtClean="0">
                          <a:solidFill>
                            <a:srgbClr val="0070C0"/>
                          </a:solidFill>
                          <a:latin typeface="Cambria Math" panose="02040503050406030204" pitchFamily="18" charset="0"/>
                          <a:ea typeface="Cambria Math" panose="02040503050406030204" pitchFamily="18" charset="0"/>
                        </a:rPr>
                        <m:t>=</m:t>
                      </m:r>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𝜽</m:t>
                          </m:r>
                        </m:e>
                        <m:sub>
                          <m:r>
                            <a:rPr lang="es-BO" sz="3600" b="1" i="1" smtClean="0">
                              <a:solidFill>
                                <a:srgbClr val="0070C0"/>
                              </a:solidFill>
                              <a:latin typeface="Cambria Math" panose="02040503050406030204" pitchFamily="18" charset="0"/>
                              <a:ea typeface="Cambria Math" panose="02040503050406030204" pitchFamily="18" charset="0"/>
                            </a:rPr>
                            <m:t>𝟎</m:t>
                          </m:r>
                        </m:sub>
                      </m:sSub>
                      <m:r>
                        <a:rPr lang="es-BO" sz="3600" b="1" i="1" smtClean="0">
                          <a:solidFill>
                            <a:srgbClr val="0070C0"/>
                          </a:solidFill>
                          <a:latin typeface="Cambria Math" panose="02040503050406030204" pitchFamily="18" charset="0"/>
                          <a:ea typeface="Cambria Math" panose="02040503050406030204" pitchFamily="18" charset="0"/>
                        </a:rPr>
                        <m:t>+</m:t>
                      </m:r>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𝜽</m:t>
                          </m:r>
                        </m:e>
                        <m:sub>
                          <m:r>
                            <a:rPr lang="es-BO" sz="3600" b="1" i="1" smtClean="0">
                              <a:solidFill>
                                <a:srgbClr val="0070C0"/>
                              </a:solidFill>
                              <a:latin typeface="Cambria Math" panose="02040503050406030204" pitchFamily="18" charset="0"/>
                              <a:ea typeface="Cambria Math" panose="02040503050406030204" pitchFamily="18" charset="0"/>
                            </a:rPr>
                            <m:t>𝟏</m:t>
                          </m:r>
                        </m:sub>
                      </m:sSub>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𝒙</m:t>
                          </m:r>
                        </m:e>
                        <m:sub>
                          <m:r>
                            <a:rPr lang="es-BO" sz="3600" b="1" i="1" smtClean="0">
                              <a:solidFill>
                                <a:srgbClr val="0070C0"/>
                              </a:solidFill>
                              <a:latin typeface="Cambria Math" panose="02040503050406030204" pitchFamily="18" charset="0"/>
                              <a:ea typeface="Cambria Math" panose="02040503050406030204" pitchFamily="18" charset="0"/>
                            </a:rPr>
                            <m:t>𝟏</m:t>
                          </m:r>
                        </m:sub>
                      </m:sSub>
                      <m:r>
                        <a:rPr lang="es-BO" sz="3600" b="1" i="1" smtClean="0">
                          <a:solidFill>
                            <a:srgbClr val="0070C0"/>
                          </a:solidFill>
                          <a:latin typeface="Cambria Math" panose="02040503050406030204" pitchFamily="18" charset="0"/>
                          <a:ea typeface="Cambria Math" panose="02040503050406030204" pitchFamily="18" charset="0"/>
                        </a:rPr>
                        <m:t>+</m:t>
                      </m:r>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𝜽</m:t>
                          </m:r>
                        </m:e>
                        <m:sub>
                          <m:r>
                            <a:rPr lang="es-BO" sz="3600" b="1" i="1" smtClean="0">
                              <a:solidFill>
                                <a:srgbClr val="0070C0"/>
                              </a:solidFill>
                              <a:latin typeface="Cambria Math" panose="02040503050406030204" pitchFamily="18" charset="0"/>
                              <a:ea typeface="Cambria Math" panose="02040503050406030204" pitchFamily="18" charset="0"/>
                            </a:rPr>
                            <m:t>𝟐</m:t>
                          </m:r>
                        </m:sub>
                      </m:sSub>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𝒙</m:t>
                          </m:r>
                        </m:e>
                        <m:sub>
                          <m:r>
                            <a:rPr lang="es-BO" sz="3600" b="1" i="1" smtClean="0">
                              <a:solidFill>
                                <a:srgbClr val="0070C0"/>
                              </a:solidFill>
                              <a:latin typeface="Cambria Math" panose="02040503050406030204" pitchFamily="18" charset="0"/>
                              <a:ea typeface="Cambria Math" panose="02040503050406030204" pitchFamily="18" charset="0"/>
                            </a:rPr>
                            <m:t>𝟐</m:t>
                          </m:r>
                        </m:sub>
                      </m:sSub>
                      <m:r>
                        <a:rPr lang="es-BO" sz="3600" b="1" i="1" smtClean="0">
                          <a:solidFill>
                            <a:srgbClr val="0070C0"/>
                          </a:solidFill>
                          <a:latin typeface="Cambria Math" panose="02040503050406030204" pitchFamily="18" charset="0"/>
                          <a:ea typeface="Cambria Math" panose="02040503050406030204" pitchFamily="18" charset="0"/>
                        </a:rPr>
                        <m:t>+</m:t>
                      </m:r>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𝜽</m:t>
                          </m:r>
                        </m:e>
                        <m:sub>
                          <m:r>
                            <a:rPr lang="es-BO" sz="3600" b="1" i="1" smtClean="0">
                              <a:solidFill>
                                <a:srgbClr val="0070C0"/>
                              </a:solidFill>
                              <a:latin typeface="Cambria Math" panose="02040503050406030204" pitchFamily="18" charset="0"/>
                              <a:ea typeface="Cambria Math" panose="02040503050406030204" pitchFamily="18" charset="0"/>
                            </a:rPr>
                            <m:t>𝟑</m:t>
                          </m:r>
                        </m:sub>
                      </m:sSub>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𝒙</m:t>
                          </m:r>
                        </m:e>
                        <m:sub>
                          <m:r>
                            <a:rPr lang="es-BO" sz="3600" b="1" i="1" smtClean="0">
                              <a:solidFill>
                                <a:srgbClr val="0070C0"/>
                              </a:solidFill>
                              <a:latin typeface="Cambria Math" panose="02040503050406030204" pitchFamily="18" charset="0"/>
                              <a:ea typeface="Cambria Math" panose="02040503050406030204" pitchFamily="18" charset="0"/>
                            </a:rPr>
                            <m:t>𝟑</m:t>
                          </m:r>
                        </m:sub>
                      </m:sSub>
                      <m:r>
                        <a:rPr lang="es-BO" sz="3600" b="1" i="1" smtClean="0">
                          <a:solidFill>
                            <a:srgbClr val="0070C0"/>
                          </a:solidFill>
                          <a:latin typeface="Cambria Math" panose="02040503050406030204" pitchFamily="18" charset="0"/>
                          <a:ea typeface="Cambria Math" panose="02040503050406030204" pitchFamily="18" charset="0"/>
                        </a:rPr>
                        <m:t>+</m:t>
                      </m:r>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𝜽</m:t>
                          </m:r>
                        </m:e>
                        <m:sub>
                          <m:r>
                            <a:rPr lang="es-BO" sz="3600" b="1" i="1" smtClean="0">
                              <a:solidFill>
                                <a:srgbClr val="0070C0"/>
                              </a:solidFill>
                              <a:latin typeface="Cambria Math" panose="02040503050406030204" pitchFamily="18" charset="0"/>
                              <a:ea typeface="Cambria Math" panose="02040503050406030204" pitchFamily="18" charset="0"/>
                            </a:rPr>
                            <m:t>𝟒</m:t>
                          </m:r>
                        </m:sub>
                      </m:sSub>
                      <m:sSub>
                        <m:sSubPr>
                          <m:ctrlPr>
                            <a:rPr lang="es-BO" sz="3600" b="1" i="1" smtClean="0">
                              <a:solidFill>
                                <a:srgbClr val="0070C0"/>
                              </a:solidFill>
                              <a:latin typeface="Cambria Math" panose="02040503050406030204" pitchFamily="18" charset="0"/>
                              <a:ea typeface="Cambria Math" panose="02040503050406030204" pitchFamily="18" charset="0"/>
                            </a:rPr>
                          </m:ctrlPr>
                        </m:sSubPr>
                        <m:e>
                          <m:r>
                            <a:rPr lang="es-BO" sz="3600" b="1" i="1" smtClean="0">
                              <a:solidFill>
                                <a:srgbClr val="0070C0"/>
                              </a:solidFill>
                              <a:latin typeface="Cambria Math" panose="02040503050406030204" pitchFamily="18" charset="0"/>
                              <a:ea typeface="Cambria Math" panose="02040503050406030204" pitchFamily="18" charset="0"/>
                            </a:rPr>
                            <m:t>𝒙</m:t>
                          </m:r>
                        </m:e>
                        <m:sub>
                          <m:r>
                            <a:rPr lang="es-BO" sz="3600" b="1" i="1" smtClean="0">
                              <a:solidFill>
                                <a:srgbClr val="0070C0"/>
                              </a:solidFill>
                              <a:latin typeface="Cambria Math" panose="02040503050406030204" pitchFamily="18" charset="0"/>
                              <a:ea typeface="Cambria Math" panose="02040503050406030204" pitchFamily="18" charset="0"/>
                            </a:rPr>
                            <m:t>𝟒</m:t>
                          </m:r>
                        </m:sub>
                      </m:sSub>
                    </m:oMath>
                  </m:oMathPara>
                </a14:m>
                <a:endParaRPr lang="es-419" sz="3600" b="1" dirty="0">
                  <a:solidFill>
                    <a:srgbClr val="0070C0"/>
                  </a:solidFill>
                </a:endParaRPr>
              </a:p>
            </p:txBody>
          </p:sp>
        </mc:Choice>
        <mc:Fallback xmlns="">
          <p:sp>
            <p:nvSpPr>
              <p:cNvPr id="42" name="CuadroTexto 41">
                <a:extLst>
                  <a:ext uri="{FF2B5EF4-FFF2-40B4-BE49-F238E27FC236}">
                    <a16:creationId xmlns:a16="http://schemas.microsoft.com/office/drawing/2014/main" id="{64BFBD6C-B12B-C3D7-E223-BD6CD7F6F633}"/>
                  </a:ext>
                </a:extLst>
              </p:cNvPr>
              <p:cNvSpPr txBox="1">
                <a:spLocks noRot="1" noChangeAspect="1" noMove="1" noResize="1" noEditPoints="1" noAdjustHandles="1" noChangeArrowheads="1" noChangeShapeType="1" noTextEdit="1"/>
              </p:cNvSpPr>
              <p:nvPr/>
            </p:nvSpPr>
            <p:spPr>
              <a:xfrm>
                <a:off x="1953423" y="5678153"/>
                <a:ext cx="8572283" cy="553998"/>
              </a:xfrm>
              <a:prstGeom prst="rect">
                <a:avLst/>
              </a:prstGeom>
              <a:blipFill>
                <a:blip r:embed="rId7"/>
                <a:stretch>
                  <a:fillRect/>
                </a:stretch>
              </a:blipFill>
            </p:spPr>
            <p:txBody>
              <a:bodyPr/>
              <a:lstStyle/>
              <a:p>
                <a:r>
                  <a:rPr lang="es-419">
                    <a:noFill/>
                  </a:rPr>
                  <a:t> </a:t>
                </a:r>
              </a:p>
            </p:txBody>
          </p:sp>
        </mc:Fallback>
      </mc:AlternateContent>
    </p:spTree>
    <p:extLst>
      <p:ext uri="{BB962C8B-B14F-4D97-AF65-F5344CB8AC3E}">
        <p14:creationId xmlns:p14="http://schemas.microsoft.com/office/powerpoint/2010/main" val="1568421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73311639"/>
              </p:ext>
            </p:extLst>
          </p:nvPr>
        </p:nvGraphicFramePr>
        <p:xfrm>
          <a:off x="849195" y="1157405"/>
          <a:ext cx="8534399" cy="2946400"/>
        </p:xfrm>
        <a:graphic>
          <a:graphicData uri="http://schemas.openxmlformats.org/drawingml/2006/table">
            <a:tbl>
              <a:tblPr>
                <a:tableStyleId>{2D5ABB26-0587-4C30-8999-92F81FD0307C}</a:tableStyleId>
              </a:tblPr>
              <a:tblGrid>
                <a:gridCol w="1523999">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930400">
                  <a:extLst>
                    <a:ext uri="{9D8B030D-6E8A-4147-A177-3AD203B41FA5}">
                      <a16:colId xmlns:a16="http://schemas.microsoft.com/office/drawing/2014/main" val="20003"/>
                    </a:ext>
                  </a:extLst>
                </a:gridCol>
                <a:gridCol w="2032000">
                  <a:extLst>
                    <a:ext uri="{9D8B030D-6E8A-4147-A177-3AD203B41FA5}">
                      <a16:colId xmlns:a16="http://schemas.microsoft.com/office/drawing/2014/main" val="20004"/>
                    </a:ext>
                  </a:extLst>
                </a:gridCol>
              </a:tblGrid>
              <a:tr h="1066800">
                <a:tc>
                  <a:txBody>
                    <a:bodyPr/>
                    <a:lstStyle/>
                    <a:p>
                      <a:pPr algn="ctr" fontAlgn="b"/>
                      <a:r>
                        <a:rPr lang="en-US" sz="2000" b="1" u="none" strike="noStrike" dirty="0" err="1">
                          <a:effectLst/>
                          <a:latin typeface="+mj-lt"/>
                        </a:rPr>
                        <a:t>Tamaño</a:t>
                      </a:r>
                      <a:r>
                        <a:rPr lang="en-US" sz="2000" b="1" u="none" strike="noStrike" dirty="0">
                          <a:effectLst/>
                          <a:latin typeface="+mj-lt"/>
                        </a:rPr>
                        <a:t> </a:t>
                      </a:r>
                      <a:r>
                        <a:rPr lang="en-US" sz="2000" b="1" u="none" strike="noStrike" baseline="0" dirty="0">
                          <a:effectLst/>
                          <a:latin typeface="+mj-lt"/>
                        </a:rPr>
                        <a:t>(m</a:t>
                      </a:r>
                      <a:r>
                        <a:rPr lang="en-US" sz="2000" b="1" u="none" strike="noStrike" baseline="30000" dirty="0">
                          <a:effectLst/>
                          <a:latin typeface="+mj-lt"/>
                        </a:rPr>
                        <a:t>2</a:t>
                      </a:r>
                      <a:r>
                        <a:rPr lang="en-US" sz="2000" b="1" u="none" strike="noStrike" baseline="0" dirty="0">
                          <a:effectLst/>
                          <a:latin typeface="+mj-lt"/>
                        </a:rPr>
                        <a:t>)</a:t>
                      </a:r>
                    </a:p>
                    <a:p>
                      <a:pPr algn="ctr" fontAlgn="b"/>
                      <a:endParaRPr lang="en-US" sz="2000" b="1" u="none" strike="noStrike" baseline="0" dirty="0">
                        <a:effectLst/>
                        <a:latin typeface="+mj-lt"/>
                      </a:endParaRPr>
                    </a:p>
                    <a:p>
                      <a:pPr algn="ctr" fontAlgn="b"/>
                      <a:endParaRPr lang="en-US" sz="2400" b="1" i="0" u="none" strike="noStrike" dirty="0">
                        <a:solidFill>
                          <a:srgbClr val="000000"/>
                        </a:solidFill>
                        <a:effectLst/>
                        <a:latin typeface="+mj-lt"/>
                      </a:endParaRPr>
                    </a:p>
                  </a:txBody>
                  <a:tcPr marL="10160" marR="10160" marT="10160" marB="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i="0" u="none" strike="noStrike" dirty="0">
                          <a:solidFill>
                            <a:srgbClr val="000000"/>
                          </a:solidFill>
                          <a:effectLst/>
                          <a:latin typeface="+mj-lt"/>
                        </a:rPr>
                        <a:t>No </a:t>
                      </a:r>
                      <a:r>
                        <a:rPr lang="en-US" sz="2000" b="1" i="0" u="none" strike="noStrike" dirty="0" err="1">
                          <a:solidFill>
                            <a:srgbClr val="000000"/>
                          </a:solidFill>
                          <a:effectLst/>
                          <a:latin typeface="+mj-lt"/>
                        </a:rPr>
                        <a:t>habitaciones</a:t>
                      </a:r>
                      <a:endParaRPr lang="en-US" sz="2400" b="1" i="0" u="none" strike="noStrike" dirty="0">
                        <a:solidFill>
                          <a:srgbClr val="000000"/>
                        </a:solidFill>
                        <a:effectLst/>
                        <a:latin typeface="+mj-lt"/>
                      </a:endParaRPr>
                    </a:p>
                  </a:txBody>
                  <a:tcPr marL="10160" marR="10160" marT="101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i="0" u="none" strike="noStrike" dirty="0">
                          <a:solidFill>
                            <a:srgbClr val="000000"/>
                          </a:solidFill>
                          <a:effectLst/>
                          <a:latin typeface="+mj-lt"/>
                        </a:rPr>
                        <a:t>No </a:t>
                      </a:r>
                      <a:r>
                        <a:rPr lang="en-US" sz="2000" b="1" i="0" u="none" strike="noStrike" dirty="0" err="1">
                          <a:solidFill>
                            <a:srgbClr val="000000"/>
                          </a:solidFill>
                          <a:effectLst/>
                          <a:latin typeface="+mj-lt"/>
                        </a:rPr>
                        <a:t>pisos</a:t>
                      </a:r>
                      <a:endParaRPr lang="en-US" sz="2400" b="1" i="0" u="none" strike="noStrike" dirty="0">
                        <a:solidFill>
                          <a:srgbClr val="000000"/>
                        </a:solidFill>
                        <a:effectLst/>
                        <a:latin typeface="+mj-lt"/>
                      </a:endParaRPr>
                    </a:p>
                  </a:txBody>
                  <a:tcPr marL="10160" marR="10160" marT="101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i="0" u="none" strike="noStrike" dirty="0" err="1">
                          <a:solidFill>
                            <a:srgbClr val="000000"/>
                          </a:solidFill>
                          <a:effectLst/>
                          <a:latin typeface="+mj-lt"/>
                        </a:rPr>
                        <a:t>Edad</a:t>
                      </a:r>
                      <a:r>
                        <a:rPr lang="en-US" sz="2000" b="1" i="0" u="none" strike="noStrike" dirty="0">
                          <a:solidFill>
                            <a:srgbClr val="000000"/>
                          </a:solidFill>
                          <a:effectLst/>
                          <a:latin typeface="+mj-lt"/>
                        </a:rPr>
                        <a:t> de la casa </a:t>
                      </a:r>
                      <a:r>
                        <a:rPr lang="en-US" sz="2000" b="1" i="0" u="none" strike="noStrike" baseline="0" dirty="0">
                          <a:solidFill>
                            <a:srgbClr val="000000"/>
                          </a:solidFill>
                          <a:effectLst/>
                          <a:latin typeface="+mj-lt"/>
                        </a:rPr>
                        <a:t>(</a:t>
                      </a:r>
                      <a:r>
                        <a:rPr lang="en-US" sz="2000" b="1" i="0" u="none" strike="noStrike" baseline="0" dirty="0" err="1">
                          <a:solidFill>
                            <a:srgbClr val="000000"/>
                          </a:solidFill>
                          <a:effectLst/>
                          <a:latin typeface="+mj-lt"/>
                        </a:rPr>
                        <a:t>años</a:t>
                      </a:r>
                      <a:r>
                        <a:rPr lang="en-US" sz="2000" b="1" i="0" u="none" strike="noStrike" baseline="0" dirty="0">
                          <a:solidFill>
                            <a:srgbClr val="000000"/>
                          </a:solidFill>
                          <a:effectLst/>
                          <a:latin typeface="+mj-lt"/>
                        </a:rPr>
                        <a:t>)</a:t>
                      </a:r>
                    </a:p>
                    <a:p>
                      <a:pPr algn="ctr" fontAlgn="b"/>
                      <a:endParaRPr lang="en-US" sz="2400" b="1" i="0" u="none" strike="noStrike" dirty="0">
                        <a:solidFill>
                          <a:srgbClr val="000000"/>
                        </a:solidFill>
                        <a:effectLst/>
                        <a:latin typeface="+mj-lt"/>
                      </a:endParaRPr>
                    </a:p>
                  </a:txBody>
                  <a:tcPr marL="10160" marR="10160" marT="1016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000" b="1" i="0" u="none" strike="noStrike" dirty="0" err="1">
                          <a:solidFill>
                            <a:srgbClr val="000000"/>
                          </a:solidFill>
                          <a:effectLst/>
                          <a:latin typeface="+mj-lt"/>
                        </a:rPr>
                        <a:t>Precio</a:t>
                      </a:r>
                      <a:r>
                        <a:rPr lang="en-US" sz="2000" b="1" i="0" u="none" strike="noStrike" dirty="0">
                          <a:solidFill>
                            <a:srgbClr val="000000"/>
                          </a:solidFill>
                          <a:effectLst/>
                          <a:latin typeface="+mj-lt"/>
                        </a:rPr>
                        <a:t> ($1000)</a:t>
                      </a:r>
                    </a:p>
                    <a:p>
                      <a:pPr algn="ctr" fontAlgn="b"/>
                      <a:endParaRPr lang="en-US" sz="2000" b="1" i="0" u="none" strike="noStrike" dirty="0">
                        <a:solidFill>
                          <a:srgbClr val="000000"/>
                        </a:solidFill>
                        <a:effectLst/>
                        <a:latin typeface="+mj-lt"/>
                      </a:endParaRPr>
                    </a:p>
                    <a:p>
                      <a:pPr algn="ctr" fontAlgn="b"/>
                      <a:endParaRPr lang="en-US" sz="2400" b="1" i="0" u="none" strike="noStrike" dirty="0">
                        <a:solidFill>
                          <a:srgbClr val="000000"/>
                        </a:solidFill>
                        <a:effectLst/>
                        <a:latin typeface="+mj-lt"/>
                      </a:endParaRPr>
                    </a:p>
                  </a:txBody>
                  <a:tcPr marL="10160" marR="10160" marT="10160" marB="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5920">
                <a:tc>
                  <a:txBody>
                    <a:bodyPr/>
                    <a:lstStyle/>
                    <a:p>
                      <a:pPr algn="ctr" fontAlgn="b"/>
                      <a:r>
                        <a:rPr lang="en-US" sz="2400" u="none" strike="noStrike" dirty="0">
                          <a:effectLst/>
                          <a:latin typeface="+mj-lt"/>
                        </a:rPr>
                        <a:t>2104</a:t>
                      </a:r>
                      <a:endParaRPr lang="en-US" sz="2400" b="0" i="0" u="none" strike="noStrike" dirty="0">
                        <a:solidFill>
                          <a:srgbClr val="000000"/>
                        </a:solidFill>
                        <a:effectLst/>
                        <a:latin typeface="+mj-lt"/>
                      </a:endParaRPr>
                    </a:p>
                  </a:txBody>
                  <a:tcPr marL="10160" marR="10160" marT="1016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45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460</a:t>
                      </a: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75920">
                <a:tc>
                  <a:txBody>
                    <a:bodyPr/>
                    <a:lstStyle/>
                    <a:p>
                      <a:pPr algn="ctr" fontAlgn="b"/>
                      <a:r>
                        <a:rPr lang="en-US" sz="2400" u="none" strike="noStrike" dirty="0">
                          <a:effectLst/>
                          <a:latin typeface="+mj-lt"/>
                        </a:rPr>
                        <a:t>1416</a:t>
                      </a:r>
                      <a:endParaRPr lang="en-US" sz="2400" b="0" i="0" u="none" strike="noStrike" dirty="0">
                        <a:solidFill>
                          <a:srgbClr val="000000"/>
                        </a:solidFill>
                        <a:effectLst/>
                        <a:latin typeface="+mj-lt"/>
                      </a:endParaRP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40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232</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75920">
                <a:tc>
                  <a:txBody>
                    <a:bodyPr/>
                    <a:lstStyle/>
                    <a:p>
                      <a:pPr algn="ctr" fontAlgn="b"/>
                      <a:r>
                        <a:rPr lang="en-US" sz="2400" b="0" i="0" u="none" strike="noStrike" dirty="0">
                          <a:solidFill>
                            <a:srgbClr val="000000"/>
                          </a:solidFill>
                          <a:effectLst/>
                          <a:latin typeface="+mj-lt"/>
                        </a:rPr>
                        <a:t>1534</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315</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75920">
                <a:tc>
                  <a:txBody>
                    <a:bodyPr/>
                    <a:lstStyle/>
                    <a:p>
                      <a:pPr algn="ctr" fontAlgn="b"/>
                      <a:r>
                        <a:rPr lang="en-US" sz="2400" b="0" i="0" u="none" strike="noStrike" dirty="0">
                          <a:solidFill>
                            <a:srgbClr val="000000"/>
                          </a:solidFill>
                          <a:effectLst/>
                          <a:latin typeface="+mj-lt"/>
                        </a:rPr>
                        <a:t>852</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36</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178</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375920">
                <a:tc>
                  <a:txBody>
                    <a:bodyPr/>
                    <a:lstStyle/>
                    <a:p>
                      <a:pPr algn="ctr" fontAlgn="b"/>
                      <a:r>
                        <a:rPr lang="en-US" sz="2400" b="0" i="0" u="none" strike="noStrike" dirty="0">
                          <a:solidFill>
                            <a:srgbClr val="000000"/>
                          </a:solidFill>
                          <a:effectLst/>
                          <a:latin typeface="+mj-lt"/>
                        </a:rPr>
                        <a:t>…</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4" name="TextBox 3"/>
              <p:cNvSpPr txBox="1"/>
              <p:nvPr/>
            </p:nvSpPr>
            <p:spPr>
              <a:xfrm>
                <a:off x="759368" y="4252734"/>
                <a:ext cx="10881248" cy="1977721"/>
              </a:xfrm>
              <a:prstGeom prst="rect">
                <a:avLst/>
              </a:prstGeom>
              <a:noFill/>
            </p:spPr>
            <p:txBody>
              <a:bodyPr wrap="square" rtlCol="0">
                <a:spAutoFit/>
              </a:bodyPr>
              <a:lstStyle/>
              <a:p>
                <a:pPr>
                  <a:spcAft>
                    <a:spcPts val="533"/>
                  </a:spcAft>
                </a:pPr>
                <a:r>
                  <a:rPr lang="en-US" sz="2667" dirty="0"/>
                  <a:t>Notación:</a:t>
                </a:r>
              </a:p>
              <a:p>
                <a:pPr lvl="2">
                  <a:spcAft>
                    <a:spcPts val="533"/>
                  </a:spcAft>
                </a:pPr>
                <a:r>
                  <a:rPr lang="en-US" sz="2667" dirty="0"/>
                  <a:t>= </a:t>
                </a:r>
                <a:r>
                  <a:rPr lang="en-US" sz="2667" dirty="0" err="1"/>
                  <a:t>número</a:t>
                </a:r>
                <a:r>
                  <a:rPr lang="en-US" sz="2667" dirty="0"/>
                  <a:t> de </a:t>
                </a:r>
                <a:r>
                  <a:rPr lang="en-US" sz="2667" dirty="0" err="1"/>
                  <a:t>características</a:t>
                </a:r>
                <a:r>
                  <a:rPr lang="en-US" sz="2667" dirty="0"/>
                  <a:t> 	</a:t>
                </a:r>
                <a14:m>
                  <m:oMath xmlns:m="http://schemas.openxmlformats.org/officeDocument/2006/math">
                    <m:sSub>
                      <m:sSubPr>
                        <m:ctrlPr>
                          <a:rPr lang="en-US" sz="2667" i="1" smtClean="0">
                            <a:solidFill>
                              <a:srgbClr val="0070C0"/>
                            </a:solidFill>
                            <a:latin typeface="Cambria Math" panose="02040503050406030204" pitchFamily="18" charset="0"/>
                          </a:rPr>
                        </m:ctrlPr>
                      </m:sSubPr>
                      <m:e>
                        <m:r>
                          <a:rPr lang="es-BO" sz="2667" b="0" i="1" smtClean="0">
                            <a:solidFill>
                              <a:srgbClr val="0070C0"/>
                            </a:solidFill>
                            <a:latin typeface="Cambria Math" panose="02040503050406030204" pitchFamily="18" charset="0"/>
                          </a:rPr>
                          <m:t>𝑥</m:t>
                        </m:r>
                      </m:e>
                      <m:sub>
                        <m:r>
                          <a:rPr lang="es-BO" sz="2667" b="0" i="1" smtClean="0">
                            <a:solidFill>
                              <a:srgbClr val="0070C0"/>
                            </a:solidFill>
                            <a:latin typeface="Cambria Math" panose="02040503050406030204" pitchFamily="18" charset="0"/>
                          </a:rPr>
                          <m:t>1</m:t>
                        </m:r>
                      </m:sub>
                    </m:sSub>
                    <m:r>
                      <a:rPr lang="es-BO" sz="2667" b="0" i="1" smtClean="0">
                        <a:solidFill>
                          <a:srgbClr val="0070C0"/>
                        </a:solidFill>
                        <a:latin typeface="Cambria Math" panose="02040503050406030204" pitchFamily="18" charset="0"/>
                      </a:rPr>
                      <m:t>,</m:t>
                    </m:r>
                    <m:sSub>
                      <m:sSubPr>
                        <m:ctrlPr>
                          <a:rPr lang="es-BO" sz="2667" b="0" i="1" smtClean="0">
                            <a:solidFill>
                              <a:srgbClr val="0070C0"/>
                            </a:solidFill>
                            <a:latin typeface="Cambria Math" panose="02040503050406030204" pitchFamily="18" charset="0"/>
                          </a:rPr>
                        </m:ctrlPr>
                      </m:sSubPr>
                      <m:e>
                        <m:r>
                          <a:rPr lang="es-BO" sz="2667" b="0" i="1" smtClean="0">
                            <a:solidFill>
                              <a:srgbClr val="0070C0"/>
                            </a:solidFill>
                            <a:latin typeface="Cambria Math" panose="02040503050406030204" pitchFamily="18" charset="0"/>
                          </a:rPr>
                          <m:t>𝑥</m:t>
                        </m:r>
                      </m:e>
                      <m:sub>
                        <m:r>
                          <a:rPr lang="es-BO" sz="2667" b="0" i="1" smtClean="0">
                            <a:solidFill>
                              <a:srgbClr val="0070C0"/>
                            </a:solidFill>
                            <a:latin typeface="Cambria Math" panose="02040503050406030204" pitchFamily="18" charset="0"/>
                          </a:rPr>
                          <m:t>2</m:t>
                        </m:r>
                      </m:sub>
                    </m:sSub>
                    <m:r>
                      <a:rPr lang="es-BO" sz="2667" b="0" i="1" smtClean="0">
                        <a:solidFill>
                          <a:srgbClr val="0070C0"/>
                        </a:solidFill>
                        <a:latin typeface="Cambria Math" panose="02040503050406030204" pitchFamily="18" charset="0"/>
                      </a:rPr>
                      <m:t>,</m:t>
                    </m:r>
                    <m:sSub>
                      <m:sSubPr>
                        <m:ctrlPr>
                          <a:rPr lang="es-BO" sz="2667" b="0" i="1" smtClean="0">
                            <a:solidFill>
                              <a:srgbClr val="0070C0"/>
                            </a:solidFill>
                            <a:latin typeface="Cambria Math" panose="02040503050406030204" pitchFamily="18" charset="0"/>
                          </a:rPr>
                        </m:ctrlPr>
                      </m:sSubPr>
                      <m:e>
                        <m:r>
                          <a:rPr lang="es-BO" sz="2667" b="0" i="1" smtClean="0">
                            <a:solidFill>
                              <a:srgbClr val="0070C0"/>
                            </a:solidFill>
                            <a:latin typeface="Cambria Math" panose="02040503050406030204" pitchFamily="18" charset="0"/>
                          </a:rPr>
                          <m:t>𝑥</m:t>
                        </m:r>
                      </m:e>
                      <m:sub>
                        <m:r>
                          <a:rPr lang="es-BO" sz="2667" b="0" i="1" smtClean="0">
                            <a:solidFill>
                              <a:srgbClr val="0070C0"/>
                            </a:solidFill>
                            <a:latin typeface="Cambria Math" panose="02040503050406030204" pitchFamily="18" charset="0"/>
                          </a:rPr>
                          <m:t>3</m:t>
                        </m:r>
                      </m:sub>
                    </m:sSub>
                    <m:r>
                      <a:rPr lang="es-BO" sz="2667" b="0" i="1" smtClean="0">
                        <a:solidFill>
                          <a:srgbClr val="0070C0"/>
                        </a:solidFill>
                        <a:latin typeface="Cambria Math" panose="02040503050406030204" pitchFamily="18" charset="0"/>
                      </a:rPr>
                      <m:t>,…,</m:t>
                    </m:r>
                    <m:sSub>
                      <m:sSubPr>
                        <m:ctrlPr>
                          <a:rPr lang="es-BO" sz="2667" b="0" i="1" smtClean="0">
                            <a:solidFill>
                              <a:srgbClr val="0070C0"/>
                            </a:solidFill>
                            <a:latin typeface="Cambria Math" panose="02040503050406030204" pitchFamily="18" charset="0"/>
                          </a:rPr>
                        </m:ctrlPr>
                      </m:sSubPr>
                      <m:e>
                        <m:r>
                          <a:rPr lang="es-BO" sz="2667" b="0" i="1" smtClean="0">
                            <a:solidFill>
                              <a:srgbClr val="0070C0"/>
                            </a:solidFill>
                            <a:latin typeface="Cambria Math" panose="02040503050406030204" pitchFamily="18" charset="0"/>
                          </a:rPr>
                          <m:t>𝑥</m:t>
                        </m:r>
                      </m:e>
                      <m:sub>
                        <m:r>
                          <a:rPr lang="es-BO" sz="2667" b="0" i="1" smtClean="0">
                            <a:solidFill>
                              <a:srgbClr val="0070C0"/>
                            </a:solidFill>
                            <a:latin typeface="Cambria Math" panose="02040503050406030204" pitchFamily="18" charset="0"/>
                          </a:rPr>
                          <m:t>𝑛</m:t>
                        </m:r>
                      </m:sub>
                    </m:sSub>
                  </m:oMath>
                </a14:m>
                <a:endParaRPr lang="en-US" sz="2667" dirty="0">
                  <a:solidFill>
                    <a:srgbClr val="0070C0"/>
                  </a:solidFill>
                </a:endParaRPr>
              </a:p>
              <a:p>
                <a:pPr lvl="2">
                  <a:spcAft>
                    <a:spcPts val="933"/>
                  </a:spcAft>
                </a:pPr>
                <a:r>
                  <a:rPr lang="en-US" sz="2667" dirty="0"/>
                  <a:t>= entradas (</a:t>
                </a:r>
                <a:r>
                  <a:rPr lang="en-US" sz="2667" dirty="0" err="1"/>
                  <a:t>catacterísticas</a:t>
                </a:r>
                <a:r>
                  <a:rPr lang="en-US" sz="2667" dirty="0"/>
                  <a:t>)       de </a:t>
                </a:r>
                <a:r>
                  <a:rPr lang="en-US" sz="2667" dirty="0" err="1"/>
                  <a:t>entrenamiento</a:t>
                </a:r>
                <a:r>
                  <a:rPr lang="en-US" sz="2667" dirty="0"/>
                  <a:t> </a:t>
                </a:r>
                <a:r>
                  <a:rPr lang="en-US" sz="2667" dirty="0" err="1"/>
                  <a:t>ejemplo</a:t>
                </a:r>
                <a:r>
                  <a:rPr lang="en-US" sz="2667" dirty="0"/>
                  <a:t>.</a:t>
                </a:r>
              </a:p>
              <a:p>
                <a:pPr lvl="2">
                  <a:spcAft>
                    <a:spcPts val="933"/>
                  </a:spcAft>
                </a:pPr>
                <a:r>
                  <a:rPr lang="en-US" sz="2667" dirty="0"/>
                  <a:t>= valor de la </a:t>
                </a:r>
                <a:r>
                  <a:rPr lang="en-US" sz="2667" dirty="0" err="1"/>
                  <a:t>característica</a:t>
                </a:r>
                <a:r>
                  <a:rPr lang="en-US" sz="2667" dirty="0"/>
                  <a:t>     </a:t>
                </a:r>
                <a:r>
                  <a:rPr lang="en-US" sz="2667" dirty="0" err="1"/>
                  <a:t>en</a:t>
                </a:r>
                <a:r>
                  <a:rPr lang="en-US" sz="2667" dirty="0"/>
                  <a:t> el      </a:t>
                </a:r>
                <a:r>
                  <a:rPr lang="en-US" sz="2667" dirty="0" err="1"/>
                  <a:t>ejemplo</a:t>
                </a:r>
                <a:r>
                  <a:rPr lang="en-US" sz="2667" dirty="0"/>
                  <a:t> de </a:t>
                </a:r>
                <a:r>
                  <a:rPr lang="en-US" sz="2667" dirty="0" err="1"/>
                  <a:t>entrenamiento</a:t>
                </a:r>
                <a:r>
                  <a:rPr lang="en-US" sz="2667" dirty="0"/>
                  <a:t>.</a:t>
                </a:r>
              </a:p>
            </p:txBody>
          </p:sp>
        </mc:Choice>
        <mc:Fallback xmlns="">
          <p:sp>
            <p:nvSpPr>
              <p:cNvPr id="4" name="TextBox 3"/>
              <p:cNvSpPr txBox="1">
                <a:spLocks noRot="1" noChangeAspect="1" noMove="1" noResize="1" noEditPoints="1" noAdjustHandles="1" noChangeArrowheads="1" noChangeShapeType="1" noTextEdit="1"/>
              </p:cNvSpPr>
              <p:nvPr/>
            </p:nvSpPr>
            <p:spPr>
              <a:xfrm>
                <a:off x="759368" y="4252734"/>
                <a:ext cx="10881248" cy="1977721"/>
              </a:xfrm>
              <a:prstGeom prst="rect">
                <a:avLst/>
              </a:prstGeom>
              <a:blipFill>
                <a:blip r:embed="rId9"/>
                <a:stretch>
                  <a:fillRect l="-1064" t="-3086" b="-7407"/>
                </a:stretch>
              </a:blipFill>
            </p:spPr>
            <p:txBody>
              <a:bodyPr/>
              <a:lstStyle/>
              <a:p>
                <a:r>
                  <a:rPr lang="es-419">
                    <a:noFill/>
                  </a:rPr>
                  <a:t> </a:t>
                </a:r>
              </a:p>
            </p:txBody>
          </p:sp>
        </mc:Fallback>
      </mc:AlternateContent>
      <p:pic>
        <p:nvPicPr>
          <p:cNvPr id="15" name="Picture 14"/>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344707" y="4940601"/>
            <a:ext cx="185420" cy="152400"/>
          </a:xfrm>
          <a:prstGeom prst="rect">
            <a:avLst/>
          </a:prstGeom>
        </p:spPr>
      </p:pic>
      <p:pic>
        <p:nvPicPr>
          <p:cNvPr id="16" name="Picture 15"/>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1217168" y="5270802"/>
            <a:ext cx="467360" cy="307340"/>
          </a:xfrm>
          <a:prstGeom prst="rect">
            <a:avLst/>
          </a:prstGeom>
        </p:spPr>
      </p:pic>
      <p:pic>
        <p:nvPicPr>
          <p:cNvPr id="19" name="Picture 18"/>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217168" y="5751015"/>
            <a:ext cx="467360" cy="500380"/>
          </a:xfrm>
          <a:prstGeom prst="rect">
            <a:avLst/>
          </a:prstGeom>
        </p:spPr>
      </p:pic>
      <p:pic>
        <p:nvPicPr>
          <p:cNvPr id="18" name="Picture 17"/>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5447928" y="5302031"/>
            <a:ext cx="358140" cy="289560"/>
          </a:xfrm>
          <a:prstGeom prst="rect">
            <a:avLst/>
          </a:prstGeom>
        </p:spPr>
      </p:pic>
      <p:pic>
        <p:nvPicPr>
          <p:cNvPr id="21" name="Picture 20"/>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6418436" y="5830008"/>
            <a:ext cx="358140" cy="289560"/>
          </a:xfrm>
          <a:prstGeom prst="rect">
            <a:avLst/>
          </a:prstGeom>
        </p:spPr>
      </p:pic>
      <p:pic>
        <p:nvPicPr>
          <p:cNvPr id="20" name="Picture 19"/>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5378078" y="5827468"/>
            <a:ext cx="139700" cy="292100"/>
          </a:xfrm>
          <a:prstGeom prst="rect">
            <a:avLst/>
          </a:prstGeom>
        </p:spPr>
      </p:pic>
      <p:sp>
        <p:nvSpPr>
          <p:cNvPr id="8" name="Título 7">
            <a:extLst>
              <a:ext uri="{FF2B5EF4-FFF2-40B4-BE49-F238E27FC236}">
                <a16:creationId xmlns:a16="http://schemas.microsoft.com/office/drawing/2014/main" id="{E696DDBD-BF04-4F4D-87AB-9F7FC64D7230}"/>
              </a:ext>
            </a:extLst>
          </p:cNvPr>
          <p:cNvSpPr>
            <a:spLocks noGrp="1"/>
          </p:cNvSpPr>
          <p:nvPr>
            <p:ph type="title"/>
          </p:nvPr>
        </p:nvSpPr>
        <p:spPr>
          <a:xfrm>
            <a:off x="1097280" y="286604"/>
            <a:ext cx="10058400" cy="856762"/>
          </a:xfrm>
        </p:spPr>
        <p:txBody>
          <a:bodyPr/>
          <a:lstStyle/>
          <a:p>
            <a:r>
              <a:rPr lang="es-ES" dirty="0" err="1"/>
              <a:t>Multiples</a:t>
            </a:r>
            <a:r>
              <a:rPr lang="es-ES" dirty="0"/>
              <a:t> características (variables)</a:t>
            </a:r>
            <a:endParaRPr lang="es-BO" dirty="0"/>
          </a:p>
        </p:txBody>
      </p:sp>
      <mc:AlternateContent xmlns:mc="http://schemas.openxmlformats.org/markup-compatibility/2006" xmlns:p14="http://schemas.microsoft.com/office/powerpoint/2010/main">
        <mc:Choice Requires="p14">
          <p:contentPart p14:bwMode="auto" r:id="rId15">
            <p14:nvContentPartPr>
              <p14:cNvPr id="17" name="Entrada de lápiz 16">
                <a:extLst>
                  <a:ext uri="{FF2B5EF4-FFF2-40B4-BE49-F238E27FC236}">
                    <a16:creationId xmlns:a16="http://schemas.microsoft.com/office/drawing/2014/main" id="{9E65439D-1E1E-4362-A718-57CBAA51F061}"/>
                  </a:ext>
                </a:extLst>
              </p14:cNvPr>
              <p14:cNvContentPartPr/>
              <p14:nvPr/>
            </p14:nvContentPartPr>
            <p14:xfrm>
              <a:off x="7739996" y="5043902"/>
              <a:ext cx="360" cy="360"/>
            </p14:xfrm>
          </p:contentPart>
        </mc:Choice>
        <mc:Fallback xmlns="">
          <p:pic>
            <p:nvPicPr>
              <p:cNvPr id="17" name="Entrada de lápiz 16">
                <a:extLst>
                  <a:ext uri="{FF2B5EF4-FFF2-40B4-BE49-F238E27FC236}">
                    <a16:creationId xmlns:a16="http://schemas.microsoft.com/office/drawing/2014/main" id="{9E65439D-1E1E-4362-A718-57CBAA51F061}"/>
                  </a:ext>
                </a:extLst>
              </p:cNvPr>
              <p:cNvPicPr/>
              <p:nvPr/>
            </p:nvPicPr>
            <p:blipFill>
              <a:blip r:embed="rId33"/>
              <a:stretch>
                <a:fillRect/>
              </a:stretch>
            </p:blipFill>
            <p:spPr>
              <a:xfrm>
                <a:off x="7730996" y="503526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2" name="Entrada de lápiz 21">
                <a:extLst>
                  <a:ext uri="{FF2B5EF4-FFF2-40B4-BE49-F238E27FC236}">
                    <a16:creationId xmlns:a16="http://schemas.microsoft.com/office/drawing/2014/main" id="{9B60A07F-89A2-4B8A-A994-535938A0CEA4}"/>
                  </a:ext>
                </a:extLst>
              </p14:cNvPr>
              <p14:cNvContentPartPr/>
              <p14:nvPr/>
            </p14:nvContentPartPr>
            <p14:xfrm>
              <a:off x="7927196" y="5008982"/>
              <a:ext cx="360" cy="360"/>
            </p14:xfrm>
          </p:contentPart>
        </mc:Choice>
        <mc:Fallback xmlns="">
          <p:pic>
            <p:nvPicPr>
              <p:cNvPr id="22" name="Entrada de lápiz 21">
                <a:extLst>
                  <a:ext uri="{FF2B5EF4-FFF2-40B4-BE49-F238E27FC236}">
                    <a16:creationId xmlns:a16="http://schemas.microsoft.com/office/drawing/2014/main" id="{9B60A07F-89A2-4B8A-A994-535938A0CEA4}"/>
                  </a:ext>
                </a:extLst>
              </p:cNvPr>
              <p:cNvPicPr/>
              <p:nvPr/>
            </p:nvPicPr>
            <p:blipFill>
              <a:blip r:embed="rId33"/>
              <a:stretch>
                <a:fillRect/>
              </a:stretch>
            </p:blipFill>
            <p:spPr>
              <a:xfrm>
                <a:off x="7918556" y="500034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Entrada de lápiz 22">
                <a:extLst>
                  <a:ext uri="{FF2B5EF4-FFF2-40B4-BE49-F238E27FC236}">
                    <a16:creationId xmlns:a16="http://schemas.microsoft.com/office/drawing/2014/main" id="{84939D1B-58F6-4A25-8468-67A3FF78B69E}"/>
                  </a:ext>
                </a:extLst>
              </p14:cNvPr>
              <p14:cNvContentPartPr/>
              <p14:nvPr/>
            </p14:nvContentPartPr>
            <p14:xfrm>
              <a:off x="8301236" y="4962182"/>
              <a:ext cx="19440" cy="12240"/>
            </p14:xfrm>
          </p:contentPart>
        </mc:Choice>
        <mc:Fallback xmlns="">
          <p:pic>
            <p:nvPicPr>
              <p:cNvPr id="23" name="Entrada de lápiz 22">
                <a:extLst>
                  <a:ext uri="{FF2B5EF4-FFF2-40B4-BE49-F238E27FC236}">
                    <a16:creationId xmlns:a16="http://schemas.microsoft.com/office/drawing/2014/main" id="{84939D1B-58F6-4A25-8468-67A3FF78B69E}"/>
                  </a:ext>
                </a:extLst>
              </p:cNvPr>
              <p:cNvPicPr/>
              <p:nvPr/>
            </p:nvPicPr>
            <p:blipFill>
              <a:blip r:embed="rId36"/>
              <a:stretch>
                <a:fillRect/>
              </a:stretch>
            </p:blipFill>
            <p:spPr>
              <a:xfrm>
                <a:off x="8292596" y="4953182"/>
                <a:ext cx="370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 name="Entrada de lápiz 29">
                <a:extLst>
                  <a:ext uri="{FF2B5EF4-FFF2-40B4-BE49-F238E27FC236}">
                    <a16:creationId xmlns:a16="http://schemas.microsoft.com/office/drawing/2014/main" id="{B86C4F35-CE39-437F-9BB9-4B0CC42F1EEA}"/>
                  </a:ext>
                </a:extLst>
              </p14:cNvPr>
              <p14:cNvContentPartPr/>
              <p14:nvPr/>
            </p14:nvContentPartPr>
            <p14:xfrm>
              <a:off x="3017156" y="2072102"/>
              <a:ext cx="21600" cy="28800"/>
            </p14:xfrm>
          </p:contentPart>
        </mc:Choice>
        <mc:Fallback xmlns="">
          <p:pic>
            <p:nvPicPr>
              <p:cNvPr id="30" name="Entrada de lápiz 29">
                <a:extLst>
                  <a:ext uri="{FF2B5EF4-FFF2-40B4-BE49-F238E27FC236}">
                    <a16:creationId xmlns:a16="http://schemas.microsoft.com/office/drawing/2014/main" id="{B86C4F35-CE39-437F-9BB9-4B0CC42F1EEA}"/>
                  </a:ext>
                </a:extLst>
              </p:cNvPr>
              <p:cNvPicPr/>
              <p:nvPr/>
            </p:nvPicPr>
            <p:blipFill>
              <a:blip r:embed="rId44"/>
              <a:stretch>
                <a:fillRect/>
              </a:stretch>
            </p:blipFill>
            <p:spPr>
              <a:xfrm>
                <a:off x="3008156" y="2063102"/>
                <a:ext cx="39240" cy="46440"/>
              </a:xfrm>
              <a:prstGeom prst="rect">
                <a:avLst/>
              </a:prstGeom>
            </p:spPr>
          </p:pic>
        </mc:Fallback>
      </mc:AlternateContent>
    </p:spTree>
    <p:extLst>
      <p:ext uri="{BB962C8B-B14F-4D97-AF65-F5344CB8AC3E}">
        <p14:creationId xmlns:p14="http://schemas.microsoft.com/office/powerpoint/2010/main" val="20179343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8EBE1D4D-9EB3-46AD-8391-FBBA11E9ED27}"/>
              </a:ext>
            </a:extLst>
          </p:cNvPr>
          <p:cNvSpPr>
            <a:spLocks noGrp="1"/>
          </p:cNvSpPr>
          <p:nvPr>
            <p:ph type="title"/>
          </p:nvPr>
        </p:nvSpPr>
        <p:spPr/>
        <p:txBody>
          <a:bodyPr/>
          <a:lstStyle/>
          <a:p>
            <a:r>
              <a:rPr lang="es-ES" dirty="0"/>
              <a:t>Hipótesis </a:t>
            </a:r>
            <a:r>
              <a:rPr lang="es-419" dirty="0"/>
              <a:t>regresión</a:t>
            </a:r>
            <a:r>
              <a:rPr lang="en-US" dirty="0"/>
              <a:t> lineal multivariable.</a:t>
            </a:r>
            <a:endParaRPr lang="es-BO" dirty="0"/>
          </a:p>
        </p:txBody>
      </p:sp>
      <mc:AlternateContent xmlns:mc="http://schemas.openxmlformats.org/markup-compatibility/2006" xmlns:a14="http://schemas.microsoft.com/office/drawing/2010/main">
        <mc:Choice Requires="a14">
          <p:sp>
            <p:nvSpPr>
              <p:cNvPr id="6" name="Marcador de contenido 5">
                <a:extLst>
                  <a:ext uri="{FF2B5EF4-FFF2-40B4-BE49-F238E27FC236}">
                    <a16:creationId xmlns:a16="http://schemas.microsoft.com/office/drawing/2014/main" id="{A94333EF-2660-41A6-8BD9-2ABB6C3EC181}"/>
                  </a:ext>
                </a:extLst>
              </p:cNvPr>
              <p:cNvSpPr>
                <a:spLocks noGrp="1"/>
              </p:cNvSpPr>
              <p:nvPr>
                <p:ph idx="1"/>
              </p:nvPr>
            </p:nvSpPr>
            <p:spPr/>
            <p:txBody>
              <a:bodyPr/>
              <a:lstStyle/>
              <a:p>
                <a:r>
                  <a:rPr lang="es-ES" dirty="0"/>
                  <a:t>Por conveniencia de la notación se establece   </a:t>
                </a:r>
                <a14:m>
                  <m:oMath xmlns:m="http://schemas.openxmlformats.org/officeDocument/2006/math">
                    <m:sSub>
                      <m:sSubPr>
                        <m:ctrlPr>
                          <a:rPr lang="es-BO" sz="2000" b="1" i="1" smtClean="0">
                            <a:latin typeface="Cambria Math" panose="02040503050406030204" pitchFamily="18" charset="0"/>
                          </a:rPr>
                        </m:ctrlPr>
                      </m:sSubPr>
                      <m:e>
                        <m:r>
                          <a:rPr lang="es-BO" sz="2000" b="1" i="1" smtClean="0">
                            <a:latin typeface="Cambria Math" panose="02040503050406030204" pitchFamily="18" charset="0"/>
                          </a:rPr>
                          <m:t>𝒙</m:t>
                        </m:r>
                      </m:e>
                      <m:sub>
                        <m:r>
                          <a:rPr lang="es-BO" sz="2000" b="1" i="1" smtClean="0">
                            <a:latin typeface="Cambria Math" panose="02040503050406030204" pitchFamily="18" charset="0"/>
                          </a:rPr>
                          <m:t>𝟎</m:t>
                        </m:r>
                      </m:sub>
                    </m:sSub>
                    <m:r>
                      <a:rPr lang="es-BO" sz="2000" b="1" i="1" smtClean="0">
                        <a:latin typeface="Cambria Math" panose="02040503050406030204" pitchFamily="18" charset="0"/>
                      </a:rPr>
                      <m:t>=</m:t>
                    </m:r>
                    <m:r>
                      <a:rPr lang="es-BO" sz="2000" b="1" i="1" smtClean="0">
                        <a:latin typeface="Cambria Math" panose="02040503050406030204" pitchFamily="18" charset="0"/>
                      </a:rPr>
                      <m:t>𝟏</m:t>
                    </m:r>
                    <m:r>
                      <a:rPr lang="es-BO" sz="2000" b="1" i="1" smtClean="0">
                        <a:latin typeface="Cambria Math" panose="02040503050406030204" pitchFamily="18" charset="0"/>
                      </a:rPr>
                      <m:t> </m:t>
                    </m:r>
                  </m:oMath>
                </a14:m>
                <a:endParaRPr lang="es-BO" dirty="0"/>
              </a:p>
            </p:txBody>
          </p:sp>
        </mc:Choice>
        <mc:Fallback xmlns="">
          <p:sp>
            <p:nvSpPr>
              <p:cNvPr id="6" name="Marcador de contenido 5">
                <a:extLst>
                  <a:ext uri="{FF2B5EF4-FFF2-40B4-BE49-F238E27FC236}">
                    <a16:creationId xmlns:a16="http://schemas.microsoft.com/office/drawing/2014/main" id="{A94333EF-2660-41A6-8BD9-2ABB6C3EC181}"/>
                  </a:ext>
                </a:extLst>
              </p:cNvPr>
              <p:cNvSpPr>
                <a:spLocks noGrp="1" noRot="1" noChangeAspect="1" noMove="1" noResize="1" noEditPoints="1" noAdjustHandles="1" noChangeArrowheads="1" noChangeShapeType="1" noTextEdit="1"/>
              </p:cNvSpPr>
              <p:nvPr>
                <p:ph idx="1"/>
              </p:nvPr>
            </p:nvSpPr>
            <p:spPr>
              <a:blipFill>
                <a:blip r:embed="rId3"/>
                <a:stretch>
                  <a:fillRect l="-606" t="-1667"/>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B959CFD9-75A8-E8FE-0FBE-507B439CD99F}"/>
                  </a:ext>
                </a:extLst>
              </p:cNvPr>
              <p:cNvSpPr txBox="1"/>
              <p:nvPr/>
            </p:nvSpPr>
            <p:spPr>
              <a:xfrm>
                <a:off x="2564079" y="2444372"/>
                <a:ext cx="1199046" cy="2377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BO" sz="2400" b="1" i="1" smtClean="0">
                          <a:latin typeface="Cambria Math" panose="02040503050406030204" pitchFamily="18" charset="0"/>
                        </a:rPr>
                        <m:t>𝒙</m:t>
                      </m:r>
                      <m:r>
                        <a:rPr lang="es-BO" sz="2400" b="1" i="1" smtClean="0">
                          <a:latin typeface="Cambria Math" panose="02040503050406030204" pitchFamily="18" charset="0"/>
                        </a:rPr>
                        <m:t>=</m:t>
                      </m:r>
                      <m:d>
                        <m:dPr>
                          <m:begChr m:val="["/>
                          <m:endChr m:val="]"/>
                          <m:ctrlPr>
                            <a:rPr lang="es-BO" sz="2400" b="1" i="1" smtClean="0">
                              <a:latin typeface="Cambria Math" panose="02040503050406030204" pitchFamily="18" charset="0"/>
                            </a:rPr>
                          </m:ctrlPr>
                        </m:dPr>
                        <m:e>
                          <m:eqArr>
                            <m:eqArrPr>
                              <m:ctrlPr>
                                <a:rPr lang="es-BO" sz="2400" b="1" i="1" smtClean="0">
                                  <a:latin typeface="Cambria Math" panose="02040503050406030204" pitchFamily="18" charset="0"/>
                                </a:rPr>
                              </m:ctrlPr>
                            </m:eqArrPr>
                            <m:e>
                              <m:eqArr>
                                <m:eqArrPr>
                                  <m:ctrlPr>
                                    <a:rPr lang="es-BO" sz="2400" b="1" i="1" smtClean="0">
                                      <a:latin typeface="Cambria Math" panose="02040503050406030204" pitchFamily="18" charset="0"/>
                                    </a:rPr>
                                  </m:ctrlPr>
                                </m:eqArrPr>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𝟎</m:t>
                                      </m:r>
                                    </m:sub>
                                  </m:sSub>
                                </m:e>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𝟏</m:t>
                                      </m:r>
                                    </m:sub>
                                  </m:sSub>
                                </m:e>
                              </m:eqArr>
                            </m:e>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𝟐</m:t>
                                  </m:r>
                                </m:sub>
                              </m:sSub>
                            </m:e>
                            <m:e>
                              <m:r>
                                <a:rPr lang="es-BO" sz="2400" b="1" i="1" smtClean="0">
                                  <a:latin typeface="Cambria Math" panose="02040503050406030204" pitchFamily="18" charset="0"/>
                                </a:rPr>
                                <m:t>.</m:t>
                              </m:r>
                            </m:e>
                            <m:e>
                              <m:r>
                                <a:rPr lang="es-BO" sz="2400" b="1" i="1" smtClean="0">
                                  <a:latin typeface="Cambria Math" panose="02040503050406030204" pitchFamily="18" charset="0"/>
                                </a:rPr>
                                <m:t>.</m:t>
                              </m:r>
                            </m:e>
                            <m:e>
                              <m:r>
                                <a:rPr lang="es-BO" sz="2400" b="1" i="1" smtClean="0">
                                  <a:latin typeface="Cambria Math" panose="02040503050406030204" pitchFamily="18" charset="0"/>
                                </a:rPr>
                                <m:t>.</m:t>
                              </m:r>
                            </m:e>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𝒏</m:t>
                                  </m:r>
                                </m:sub>
                              </m:sSub>
                            </m:e>
                          </m:eqArr>
                        </m:e>
                      </m:d>
                    </m:oMath>
                  </m:oMathPara>
                </a14:m>
                <a:endParaRPr lang="es-419" sz="2400" b="1" dirty="0"/>
              </a:p>
            </p:txBody>
          </p:sp>
        </mc:Choice>
        <mc:Fallback xmlns="">
          <p:sp>
            <p:nvSpPr>
              <p:cNvPr id="28" name="CuadroTexto 27">
                <a:extLst>
                  <a:ext uri="{FF2B5EF4-FFF2-40B4-BE49-F238E27FC236}">
                    <a16:creationId xmlns:a16="http://schemas.microsoft.com/office/drawing/2014/main" id="{B959CFD9-75A8-E8FE-0FBE-507B439CD99F}"/>
                  </a:ext>
                </a:extLst>
              </p:cNvPr>
              <p:cNvSpPr txBox="1">
                <a:spLocks noRot="1" noChangeAspect="1" noMove="1" noResize="1" noEditPoints="1" noAdjustHandles="1" noChangeArrowheads="1" noChangeShapeType="1" noTextEdit="1"/>
              </p:cNvSpPr>
              <p:nvPr/>
            </p:nvSpPr>
            <p:spPr>
              <a:xfrm>
                <a:off x="2564079" y="2444372"/>
                <a:ext cx="1199046" cy="2377639"/>
              </a:xfrm>
              <a:prstGeom prst="rect">
                <a:avLst/>
              </a:prstGeom>
              <a:blipFill>
                <a:blip r:embed="rId4"/>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6859F632-0D30-239B-5D09-B37F7199877F}"/>
                  </a:ext>
                </a:extLst>
              </p:cNvPr>
              <p:cNvSpPr txBox="1"/>
              <p:nvPr/>
            </p:nvSpPr>
            <p:spPr>
              <a:xfrm>
                <a:off x="5200994" y="2337870"/>
                <a:ext cx="1227900" cy="25085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BO" sz="2400" b="1" i="1" smtClean="0">
                          <a:latin typeface="Cambria Math" panose="02040503050406030204" pitchFamily="18" charset="0"/>
                          <a:ea typeface="Cambria Math" panose="02040503050406030204" pitchFamily="18" charset="0"/>
                        </a:rPr>
                        <m:t>𝜽</m:t>
                      </m:r>
                      <m:r>
                        <a:rPr lang="es-BO" sz="2400" b="1" i="1" smtClean="0">
                          <a:latin typeface="Cambria Math" panose="02040503050406030204" pitchFamily="18" charset="0"/>
                        </a:rPr>
                        <m:t>=</m:t>
                      </m:r>
                      <m:d>
                        <m:dPr>
                          <m:begChr m:val="["/>
                          <m:endChr m:val="]"/>
                          <m:ctrlPr>
                            <a:rPr lang="es-BO" sz="2400" b="1" i="1" smtClean="0">
                              <a:latin typeface="Cambria Math" panose="02040503050406030204" pitchFamily="18" charset="0"/>
                            </a:rPr>
                          </m:ctrlPr>
                        </m:dPr>
                        <m:e>
                          <m:eqArr>
                            <m:eqArrPr>
                              <m:ctrlPr>
                                <a:rPr lang="es-BO" sz="2400" b="1" i="1" smtClean="0">
                                  <a:latin typeface="Cambria Math" panose="02040503050406030204" pitchFamily="18" charset="0"/>
                                </a:rPr>
                              </m:ctrlPr>
                            </m:eqArrPr>
                            <m:e>
                              <m:eqArr>
                                <m:eqArrPr>
                                  <m:ctrlPr>
                                    <a:rPr lang="es-BO" sz="2400" b="1" i="1" smtClean="0">
                                      <a:latin typeface="Cambria Math" panose="02040503050406030204" pitchFamily="18" charset="0"/>
                                    </a:rPr>
                                  </m:ctrlPr>
                                </m:eqArrPr>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𝟎</m:t>
                                      </m:r>
                                    </m:sub>
                                  </m:sSub>
                                </m:e>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𝟏</m:t>
                                      </m:r>
                                    </m:sub>
                                  </m:sSub>
                                </m:e>
                              </m:eqArr>
                            </m:e>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𝟐</m:t>
                                  </m:r>
                                </m:sub>
                              </m:sSub>
                            </m:e>
                            <m:e>
                              <m:r>
                                <a:rPr lang="es-BO" sz="2400" b="1" i="1" smtClean="0">
                                  <a:latin typeface="Cambria Math" panose="02040503050406030204" pitchFamily="18" charset="0"/>
                                </a:rPr>
                                <m:t>.</m:t>
                              </m:r>
                            </m:e>
                            <m:e>
                              <m:r>
                                <a:rPr lang="es-BO" sz="2400" b="1" i="1" smtClean="0">
                                  <a:latin typeface="Cambria Math" panose="02040503050406030204" pitchFamily="18" charset="0"/>
                                </a:rPr>
                                <m:t>.</m:t>
                              </m:r>
                            </m:e>
                            <m:e>
                              <m:r>
                                <a:rPr lang="es-BO" sz="2400" b="1" i="1" smtClean="0">
                                  <a:latin typeface="Cambria Math" panose="02040503050406030204" pitchFamily="18" charset="0"/>
                                </a:rPr>
                                <m:t>.</m:t>
                              </m:r>
                            </m:e>
                            <m:e>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𝒏</m:t>
                                  </m:r>
                                </m:sub>
                              </m:sSub>
                            </m:e>
                          </m:eqArr>
                        </m:e>
                      </m:d>
                    </m:oMath>
                  </m:oMathPara>
                </a14:m>
                <a:endParaRPr lang="es-419" sz="2400" b="1" dirty="0"/>
              </a:p>
            </p:txBody>
          </p:sp>
        </mc:Choice>
        <mc:Fallback xmlns="">
          <p:sp>
            <p:nvSpPr>
              <p:cNvPr id="29" name="CuadroTexto 28">
                <a:extLst>
                  <a:ext uri="{FF2B5EF4-FFF2-40B4-BE49-F238E27FC236}">
                    <a16:creationId xmlns:a16="http://schemas.microsoft.com/office/drawing/2014/main" id="{6859F632-0D30-239B-5D09-B37F7199877F}"/>
                  </a:ext>
                </a:extLst>
              </p:cNvPr>
              <p:cNvSpPr txBox="1">
                <a:spLocks noRot="1" noChangeAspect="1" noMove="1" noResize="1" noEditPoints="1" noAdjustHandles="1" noChangeArrowheads="1" noChangeShapeType="1" noTextEdit="1"/>
              </p:cNvSpPr>
              <p:nvPr/>
            </p:nvSpPr>
            <p:spPr>
              <a:xfrm>
                <a:off x="5200994" y="2337870"/>
                <a:ext cx="1227900" cy="2508572"/>
              </a:xfrm>
              <a:prstGeom prst="rect">
                <a:avLst/>
              </a:prstGeom>
              <a:blipFill>
                <a:blip r:embed="rId5"/>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94C0A52E-9D59-AEDF-C48C-30B19088B8DD}"/>
                  </a:ext>
                </a:extLst>
              </p:cNvPr>
              <p:cNvSpPr txBox="1"/>
              <p:nvPr/>
            </p:nvSpPr>
            <p:spPr>
              <a:xfrm>
                <a:off x="6888743" y="2444373"/>
                <a:ext cx="4208203" cy="23776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419" sz="2400" b="1" i="1" smtClean="0">
                              <a:latin typeface="Cambria Math" panose="02040503050406030204" pitchFamily="18" charset="0"/>
                            </a:rPr>
                          </m:ctrlPr>
                        </m:sSupPr>
                        <m:e>
                          <m:r>
                            <a:rPr lang="es-419" sz="2400" b="1" i="1" smtClean="0">
                              <a:latin typeface="Cambria Math" panose="02040503050406030204" pitchFamily="18" charset="0"/>
                              <a:ea typeface="Cambria Math" panose="02040503050406030204" pitchFamily="18" charset="0"/>
                            </a:rPr>
                            <m:t>𝜽</m:t>
                          </m:r>
                        </m:e>
                        <m:sup>
                          <m:r>
                            <a:rPr lang="es-BO" sz="2400" b="1" i="1" smtClean="0">
                              <a:latin typeface="Cambria Math" panose="02040503050406030204" pitchFamily="18" charset="0"/>
                            </a:rPr>
                            <m:t>𝑻</m:t>
                          </m:r>
                        </m:sup>
                      </m:sSup>
                      <m:r>
                        <a:rPr lang="es-BO" sz="2400" b="1" i="1" smtClean="0">
                          <a:latin typeface="Cambria Math" panose="02040503050406030204" pitchFamily="18" charset="0"/>
                        </a:rPr>
                        <m:t>𝒙</m:t>
                      </m:r>
                      <m:r>
                        <a:rPr lang="es-BO" sz="2400" b="1" i="1" smtClean="0">
                          <a:latin typeface="Cambria Math" panose="02040503050406030204" pitchFamily="18" charset="0"/>
                        </a:rPr>
                        <m:t>=</m:t>
                      </m:r>
                      <m:d>
                        <m:dPr>
                          <m:begChr m:val="["/>
                          <m:endChr m:val="]"/>
                          <m:ctrlPr>
                            <a:rPr lang="es-419" sz="2400" b="1" i="1" smtClean="0">
                              <a:latin typeface="Cambria Math" panose="02040503050406030204" pitchFamily="18" charset="0"/>
                            </a:rPr>
                          </m:ctrlPr>
                        </m:dPr>
                        <m:e>
                          <m:m>
                            <m:mPr>
                              <m:mcs>
                                <m:mc>
                                  <m:mcPr>
                                    <m:count m:val="2"/>
                                    <m:mcJc m:val="center"/>
                                  </m:mcPr>
                                </m:mc>
                              </m:mcs>
                              <m:ctrlPr>
                                <a:rPr lang="es-419" sz="2400" b="1" i="1" smtClean="0">
                                  <a:latin typeface="Cambria Math" panose="02040503050406030204" pitchFamily="18" charset="0"/>
                                </a:rPr>
                              </m:ctrlPr>
                            </m:mPr>
                            <m:mr>
                              <m:e>
                                <m:sSub>
                                  <m:sSubPr>
                                    <m:ctrlPr>
                                      <a:rPr lang="es-419" sz="2400" b="1" i="1" smtClean="0">
                                        <a:latin typeface="Cambria Math" panose="02040503050406030204" pitchFamily="18" charset="0"/>
                                      </a:rPr>
                                    </m:ctrlPr>
                                  </m:sSubPr>
                                  <m:e>
                                    <m:r>
                                      <a:rPr lang="es-419"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𝟎</m:t>
                                    </m:r>
                                  </m:sub>
                                </m:sSub>
                              </m:e>
                              <m:e>
                                <m:sSub>
                                  <m:sSubPr>
                                    <m:ctrlPr>
                                      <a:rPr lang="es-419" sz="2400" b="1" i="1" smtClean="0">
                                        <a:latin typeface="Cambria Math" panose="02040503050406030204" pitchFamily="18" charset="0"/>
                                      </a:rPr>
                                    </m:ctrlPr>
                                  </m:sSubPr>
                                  <m:e>
                                    <m:r>
                                      <a:rPr lang="es-419"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ea typeface="Cambria Math" panose="02040503050406030204" pitchFamily="18" charset="0"/>
                                      </a:rPr>
                                      <m:t>𝟏</m:t>
                                    </m:r>
                                  </m:sub>
                                </m:sSub>
                              </m:e>
                            </m:mr>
                          </m:m>
                          <m:r>
                            <a:rPr lang="es-BO" sz="2400" b="1" i="1" smtClean="0">
                              <a:latin typeface="Cambria Math" panose="02040503050406030204" pitchFamily="18" charset="0"/>
                            </a:rPr>
                            <m:t>   </m:t>
                          </m:r>
                          <m:sSub>
                            <m:sSubPr>
                              <m:ctrlPr>
                                <a:rPr lang="es-419" sz="2400" b="1" i="1">
                                  <a:latin typeface="Cambria Math" panose="02040503050406030204" pitchFamily="18" charset="0"/>
                                </a:rPr>
                              </m:ctrlPr>
                            </m:sSubPr>
                            <m:e>
                              <m:r>
                                <a:rPr lang="es-419" sz="2400" b="1" i="1">
                                  <a:latin typeface="Cambria Math" panose="02040503050406030204" pitchFamily="18" charset="0"/>
                                  <a:ea typeface="Cambria Math" panose="02040503050406030204" pitchFamily="18" charset="0"/>
                                </a:rPr>
                                <m:t>𝜽</m:t>
                              </m:r>
                              <m:r>
                                <a:rPr lang="es-BO" sz="2400" b="1" i="1" smtClean="0">
                                  <a:latin typeface="Cambria Math" panose="02040503050406030204" pitchFamily="18" charset="0"/>
                                  <a:ea typeface="Cambria Math" panose="02040503050406030204" pitchFamily="18" charset="0"/>
                                </a:rPr>
                                <m:t>𝟐</m:t>
                              </m:r>
                            </m:e>
                            <m:sub>
                              <m:r>
                                <a:rPr lang="es-BO" sz="2400" b="1" i="1">
                                  <a:latin typeface="Cambria Math" panose="02040503050406030204" pitchFamily="18" charset="0"/>
                                  <a:ea typeface="Cambria Math" panose="02040503050406030204" pitchFamily="18" charset="0"/>
                                </a:rPr>
                                <m:t>𝟏</m:t>
                              </m:r>
                            </m:sub>
                          </m:sSub>
                          <m:r>
                            <a:rPr lang="es-BO" sz="2400" b="1" i="1" smtClean="0">
                              <a:latin typeface="Cambria Math" panose="02040503050406030204" pitchFamily="18" charset="0"/>
                            </a:rPr>
                            <m:t>…</m:t>
                          </m:r>
                          <m:sSub>
                            <m:sSubPr>
                              <m:ctrlPr>
                                <a:rPr lang="es-419" sz="2400" b="1" i="1">
                                  <a:latin typeface="Cambria Math" panose="02040503050406030204" pitchFamily="18" charset="0"/>
                                </a:rPr>
                              </m:ctrlPr>
                            </m:sSubPr>
                            <m:e>
                              <m:r>
                                <a:rPr lang="es-419"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𝒏</m:t>
                              </m:r>
                            </m:sub>
                          </m:sSub>
                        </m:e>
                      </m:d>
                      <m:d>
                        <m:dPr>
                          <m:begChr m:val="["/>
                          <m:endChr m:val="]"/>
                          <m:ctrlPr>
                            <a:rPr lang="es-BO" sz="2400" b="1" i="1">
                              <a:latin typeface="Cambria Math" panose="02040503050406030204" pitchFamily="18" charset="0"/>
                            </a:rPr>
                          </m:ctrlPr>
                        </m:dPr>
                        <m:e>
                          <m:eqArr>
                            <m:eqArrPr>
                              <m:ctrlPr>
                                <a:rPr lang="es-BO" sz="2400" b="1" i="1">
                                  <a:latin typeface="Cambria Math" panose="02040503050406030204" pitchFamily="18" charset="0"/>
                                </a:rPr>
                              </m:ctrlPr>
                            </m:eqArrPr>
                            <m:e>
                              <m:eqArr>
                                <m:eqArrPr>
                                  <m:ctrlPr>
                                    <a:rPr lang="es-BO" sz="2400" b="1" i="1">
                                      <a:latin typeface="Cambria Math" panose="02040503050406030204" pitchFamily="18" charset="0"/>
                                    </a:rPr>
                                  </m:ctrlPr>
                                </m:eqArrPr>
                                <m:e>
                                  <m:sSub>
                                    <m:sSubPr>
                                      <m:ctrlPr>
                                        <a:rPr lang="es-BO" sz="2400" b="1" i="1">
                                          <a:latin typeface="Cambria Math" panose="02040503050406030204" pitchFamily="18" charset="0"/>
                                        </a:rPr>
                                      </m:ctrlPr>
                                    </m:sSubPr>
                                    <m:e>
                                      <m:r>
                                        <a:rPr lang="es-BO" sz="2400" b="1" i="1">
                                          <a:latin typeface="Cambria Math" panose="02040503050406030204" pitchFamily="18" charset="0"/>
                                        </a:rPr>
                                        <m:t>𝒙</m:t>
                                      </m:r>
                                    </m:e>
                                    <m:sub>
                                      <m:r>
                                        <a:rPr lang="es-BO" sz="2400" b="1" i="1">
                                          <a:latin typeface="Cambria Math" panose="02040503050406030204" pitchFamily="18" charset="0"/>
                                        </a:rPr>
                                        <m:t>𝟎</m:t>
                                      </m:r>
                                    </m:sub>
                                  </m:sSub>
                                </m:e>
                                <m:e>
                                  <m:sSub>
                                    <m:sSubPr>
                                      <m:ctrlPr>
                                        <a:rPr lang="es-BO" sz="2400" b="1" i="1">
                                          <a:latin typeface="Cambria Math" panose="02040503050406030204" pitchFamily="18" charset="0"/>
                                        </a:rPr>
                                      </m:ctrlPr>
                                    </m:sSubPr>
                                    <m:e>
                                      <m:r>
                                        <a:rPr lang="es-BO" sz="2400" b="1" i="1">
                                          <a:latin typeface="Cambria Math" panose="02040503050406030204" pitchFamily="18" charset="0"/>
                                        </a:rPr>
                                        <m:t>𝒙</m:t>
                                      </m:r>
                                    </m:e>
                                    <m:sub>
                                      <m:r>
                                        <a:rPr lang="es-BO" sz="2400" b="1" i="1">
                                          <a:latin typeface="Cambria Math" panose="02040503050406030204" pitchFamily="18" charset="0"/>
                                        </a:rPr>
                                        <m:t>𝟏</m:t>
                                      </m:r>
                                    </m:sub>
                                  </m:sSub>
                                </m:e>
                              </m:eqArr>
                            </m:e>
                            <m:e>
                              <m:sSub>
                                <m:sSubPr>
                                  <m:ctrlPr>
                                    <a:rPr lang="es-BO" sz="2400" b="1" i="1">
                                      <a:latin typeface="Cambria Math" panose="02040503050406030204" pitchFamily="18" charset="0"/>
                                    </a:rPr>
                                  </m:ctrlPr>
                                </m:sSubPr>
                                <m:e>
                                  <m:r>
                                    <a:rPr lang="es-BO" sz="2400" b="1" i="1">
                                      <a:latin typeface="Cambria Math" panose="02040503050406030204" pitchFamily="18" charset="0"/>
                                    </a:rPr>
                                    <m:t>𝒙</m:t>
                                  </m:r>
                                </m:e>
                                <m:sub>
                                  <m:r>
                                    <a:rPr lang="es-BO" sz="2400" b="1" i="1">
                                      <a:latin typeface="Cambria Math" panose="02040503050406030204" pitchFamily="18" charset="0"/>
                                    </a:rPr>
                                    <m:t>𝟐</m:t>
                                  </m:r>
                                </m:sub>
                              </m:sSub>
                            </m:e>
                            <m:e>
                              <m:r>
                                <a:rPr lang="es-BO" sz="2400" b="1" i="1">
                                  <a:latin typeface="Cambria Math" panose="02040503050406030204" pitchFamily="18" charset="0"/>
                                </a:rPr>
                                <m:t>.</m:t>
                              </m:r>
                            </m:e>
                            <m:e>
                              <m:r>
                                <a:rPr lang="es-BO" sz="2400" b="1" i="1">
                                  <a:latin typeface="Cambria Math" panose="02040503050406030204" pitchFamily="18" charset="0"/>
                                </a:rPr>
                                <m:t>.</m:t>
                              </m:r>
                            </m:e>
                            <m:e>
                              <m:r>
                                <a:rPr lang="es-BO" sz="2400" b="1" i="1">
                                  <a:latin typeface="Cambria Math" panose="02040503050406030204" pitchFamily="18" charset="0"/>
                                </a:rPr>
                                <m:t>.</m:t>
                              </m:r>
                            </m:e>
                            <m:e>
                              <m:sSub>
                                <m:sSubPr>
                                  <m:ctrlPr>
                                    <a:rPr lang="es-BO" sz="2400" b="1" i="1">
                                      <a:latin typeface="Cambria Math" panose="02040503050406030204" pitchFamily="18" charset="0"/>
                                    </a:rPr>
                                  </m:ctrlPr>
                                </m:sSubPr>
                                <m:e>
                                  <m:r>
                                    <a:rPr lang="es-BO" sz="2400" b="1" i="1">
                                      <a:latin typeface="Cambria Math" panose="02040503050406030204" pitchFamily="18" charset="0"/>
                                    </a:rPr>
                                    <m:t>𝒙</m:t>
                                  </m:r>
                                </m:e>
                                <m:sub>
                                  <m:r>
                                    <a:rPr lang="es-BO" sz="2400" b="1" i="1">
                                      <a:latin typeface="Cambria Math" panose="02040503050406030204" pitchFamily="18" charset="0"/>
                                    </a:rPr>
                                    <m:t>𝒏</m:t>
                                  </m:r>
                                </m:sub>
                              </m:sSub>
                            </m:e>
                          </m:eqArr>
                        </m:e>
                      </m:d>
                    </m:oMath>
                  </m:oMathPara>
                </a14:m>
                <a:endParaRPr lang="es-419" sz="2400" b="1" dirty="0"/>
              </a:p>
            </p:txBody>
          </p:sp>
        </mc:Choice>
        <mc:Fallback xmlns="">
          <p:sp>
            <p:nvSpPr>
              <p:cNvPr id="30" name="CuadroTexto 29">
                <a:extLst>
                  <a:ext uri="{FF2B5EF4-FFF2-40B4-BE49-F238E27FC236}">
                    <a16:creationId xmlns:a16="http://schemas.microsoft.com/office/drawing/2014/main" id="{94C0A52E-9D59-AEDF-C48C-30B19088B8DD}"/>
                  </a:ext>
                </a:extLst>
              </p:cNvPr>
              <p:cNvSpPr txBox="1">
                <a:spLocks noRot="1" noChangeAspect="1" noMove="1" noResize="1" noEditPoints="1" noAdjustHandles="1" noChangeArrowheads="1" noChangeShapeType="1" noTextEdit="1"/>
              </p:cNvSpPr>
              <p:nvPr/>
            </p:nvSpPr>
            <p:spPr>
              <a:xfrm>
                <a:off x="6888743" y="2444373"/>
                <a:ext cx="4208203" cy="2377639"/>
              </a:xfrm>
              <a:prstGeom prst="rect">
                <a:avLst/>
              </a:prstGeom>
              <a:blipFill>
                <a:blip r:embed="rId6"/>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BAB04660-C3A6-2456-BE92-8A903C8272BF}"/>
                  </a:ext>
                </a:extLst>
              </p:cNvPr>
              <p:cNvSpPr txBox="1"/>
              <p:nvPr/>
            </p:nvSpPr>
            <p:spPr>
              <a:xfrm>
                <a:off x="4259836" y="5082862"/>
                <a:ext cx="55459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400" b="1" i="1" smtClean="0">
                              <a:latin typeface="Cambria Math" panose="02040503050406030204" pitchFamily="18" charset="0"/>
                            </a:rPr>
                          </m:ctrlPr>
                        </m:sSubPr>
                        <m:e>
                          <m:r>
                            <a:rPr lang="es-BO" sz="2400" b="1" i="1" smtClean="0">
                              <a:latin typeface="Cambria Math" panose="02040503050406030204" pitchFamily="18" charset="0"/>
                            </a:rPr>
                            <m:t>𝒉</m:t>
                          </m:r>
                        </m:e>
                        <m:sub>
                          <m:r>
                            <a:rPr lang="es-419" sz="2400" b="1" i="1" smtClean="0">
                              <a:latin typeface="Cambria Math" panose="02040503050406030204" pitchFamily="18" charset="0"/>
                              <a:ea typeface="Cambria Math" panose="02040503050406030204" pitchFamily="18" charset="0"/>
                            </a:rPr>
                            <m:t>𝜽</m:t>
                          </m:r>
                        </m:sub>
                      </m:sSub>
                      <m:d>
                        <m:dPr>
                          <m:ctrlPr>
                            <a:rPr lang="es-BO" sz="2400" b="1" i="1" smtClean="0">
                              <a:latin typeface="Cambria Math" panose="02040503050406030204" pitchFamily="18" charset="0"/>
                            </a:rPr>
                          </m:ctrlPr>
                        </m:dPr>
                        <m:e>
                          <m:r>
                            <a:rPr lang="es-BO" sz="2400" b="1" i="1" smtClean="0">
                              <a:latin typeface="Cambria Math" panose="02040503050406030204" pitchFamily="18" charset="0"/>
                            </a:rPr>
                            <m:t>𝒙</m:t>
                          </m:r>
                        </m:e>
                      </m:d>
                      <m:r>
                        <a:rPr lang="es-BO" sz="2400" b="1" i="1" smtClean="0">
                          <a:latin typeface="Cambria Math" panose="02040503050406030204" pitchFamily="18" charset="0"/>
                        </a:rPr>
                        <m:t>= </m:t>
                      </m:r>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𝟎</m:t>
                          </m:r>
                        </m:sub>
                      </m:sSub>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𝟎</m:t>
                          </m:r>
                        </m:sub>
                      </m:sSub>
                      <m:r>
                        <a:rPr lang="es-BO" sz="2400" b="1" i="1" smtClean="0">
                          <a:latin typeface="Cambria Math" panose="02040503050406030204" pitchFamily="18" charset="0"/>
                        </a:rPr>
                        <m:t>+</m:t>
                      </m:r>
                      <m:sSub>
                        <m:sSubPr>
                          <m:ctrlPr>
                            <a:rPr lang="es-BO" sz="2400" b="1" i="1">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𝟏</m:t>
                          </m:r>
                        </m:sub>
                      </m:sSub>
                      <m:sSub>
                        <m:sSubPr>
                          <m:ctrlPr>
                            <a:rPr lang="es-BO" sz="2400" b="1" i="1">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𝟏</m:t>
                          </m:r>
                        </m:sub>
                      </m:sSub>
                      <m:r>
                        <a:rPr lang="es-BO" sz="2400" b="1" i="1">
                          <a:latin typeface="Cambria Math" panose="02040503050406030204" pitchFamily="18" charset="0"/>
                        </a:rPr>
                        <m:t>+</m:t>
                      </m:r>
                      <m:sSub>
                        <m:sSubPr>
                          <m:ctrlPr>
                            <a:rPr lang="es-BO" sz="2400" b="1" i="1">
                              <a:latin typeface="Cambria Math" panose="02040503050406030204" pitchFamily="18" charset="0"/>
                            </a:rPr>
                          </m:ctrlPr>
                        </m:sSubPr>
                        <m:e>
                          <m:r>
                            <a:rPr lang="es-BO" sz="2400" b="1" i="1">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ea typeface="Cambria Math" panose="02040503050406030204" pitchFamily="18" charset="0"/>
                            </a:rPr>
                            <m:t>𝟐</m:t>
                          </m:r>
                        </m:sub>
                      </m:sSub>
                      <m:sSub>
                        <m:sSubPr>
                          <m:ctrlPr>
                            <a:rPr lang="es-BO" sz="2400" b="1" i="1">
                              <a:latin typeface="Cambria Math" panose="02040503050406030204" pitchFamily="18" charset="0"/>
                            </a:rPr>
                          </m:ctrlPr>
                        </m:sSubPr>
                        <m:e>
                          <m:r>
                            <a:rPr lang="es-BO" sz="2400" b="1" i="1">
                              <a:latin typeface="Cambria Math" panose="02040503050406030204" pitchFamily="18" charset="0"/>
                            </a:rPr>
                            <m:t>𝒙</m:t>
                          </m:r>
                        </m:e>
                        <m:sub>
                          <m:r>
                            <a:rPr lang="es-BO" sz="2400" b="1" i="1" smtClean="0">
                              <a:latin typeface="Cambria Math" panose="02040503050406030204" pitchFamily="18" charset="0"/>
                            </a:rPr>
                            <m:t>𝟐</m:t>
                          </m:r>
                        </m:sub>
                      </m:sSub>
                      <m:r>
                        <a:rPr lang="es-BO" sz="2400" b="1" i="1">
                          <a:latin typeface="Cambria Math" panose="02040503050406030204" pitchFamily="18" charset="0"/>
                        </a:rPr>
                        <m:t>+</m:t>
                      </m:r>
                      <m:r>
                        <a:rPr lang="es-BO" sz="2400" b="1" i="1" smtClean="0">
                          <a:latin typeface="Cambria Math" panose="02040503050406030204" pitchFamily="18" charset="0"/>
                        </a:rPr>
                        <m:t>…</m:t>
                      </m:r>
                      <m:sSub>
                        <m:sSubPr>
                          <m:ctrlPr>
                            <a:rPr lang="es-BO" sz="2400" b="1" i="1">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𝒏</m:t>
                          </m:r>
                        </m:sub>
                      </m:sSub>
                      <m:sSub>
                        <m:sSubPr>
                          <m:ctrlPr>
                            <a:rPr lang="es-BO" sz="2400" b="1" i="1">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𝒏</m:t>
                          </m:r>
                        </m:sub>
                      </m:sSub>
                    </m:oMath>
                  </m:oMathPara>
                </a14:m>
                <a:endParaRPr lang="es-419" sz="2400" b="1" dirty="0"/>
              </a:p>
            </p:txBody>
          </p:sp>
        </mc:Choice>
        <mc:Fallback xmlns="">
          <p:sp>
            <p:nvSpPr>
              <p:cNvPr id="31" name="CuadroTexto 30">
                <a:extLst>
                  <a:ext uri="{FF2B5EF4-FFF2-40B4-BE49-F238E27FC236}">
                    <a16:creationId xmlns:a16="http://schemas.microsoft.com/office/drawing/2014/main" id="{BAB04660-C3A6-2456-BE92-8A903C8272BF}"/>
                  </a:ext>
                </a:extLst>
              </p:cNvPr>
              <p:cNvSpPr txBox="1">
                <a:spLocks noRot="1" noChangeAspect="1" noMove="1" noResize="1" noEditPoints="1" noAdjustHandles="1" noChangeArrowheads="1" noChangeShapeType="1" noTextEdit="1"/>
              </p:cNvSpPr>
              <p:nvPr/>
            </p:nvSpPr>
            <p:spPr>
              <a:xfrm>
                <a:off x="4259836" y="5082862"/>
                <a:ext cx="5545942" cy="369332"/>
              </a:xfrm>
              <a:prstGeom prst="rect">
                <a:avLst/>
              </a:prstGeom>
              <a:blipFill>
                <a:blip r:embed="rId7"/>
                <a:stretch>
                  <a:fillRect b="-16667"/>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96F034D5-1DF6-3C0B-BD46-12C47240C925}"/>
                  </a:ext>
                </a:extLst>
              </p:cNvPr>
              <p:cNvSpPr txBox="1"/>
              <p:nvPr/>
            </p:nvSpPr>
            <p:spPr>
              <a:xfrm>
                <a:off x="4287963" y="5688614"/>
                <a:ext cx="1838517" cy="375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400" b="1" i="1" smtClean="0">
                              <a:latin typeface="Cambria Math" panose="02040503050406030204" pitchFamily="18" charset="0"/>
                            </a:rPr>
                          </m:ctrlPr>
                        </m:sSubPr>
                        <m:e>
                          <m:r>
                            <a:rPr lang="es-BO" sz="2400" b="1" i="1" smtClean="0">
                              <a:latin typeface="Cambria Math" panose="02040503050406030204" pitchFamily="18" charset="0"/>
                            </a:rPr>
                            <m:t>𝒉</m:t>
                          </m:r>
                        </m:e>
                        <m:sub>
                          <m:r>
                            <a:rPr lang="es-419" sz="2400" b="1" i="1" smtClean="0">
                              <a:latin typeface="Cambria Math" panose="02040503050406030204" pitchFamily="18" charset="0"/>
                              <a:ea typeface="Cambria Math" panose="02040503050406030204" pitchFamily="18" charset="0"/>
                            </a:rPr>
                            <m:t>𝜽</m:t>
                          </m:r>
                        </m:sub>
                      </m:sSub>
                      <m:d>
                        <m:dPr>
                          <m:ctrlPr>
                            <a:rPr lang="es-BO" sz="2400" b="1" i="1" smtClean="0">
                              <a:latin typeface="Cambria Math" panose="02040503050406030204" pitchFamily="18" charset="0"/>
                            </a:rPr>
                          </m:ctrlPr>
                        </m:dPr>
                        <m:e>
                          <m:r>
                            <a:rPr lang="es-BO" sz="2400" b="1" i="1" smtClean="0">
                              <a:latin typeface="Cambria Math" panose="02040503050406030204" pitchFamily="18" charset="0"/>
                            </a:rPr>
                            <m:t>𝒙</m:t>
                          </m:r>
                        </m:e>
                      </m:d>
                      <m:r>
                        <a:rPr lang="es-BO" sz="2400" b="1" i="1" smtClean="0">
                          <a:latin typeface="Cambria Math" panose="02040503050406030204" pitchFamily="18" charset="0"/>
                        </a:rPr>
                        <m:t>= </m:t>
                      </m:r>
                      <m:sSup>
                        <m:sSupPr>
                          <m:ctrlPr>
                            <a:rPr lang="es-BO" sz="2400" b="1" i="1" smtClean="0">
                              <a:latin typeface="Cambria Math" panose="02040503050406030204" pitchFamily="18" charset="0"/>
                            </a:rPr>
                          </m:ctrlPr>
                        </m:sSupPr>
                        <m:e>
                          <m:r>
                            <a:rPr lang="es-BO" sz="2400" b="1" i="1" smtClean="0">
                              <a:latin typeface="Cambria Math" panose="02040503050406030204" pitchFamily="18" charset="0"/>
                              <a:ea typeface="Cambria Math" panose="02040503050406030204" pitchFamily="18" charset="0"/>
                            </a:rPr>
                            <m:t>𝜽</m:t>
                          </m:r>
                        </m:e>
                        <m:sup>
                          <m:r>
                            <a:rPr lang="es-BO" sz="2400" b="1" i="1" smtClean="0">
                              <a:latin typeface="Cambria Math" panose="02040503050406030204" pitchFamily="18" charset="0"/>
                            </a:rPr>
                            <m:t>𝑻</m:t>
                          </m:r>
                        </m:sup>
                      </m:sSup>
                      <m:r>
                        <a:rPr lang="es-BO" sz="2400" b="1" i="1" smtClean="0">
                          <a:latin typeface="Cambria Math" panose="02040503050406030204" pitchFamily="18" charset="0"/>
                        </a:rPr>
                        <m:t>𝒙</m:t>
                      </m:r>
                    </m:oMath>
                  </m:oMathPara>
                </a14:m>
                <a:endParaRPr lang="es-419" sz="2400" b="1" dirty="0"/>
              </a:p>
            </p:txBody>
          </p:sp>
        </mc:Choice>
        <mc:Fallback xmlns="">
          <p:sp>
            <p:nvSpPr>
              <p:cNvPr id="32" name="CuadroTexto 31">
                <a:extLst>
                  <a:ext uri="{FF2B5EF4-FFF2-40B4-BE49-F238E27FC236}">
                    <a16:creationId xmlns:a16="http://schemas.microsoft.com/office/drawing/2014/main" id="{96F034D5-1DF6-3C0B-BD46-12C47240C925}"/>
                  </a:ext>
                </a:extLst>
              </p:cNvPr>
              <p:cNvSpPr txBox="1">
                <a:spLocks noRot="1" noChangeAspect="1" noMove="1" noResize="1" noEditPoints="1" noAdjustHandles="1" noChangeArrowheads="1" noChangeShapeType="1" noTextEdit="1"/>
              </p:cNvSpPr>
              <p:nvPr/>
            </p:nvSpPr>
            <p:spPr>
              <a:xfrm>
                <a:off x="4287963" y="5688614"/>
                <a:ext cx="1838517" cy="375872"/>
              </a:xfrm>
              <a:prstGeom prst="rect">
                <a:avLst/>
              </a:prstGeom>
              <a:blipFill>
                <a:blip r:embed="rId8"/>
                <a:stretch>
                  <a:fillRect l="-3642" t="-3226" r="-1987" b="-14516"/>
                </a:stretch>
              </a:blipFill>
            </p:spPr>
            <p:txBody>
              <a:bodyPr/>
              <a:lstStyle/>
              <a:p>
                <a:r>
                  <a:rPr lang="es-419">
                    <a:noFill/>
                  </a:rPr>
                  <a:t> </a:t>
                </a:r>
              </a:p>
            </p:txBody>
          </p:sp>
        </mc:Fallback>
      </mc:AlternateContent>
    </p:spTree>
    <p:extLst>
      <p:ext uri="{BB962C8B-B14F-4D97-AF65-F5344CB8AC3E}">
        <p14:creationId xmlns:p14="http://schemas.microsoft.com/office/powerpoint/2010/main" val="11925510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2971800" y="1493456"/>
            <a:ext cx="8348472" cy="438912"/>
          </a:xfrm>
          <a:prstGeom prst="rect">
            <a:avLst/>
          </a:prstGeom>
        </p:spPr>
      </p:pic>
      <p:sp>
        <p:nvSpPr>
          <p:cNvPr id="8" name="TextBox 7"/>
          <p:cNvSpPr txBox="1"/>
          <p:nvPr/>
        </p:nvSpPr>
        <p:spPr>
          <a:xfrm>
            <a:off x="508000" y="1395197"/>
            <a:ext cx="2489200" cy="584775"/>
          </a:xfrm>
          <a:prstGeom prst="rect">
            <a:avLst/>
          </a:prstGeom>
          <a:noFill/>
        </p:spPr>
        <p:txBody>
          <a:bodyPr wrap="square" rtlCol="0">
            <a:spAutoFit/>
          </a:bodyPr>
          <a:lstStyle/>
          <a:p>
            <a:r>
              <a:rPr lang="en-US" sz="3200" dirty="0" err="1"/>
              <a:t>Hipótesis</a:t>
            </a:r>
            <a:r>
              <a:rPr lang="en-US" sz="3200" dirty="0"/>
              <a:t>:</a:t>
            </a:r>
          </a:p>
        </p:txBody>
      </p:sp>
      <p:sp>
        <p:nvSpPr>
          <p:cNvPr id="15" name="TextBox 14"/>
          <p:cNvSpPr txBox="1"/>
          <p:nvPr/>
        </p:nvSpPr>
        <p:spPr>
          <a:xfrm>
            <a:off x="508000" y="1916832"/>
            <a:ext cx="2489200" cy="584775"/>
          </a:xfrm>
          <a:prstGeom prst="rect">
            <a:avLst/>
          </a:prstGeom>
          <a:noFill/>
        </p:spPr>
        <p:txBody>
          <a:bodyPr wrap="square" rtlCol="0">
            <a:spAutoFit/>
          </a:bodyPr>
          <a:lstStyle/>
          <a:p>
            <a:r>
              <a:rPr lang="en-US" sz="3200" dirty="0" err="1"/>
              <a:t>Parámetros</a:t>
            </a:r>
            <a:r>
              <a:rPr lang="en-US" sz="3200" dirty="0"/>
              <a:t>:</a:t>
            </a:r>
          </a:p>
        </p:txBody>
      </p:sp>
      <p:pic>
        <p:nvPicPr>
          <p:cNvPr id="9" name="Picture 8"/>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2902472" y="2040204"/>
            <a:ext cx="2185416" cy="368808"/>
          </a:xfrm>
          <a:prstGeom prst="rect">
            <a:avLst/>
          </a:prstGeom>
        </p:spPr>
      </p:pic>
      <p:sp>
        <p:nvSpPr>
          <p:cNvPr id="11" name="TextBox 10"/>
          <p:cNvSpPr txBox="1"/>
          <p:nvPr/>
        </p:nvSpPr>
        <p:spPr>
          <a:xfrm>
            <a:off x="508000" y="2420888"/>
            <a:ext cx="3556000" cy="584775"/>
          </a:xfrm>
          <a:prstGeom prst="rect">
            <a:avLst/>
          </a:prstGeom>
          <a:noFill/>
        </p:spPr>
        <p:txBody>
          <a:bodyPr wrap="square" rtlCol="0">
            <a:spAutoFit/>
          </a:bodyPr>
          <a:lstStyle/>
          <a:p>
            <a:r>
              <a:rPr lang="en-US" sz="3200" dirty="0" err="1"/>
              <a:t>Función</a:t>
            </a:r>
            <a:r>
              <a:rPr lang="en-US" sz="3200" dirty="0"/>
              <a:t> de </a:t>
            </a:r>
            <a:r>
              <a:rPr lang="en-US" sz="3200" dirty="0" err="1"/>
              <a:t>costo</a:t>
            </a:r>
            <a:r>
              <a:rPr lang="en-US" sz="3200" dirty="0"/>
              <a:t>:</a:t>
            </a:r>
          </a:p>
        </p:txBody>
      </p:sp>
      <p:pic>
        <p:nvPicPr>
          <p:cNvPr id="24" name="Picture 23"/>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1524000" y="2773805"/>
            <a:ext cx="7540752" cy="1109472"/>
          </a:xfrm>
          <a:prstGeom prst="rect">
            <a:avLst/>
          </a:prstGeom>
        </p:spPr>
      </p:pic>
      <p:grpSp>
        <p:nvGrpSpPr>
          <p:cNvPr id="5" name="Grupo 4">
            <a:extLst>
              <a:ext uri="{FF2B5EF4-FFF2-40B4-BE49-F238E27FC236}">
                <a16:creationId xmlns:a16="http://schemas.microsoft.com/office/drawing/2014/main" id="{AA7221C0-1786-50A5-E36C-550E634B9C90}"/>
              </a:ext>
            </a:extLst>
          </p:cNvPr>
          <p:cNvGrpSpPr/>
          <p:nvPr/>
        </p:nvGrpSpPr>
        <p:grpSpPr>
          <a:xfrm>
            <a:off x="1343472" y="4445169"/>
            <a:ext cx="9917016" cy="1723859"/>
            <a:chOff x="1343472" y="4445169"/>
            <a:chExt cx="9917016" cy="1723859"/>
          </a:xfrm>
        </p:grpSpPr>
        <p:pic>
          <p:nvPicPr>
            <p:cNvPr id="27" name="Picture 26"/>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9051860" y="5821966"/>
              <a:ext cx="1724660" cy="294640"/>
            </a:xfrm>
            <a:prstGeom prst="rect">
              <a:avLst/>
            </a:prstGeom>
          </p:spPr>
        </p:pic>
        <p:pic>
          <p:nvPicPr>
            <p:cNvPr id="29" name="Picture 28"/>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2653284" y="4520055"/>
              <a:ext cx="146304" cy="405384"/>
            </a:xfrm>
            <a:prstGeom prst="rect">
              <a:avLst/>
            </a:prstGeom>
          </p:spPr>
        </p:pic>
        <p:grpSp>
          <p:nvGrpSpPr>
            <p:cNvPr id="3" name="Group 2"/>
            <p:cNvGrpSpPr/>
            <p:nvPr/>
          </p:nvGrpSpPr>
          <p:grpSpPr>
            <a:xfrm>
              <a:off x="1343472" y="4445169"/>
              <a:ext cx="9917016" cy="1723859"/>
              <a:chOff x="1007604" y="3390840"/>
              <a:chExt cx="7437762" cy="1292893"/>
            </a:xfrm>
          </p:grpSpPr>
          <p:sp>
            <p:nvSpPr>
              <p:cNvPr id="10" name="TextBox 9"/>
              <p:cNvSpPr txBox="1"/>
              <p:nvPr/>
            </p:nvSpPr>
            <p:spPr>
              <a:xfrm>
                <a:off x="2789802" y="4299937"/>
                <a:ext cx="5655564" cy="377074"/>
              </a:xfrm>
              <a:prstGeom prst="rect">
                <a:avLst/>
              </a:prstGeom>
              <a:noFill/>
            </p:spPr>
            <p:txBody>
              <a:bodyPr wrap="square" rtlCol="0">
                <a:spAutoFit/>
              </a:bodyPr>
              <a:lstStyle/>
              <a:p>
                <a:r>
                  <a:rPr lang="en-US" sz="2667" dirty="0"/>
                  <a:t>(</a:t>
                </a:r>
                <a:r>
                  <a:rPr lang="en-US" sz="2667" dirty="0" err="1"/>
                  <a:t>actualiza</a:t>
                </a:r>
                <a:r>
                  <a:rPr lang="en-US" sz="2667" dirty="0"/>
                  <a:t> </a:t>
                </a:r>
                <a:r>
                  <a:rPr lang="en-US" sz="2667" dirty="0" err="1"/>
                  <a:t>simultaneamente</a:t>
                </a:r>
                <a:r>
                  <a:rPr lang="en-US" sz="2667" dirty="0"/>
                  <a:t> </a:t>
                </a:r>
                <a:r>
                  <a:rPr lang="en-US" sz="2667" dirty="0" err="1"/>
                  <a:t>cada</a:t>
                </a:r>
                <a:r>
                  <a:rPr lang="en-US" sz="2667" dirty="0"/>
                  <a:t>                     </a:t>
                </a:r>
              </a:p>
            </p:txBody>
          </p:sp>
          <p:sp>
            <p:nvSpPr>
              <p:cNvPr id="13" name="TextBox 12"/>
              <p:cNvSpPr txBox="1"/>
              <p:nvPr/>
            </p:nvSpPr>
            <p:spPr>
              <a:xfrm>
                <a:off x="1007604" y="3390840"/>
                <a:ext cx="982359" cy="377074"/>
              </a:xfrm>
              <a:prstGeom prst="rect">
                <a:avLst/>
              </a:prstGeom>
              <a:noFill/>
            </p:spPr>
            <p:txBody>
              <a:bodyPr wrap="square" rtlCol="0">
                <a:spAutoFit/>
              </a:bodyPr>
              <a:lstStyle/>
              <a:p>
                <a:r>
                  <a:rPr lang="en-US" sz="2667" dirty="0" err="1"/>
                  <a:t>Repetir</a:t>
                </a:r>
                <a:endParaRPr lang="en-US" sz="3200" dirty="0"/>
              </a:p>
            </p:txBody>
          </p:sp>
          <p:pic>
            <p:nvPicPr>
              <p:cNvPr id="31" name="Picture 30"/>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1447800" y="4379695"/>
                <a:ext cx="109728" cy="304038"/>
              </a:xfrm>
              <a:prstGeom prst="rect">
                <a:avLst/>
              </a:prstGeom>
            </p:spPr>
          </p:pic>
          <p:pic>
            <p:nvPicPr>
              <p:cNvPr id="4" name="Picture 3"/>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1519047" y="3854463"/>
                <a:ext cx="3698748" cy="436626"/>
              </a:xfrm>
              <a:prstGeom prst="rect">
                <a:avLst/>
              </a:prstGeom>
            </p:spPr>
          </p:pic>
        </p:grpSp>
      </p:grpSp>
      <p:sp>
        <p:nvSpPr>
          <p:cNvPr id="17" name="Título 16">
            <a:extLst>
              <a:ext uri="{FF2B5EF4-FFF2-40B4-BE49-F238E27FC236}">
                <a16:creationId xmlns:a16="http://schemas.microsoft.com/office/drawing/2014/main" id="{6EDB2986-7D2B-4CD6-BBC8-EC13224ECE36}"/>
              </a:ext>
            </a:extLst>
          </p:cNvPr>
          <p:cNvSpPr>
            <a:spLocks noGrp="1"/>
          </p:cNvSpPr>
          <p:nvPr>
            <p:ph type="title"/>
          </p:nvPr>
        </p:nvSpPr>
        <p:spPr>
          <a:xfrm>
            <a:off x="1097280" y="286603"/>
            <a:ext cx="10058400" cy="1044301"/>
          </a:xfrm>
        </p:spPr>
        <p:txBody>
          <a:bodyPr/>
          <a:lstStyle/>
          <a:p>
            <a:r>
              <a:rPr lang="es-ES" dirty="0"/>
              <a:t>Formulas regresión lineal multivariable</a:t>
            </a:r>
            <a:endParaRPr lang="es-BO" dirty="0"/>
          </a:p>
        </p:txBody>
      </p:sp>
    </p:spTree>
    <p:extLst>
      <p:ext uri="{BB962C8B-B14F-4D97-AF65-F5344CB8AC3E}">
        <p14:creationId xmlns:p14="http://schemas.microsoft.com/office/powerpoint/2010/main" val="3626534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upo 20">
            <a:extLst>
              <a:ext uri="{FF2B5EF4-FFF2-40B4-BE49-F238E27FC236}">
                <a16:creationId xmlns:a16="http://schemas.microsoft.com/office/drawing/2014/main" id="{1A392B06-BF6A-47EF-9BC8-30FD67D01207}"/>
              </a:ext>
            </a:extLst>
          </p:cNvPr>
          <p:cNvGrpSpPr/>
          <p:nvPr/>
        </p:nvGrpSpPr>
        <p:grpSpPr>
          <a:xfrm>
            <a:off x="609599" y="1948900"/>
            <a:ext cx="5829300" cy="4864476"/>
            <a:chOff x="609600" y="1001908"/>
            <a:chExt cx="5829300" cy="4864476"/>
          </a:xfrm>
        </p:grpSpPr>
        <p:sp>
          <p:nvSpPr>
            <p:cNvPr id="10" name="TextBox 9"/>
            <p:cNvSpPr txBox="1"/>
            <p:nvPr/>
          </p:nvSpPr>
          <p:spPr>
            <a:xfrm>
              <a:off x="1891284" y="4773952"/>
              <a:ext cx="4547616" cy="420564"/>
            </a:xfrm>
            <a:prstGeom prst="rect">
              <a:avLst/>
            </a:prstGeom>
            <a:noFill/>
          </p:spPr>
          <p:txBody>
            <a:bodyPr wrap="square" rtlCol="0">
              <a:spAutoFit/>
            </a:bodyPr>
            <a:lstStyle/>
            <a:p>
              <a:r>
                <a:rPr lang="en-US" sz="2133" dirty="0"/>
                <a:t>(se </a:t>
              </a:r>
              <a:r>
                <a:rPr lang="en-US" sz="2133" dirty="0" err="1"/>
                <a:t>actualiza</a:t>
              </a:r>
              <a:r>
                <a:rPr lang="en-US" sz="2133" dirty="0"/>
                <a:t> </a:t>
              </a:r>
              <a:r>
                <a:rPr lang="en-US" sz="2133" dirty="0" err="1"/>
                <a:t>simultaneamente</a:t>
              </a:r>
              <a:r>
                <a:rPr lang="en-US" sz="2133" dirty="0"/>
                <a:t>             )</a:t>
              </a:r>
            </a:p>
          </p:txBody>
        </p:sp>
        <p:grpSp>
          <p:nvGrpSpPr>
            <p:cNvPr id="14" name="Grupo 13">
              <a:extLst>
                <a:ext uri="{FF2B5EF4-FFF2-40B4-BE49-F238E27FC236}">
                  <a16:creationId xmlns:a16="http://schemas.microsoft.com/office/drawing/2014/main" id="{DBFA65FB-F801-4483-BB0E-E0C3D4B38517}"/>
                </a:ext>
              </a:extLst>
            </p:cNvPr>
            <p:cNvGrpSpPr/>
            <p:nvPr/>
          </p:nvGrpSpPr>
          <p:grpSpPr>
            <a:xfrm>
              <a:off x="609600" y="1001908"/>
              <a:ext cx="5550665" cy="4864476"/>
              <a:chOff x="609600" y="1001908"/>
              <a:chExt cx="5550665" cy="4864476"/>
            </a:xfrm>
          </p:grpSpPr>
          <p:sp>
            <p:nvSpPr>
              <p:cNvPr id="13" name="TextBox 12"/>
              <p:cNvSpPr txBox="1"/>
              <p:nvPr/>
            </p:nvSpPr>
            <p:spPr>
              <a:xfrm>
                <a:off x="609600" y="1535388"/>
                <a:ext cx="3556000" cy="502766"/>
              </a:xfrm>
              <a:prstGeom prst="rect">
                <a:avLst/>
              </a:prstGeom>
              <a:noFill/>
            </p:spPr>
            <p:txBody>
              <a:bodyPr wrap="square" rtlCol="0">
                <a:spAutoFit/>
              </a:bodyPr>
              <a:lstStyle/>
              <a:p>
                <a:r>
                  <a:rPr lang="en-US" sz="2667" dirty="0" err="1"/>
                  <a:t>Repetir</a:t>
                </a:r>
                <a:endParaRPr lang="en-US" sz="3200" dirty="0"/>
              </a:p>
            </p:txBody>
          </p:sp>
          <p:sp>
            <p:nvSpPr>
              <p:cNvPr id="15" name="TextBox 14"/>
              <p:cNvSpPr txBox="1"/>
              <p:nvPr/>
            </p:nvSpPr>
            <p:spPr>
              <a:xfrm>
                <a:off x="609600" y="1001908"/>
                <a:ext cx="4775200" cy="502766"/>
              </a:xfrm>
              <a:prstGeom prst="rect">
                <a:avLst/>
              </a:prstGeom>
              <a:noFill/>
            </p:spPr>
            <p:txBody>
              <a:bodyPr wrap="square" rtlCol="0">
                <a:spAutoFit/>
              </a:bodyPr>
              <a:lstStyle/>
              <a:p>
                <a:r>
                  <a:rPr lang="en-US" sz="2667" dirty="0" err="1"/>
                  <a:t>Previamente</a:t>
                </a:r>
                <a:r>
                  <a:rPr lang="en-US" sz="2667" dirty="0"/>
                  <a:t> (n=1):</a:t>
                </a:r>
              </a:p>
            </p:txBody>
          </p:sp>
          <p:pic>
            <p:nvPicPr>
              <p:cNvPr id="5" name="Picture 4"/>
              <p:cNvPicPr>
                <a:picLocks noChangeAspect="1"/>
              </p:cNvPicPr>
              <p:nvPr>
                <p:custDataLst>
                  <p:tags r:id="rId11"/>
                </p:custDataLst>
              </p:nvPr>
            </p:nvPicPr>
            <p:blipFill>
              <a:blip r:embed="rId19" cstate="print">
                <a:extLst>
                  <a:ext uri="{28A0092B-C50C-407E-A947-70E740481C1C}">
                    <a14:useLocalDpi xmlns:a14="http://schemas.microsoft.com/office/drawing/2010/main" val="0"/>
                  </a:ext>
                </a:extLst>
              </a:blip>
              <a:stretch>
                <a:fillRect/>
              </a:stretch>
            </p:blipFill>
            <p:spPr>
              <a:xfrm>
                <a:off x="1219205" y="2044700"/>
                <a:ext cx="4473703" cy="832104"/>
              </a:xfrm>
              <a:prstGeom prst="rect">
                <a:avLst/>
              </a:prstGeom>
            </p:spPr>
          </p:pic>
          <p:pic>
            <p:nvPicPr>
              <p:cNvPr id="3" name="Picture 2"/>
              <p:cNvPicPr>
                <a:picLocks noChangeAspect="1"/>
              </p:cNvPicPr>
              <p:nvPr>
                <p:custDataLst>
                  <p:tags r:id="rId12"/>
                </p:custDataLst>
              </p:nvPr>
            </p:nvPicPr>
            <p:blipFill>
              <a:blip r:embed="rId20" cstate="print">
                <a:extLst>
                  <a:ext uri="{28A0092B-C50C-407E-A947-70E740481C1C}">
                    <a14:useLocalDpi xmlns:a14="http://schemas.microsoft.com/office/drawing/2010/main" val="0"/>
                  </a:ext>
                </a:extLst>
              </a:blip>
              <a:stretch>
                <a:fillRect/>
              </a:stretch>
            </p:blipFill>
            <p:spPr>
              <a:xfrm>
                <a:off x="5447928" y="4880005"/>
                <a:ext cx="644652" cy="276607"/>
              </a:xfrm>
              <a:prstGeom prst="rect">
                <a:avLst/>
              </a:prstGeom>
            </p:spPr>
          </p:pic>
          <p:pic>
            <p:nvPicPr>
              <p:cNvPr id="29" name="Picture 28"/>
              <p:cNvPicPr>
                <a:picLocks noChangeAspect="1"/>
              </p:cNvPicPr>
              <p:nvPr>
                <p:custDataLst>
                  <p:tags r:id="rId13"/>
                </p:custDataLst>
              </p:nvPr>
            </p:nvPicPr>
            <p:blipFill>
              <a:blip r:embed="rId21" cstate="print">
                <a:extLst>
                  <a:ext uri="{28A0092B-C50C-407E-A947-70E740481C1C}">
                    <a14:useLocalDpi xmlns:a14="http://schemas.microsoft.com/office/drawing/2010/main" val="0"/>
                  </a:ext>
                </a:extLst>
              </a:blip>
              <a:stretch>
                <a:fillRect/>
              </a:stretch>
            </p:blipFill>
            <p:spPr>
              <a:xfrm>
                <a:off x="1891284" y="1610277"/>
                <a:ext cx="146304" cy="405384"/>
              </a:xfrm>
              <a:prstGeom prst="rect">
                <a:avLst/>
              </a:prstGeom>
            </p:spPr>
          </p:pic>
          <p:pic>
            <p:nvPicPr>
              <p:cNvPr id="31" name="Picture 30"/>
              <p:cNvPicPr>
                <a:picLocks noChangeAspect="1"/>
              </p:cNvPicPr>
              <p:nvPr>
                <p:custDataLst>
                  <p:tags r:id="rId14"/>
                </p:custDataLst>
              </p:nvPr>
            </p:nvPicPr>
            <p:blipFill>
              <a:blip r:embed="rId22" cstate="print">
                <a:extLst>
                  <a:ext uri="{28A0092B-C50C-407E-A947-70E740481C1C}">
                    <a14:useLocalDpi xmlns:a14="http://schemas.microsoft.com/office/drawing/2010/main" val="0"/>
                  </a:ext>
                </a:extLst>
              </a:blip>
              <a:stretch>
                <a:fillRect/>
              </a:stretch>
            </p:blipFill>
            <p:spPr>
              <a:xfrm>
                <a:off x="855981" y="5461000"/>
                <a:ext cx="146304" cy="405384"/>
              </a:xfrm>
              <a:prstGeom prst="rect">
                <a:avLst/>
              </a:prstGeom>
            </p:spPr>
          </p:pic>
          <p:pic>
            <p:nvPicPr>
              <p:cNvPr id="9" name="Picture 8"/>
              <p:cNvPicPr>
                <a:picLocks noChangeAspect="1"/>
              </p:cNvPicPr>
              <p:nvPr>
                <p:custDataLst>
                  <p:tags r:id="rId15"/>
                </p:custDataLst>
              </p:nvPr>
            </p:nvPicPr>
            <p:blipFill>
              <a:blip r:embed="rId23" cstate="print">
                <a:extLst>
                  <a:ext uri="{28A0092B-C50C-407E-A947-70E740481C1C}">
                    <a14:useLocalDpi xmlns:a14="http://schemas.microsoft.com/office/drawing/2010/main" val="0"/>
                  </a:ext>
                </a:extLst>
              </a:blip>
              <a:stretch>
                <a:fillRect/>
              </a:stretch>
            </p:blipFill>
            <p:spPr>
              <a:xfrm>
                <a:off x="1229362" y="3816096"/>
                <a:ext cx="4930903" cy="832104"/>
              </a:xfrm>
              <a:prstGeom prst="rect">
                <a:avLst/>
              </a:prstGeom>
            </p:spPr>
          </p:pic>
          <p:pic>
            <p:nvPicPr>
              <p:cNvPr id="2" name="Picture 1"/>
              <p:cNvPicPr>
                <a:picLocks noChangeAspect="1"/>
              </p:cNvPicPr>
              <p:nvPr>
                <p:custDataLst>
                  <p:tags r:id="rId16"/>
                </p:custDataLst>
              </p:nvPr>
            </p:nvPicPr>
            <p:blipFill>
              <a:blip r:embed="rId24" cstate="print">
                <a:extLst>
                  <a:ext uri="{28A0092B-C50C-407E-A947-70E740481C1C}">
                    <a14:useLocalDpi xmlns:a14="http://schemas.microsoft.com/office/drawing/2010/main" val="0"/>
                  </a:ext>
                </a:extLst>
              </a:blip>
              <a:stretch>
                <a:fillRect/>
              </a:stretch>
            </p:blipFill>
            <p:spPr>
              <a:xfrm>
                <a:off x="3713225" y="3223005"/>
                <a:ext cx="969264" cy="409195"/>
              </a:xfrm>
              <a:prstGeom prst="rect">
                <a:avLst/>
              </a:prstGeom>
            </p:spPr>
          </p:pic>
          <p:sp>
            <p:nvSpPr>
              <p:cNvPr id="16" name="Right Brace 15"/>
              <p:cNvSpPr/>
              <p:nvPr/>
            </p:nvSpPr>
            <p:spPr>
              <a:xfrm rot="5400000">
                <a:off x="4179317" y="1712341"/>
                <a:ext cx="179071" cy="2746504"/>
              </a:xfrm>
              <a:prstGeom prst="rightBrace">
                <a:avLst>
                  <a:gd name="adj1" fmla="val 47916"/>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2400"/>
              </a:p>
            </p:txBody>
          </p:sp>
        </p:grpSp>
      </p:grpSp>
      <p:cxnSp>
        <p:nvCxnSpPr>
          <p:cNvPr id="19" name="Straight Connector 18"/>
          <p:cNvCxnSpPr>
            <a:cxnSpLocks/>
          </p:cNvCxnSpPr>
          <p:nvPr/>
        </p:nvCxnSpPr>
        <p:spPr>
          <a:xfrm flipH="1">
            <a:off x="6248400" y="1772816"/>
            <a:ext cx="1" cy="4907384"/>
          </a:xfrm>
          <a:prstGeom prst="line">
            <a:avLst/>
          </a:prstGeom>
        </p:spPr>
        <p:style>
          <a:lnRef idx="1">
            <a:schemeClr val="dk1"/>
          </a:lnRef>
          <a:fillRef idx="0">
            <a:schemeClr val="dk1"/>
          </a:fillRef>
          <a:effectRef idx="0">
            <a:schemeClr val="dk1"/>
          </a:effectRef>
          <a:fontRef idx="minor">
            <a:schemeClr val="tx1"/>
          </a:fontRef>
        </p:style>
      </p:cxnSp>
      <p:grpSp>
        <p:nvGrpSpPr>
          <p:cNvPr id="25" name="Grupo 24">
            <a:extLst>
              <a:ext uri="{FF2B5EF4-FFF2-40B4-BE49-F238E27FC236}">
                <a16:creationId xmlns:a16="http://schemas.microsoft.com/office/drawing/2014/main" id="{ADA12C1D-F8AA-48B3-819A-E6088F8A9A66}"/>
              </a:ext>
            </a:extLst>
          </p:cNvPr>
          <p:cNvGrpSpPr/>
          <p:nvPr/>
        </p:nvGrpSpPr>
        <p:grpSpPr>
          <a:xfrm>
            <a:off x="6438900" y="384901"/>
            <a:ext cx="5570729" cy="3250184"/>
            <a:chOff x="6438900" y="76200"/>
            <a:chExt cx="5570729" cy="3250184"/>
          </a:xfrm>
          <a:solidFill>
            <a:schemeClr val="bg1"/>
          </a:solidFill>
        </p:grpSpPr>
        <p:sp>
          <p:nvSpPr>
            <p:cNvPr id="26" name="TextBox 25"/>
            <p:cNvSpPr txBox="1"/>
            <p:nvPr/>
          </p:nvSpPr>
          <p:spPr>
            <a:xfrm>
              <a:off x="6451600" y="76200"/>
              <a:ext cx="4775200" cy="502766"/>
            </a:xfrm>
            <a:prstGeom prst="rect">
              <a:avLst/>
            </a:prstGeom>
            <a:grpFill/>
          </p:spPr>
          <p:txBody>
            <a:bodyPr wrap="square" rtlCol="0">
              <a:spAutoFit/>
            </a:bodyPr>
            <a:lstStyle/>
            <a:p>
              <a:r>
                <a:rPr lang="en-US" sz="2667" dirty="0"/>
                <a:t>Nuevo </a:t>
              </a:r>
              <a:r>
                <a:rPr lang="en-US" sz="2667" dirty="0" err="1"/>
                <a:t>algoritmo</a:t>
              </a:r>
              <a:r>
                <a:rPr lang="en-US" sz="2667" dirty="0"/>
                <a:t>:</a:t>
              </a:r>
            </a:p>
          </p:txBody>
        </p:sp>
        <p:pic>
          <p:nvPicPr>
            <p:cNvPr id="20" name="Picture 19"/>
            <p:cNvPicPr>
              <a:picLocks noChangeAspect="1"/>
            </p:cNvPicPr>
            <p:nvPr>
              <p:custDataLst>
                <p:tags r:id="rId5"/>
              </p:custDataLst>
            </p:nvPr>
          </p:nvPicPr>
          <p:blipFill>
            <a:blip r:embed="rId25" cstate="print">
              <a:extLst>
                <a:ext uri="{28A0092B-C50C-407E-A947-70E740481C1C}">
                  <a14:useLocalDpi xmlns:a14="http://schemas.microsoft.com/office/drawing/2010/main" val="0"/>
                </a:ext>
              </a:extLst>
            </a:blip>
            <a:stretch>
              <a:fillRect/>
            </a:stretch>
          </p:blipFill>
          <p:spPr>
            <a:xfrm>
              <a:off x="9283769" y="189778"/>
              <a:ext cx="916687" cy="306324"/>
            </a:xfrm>
            <a:prstGeom prst="rect">
              <a:avLst/>
            </a:prstGeom>
            <a:grpFill/>
          </p:spPr>
        </p:pic>
        <p:sp>
          <p:nvSpPr>
            <p:cNvPr id="30" name="TextBox 29"/>
            <p:cNvSpPr txBox="1"/>
            <p:nvPr/>
          </p:nvSpPr>
          <p:spPr>
            <a:xfrm>
              <a:off x="6438900" y="584200"/>
              <a:ext cx="3556000" cy="502766"/>
            </a:xfrm>
            <a:prstGeom prst="rect">
              <a:avLst/>
            </a:prstGeom>
            <a:grpFill/>
          </p:spPr>
          <p:txBody>
            <a:bodyPr wrap="square" rtlCol="0">
              <a:spAutoFit/>
            </a:bodyPr>
            <a:lstStyle/>
            <a:p>
              <a:r>
                <a:rPr lang="en-US" sz="2667" dirty="0" err="1"/>
                <a:t>Repetir</a:t>
              </a:r>
              <a:endParaRPr lang="en-US" sz="3200" dirty="0"/>
            </a:p>
          </p:txBody>
        </p:sp>
        <p:pic>
          <p:nvPicPr>
            <p:cNvPr id="32" name="Picture 31"/>
            <p:cNvPicPr>
              <a:picLocks noChangeAspect="1"/>
            </p:cNvPicPr>
            <p:nvPr>
              <p:custDataLst>
                <p:tags r:id="rId6"/>
              </p:custDataLst>
            </p:nvPr>
          </p:nvPicPr>
          <p:blipFill>
            <a:blip r:embed="rId21" cstate="print">
              <a:extLst>
                <a:ext uri="{28A0092B-C50C-407E-A947-70E740481C1C}">
                  <a14:useLocalDpi xmlns:a14="http://schemas.microsoft.com/office/drawing/2010/main" val="0"/>
                </a:ext>
              </a:extLst>
            </a:blip>
            <a:stretch>
              <a:fillRect/>
            </a:stretch>
          </p:blipFill>
          <p:spPr>
            <a:xfrm>
              <a:off x="7720584" y="659089"/>
              <a:ext cx="146304" cy="405384"/>
            </a:xfrm>
            <a:prstGeom prst="rect">
              <a:avLst/>
            </a:prstGeom>
            <a:grpFill/>
          </p:spPr>
        </p:pic>
        <p:pic>
          <p:nvPicPr>
            <p:cNvPr id="34" name="Picture 33"/>
            <p:cNvPicPr>
              <a:picLocks noChangeAspect="1"/>
            </p:cNvPicPr>
            <p:nvPr>
              <p:custDataLst>
                <p:tags r:id="rId7"/>
              </p:custDataLst>
            </p:nvPr>
          </p:nvPicPr>
          <p:blipFill>
            <a:blip r:embed="rId22" cstate="print">
              <a:extLst>
                <a:ext uri="{28A0092B-C50C-407E-A947-70E740481C1C}">
                  <a14:useLocalDpi xmlns:a14="http://schemas.microsoft.com/office/drawing/2010/main" val="0"/>
                </a:ext>
              </a:extLst>
            </a:blip>
            <a:stretch>
              <a:fillRect/>
            </a:stretch>
          </p:blipFill>
          <p:spPr>
            <a:xfrm>
              <a:off x="6799581" y="2921000"/>
              <a:ext cx="146304" cy="405384"/>
            </a:xfrm>
            <a:prstGeom prst="rect">
              <a:avLst/>
            </a:prstGeom>
            <a:grpFill/>
          </p:spPr>
        </p:pic>
        <p:pic>
          <p:nvPicPr>
            <p:cNvPr id="23" name="Picture 22"/>
            <p:cNvPicPr>
              <a:picLocks noChangeAspect="1"/>
            </p:cNvPicPr>
            <p:nvPr>
              <p:custDataLst>
                <p:tags r:id="rId8"/>
              </p:custDataLst>
            </p:nvPr>
          </p:nvPicPr>
          <p:blipFill>
            <a:blip r:embed="rId26" cstate="print">
              <a:extLst>
                <a:ext uri="{28A0092B-C50C-407E-A947-70E740481C1C}">
                  <a14:useLocalDpi xmlns:a14="http://schemas.microsoft.com/office/drawing/2010/main" val="0"/>
                </a:ext>
              </a:extLst>
            </a:blip>
            <a:stretch>
              <a:fillRect/>
            </a:stretch>
          </p:blipFill>
          <p:spPr>
            <a:xfrm>
              <a:off x="6959601" y="1345177"/>
              <a:ext cx="4914900" cy="832104"/>
            </a:xfrm>
            <a:prstGeom prst="rect">
              <a:avLst/>
            </a:prstGeom>
            <a:grpFill/>
          </p:spPr>
        </p:pic>
        <p:sp>
          <p:nvSpPr>
            <p:cNvPr id="36" name="TextBox 35"/>
            <p:cNvSpPr txBox="1"/>
            <p:nvPr/>
          </p:nvSpPr>
          <p:spPr>
            <a:xfrm>
              <a:off x="8344412" y="2242900"/>
              <a:ext cx="3665217" cy="748795"/>
            </a:xfrm>
            <a:prstGeom prst="rect">
              <a:avLst/>
            </a:prstGeom>
            <a:grpFill/>
          </p:spPr>
          <p:txBody>
            <a:bodyPr wrap="square" rtlCol="0">
              <a:spAutoFit/>
            </a:bodyPr>
            <a:lstStyle/>
            <a:p>
              <a:r>
                <a:rPr lang="en-US" sz="2133" dirty="0"/>
                <a:t>(</a:t>
              </a:r>
              <a:r>
                <a:rPr lang="en-US" sz="2133" dirty="0" err="1"/>
                <a:t>actualiza</a:t>
              </a:r>
              <a:r>
                <a:rPr lang="en-US" sz="2133" dirty="0"/>
                <a:t> </a:t>
              </a:r>
              <a:r>
                <a:rPr lang="en-US" sz="2133" dirty="0" err="1"/>
                <a:t>simultaneame</a:t>
              </a:r>
              <a:endParaRPr lang="en-US" sz="2133" dirty="0"/>
            </a:p>
            <a:p>
              <a:r>
                <a:rPr lang="en-US" sz="2133" dirty="0"/>
                <a:t>para                           )</a:t>
              </a:r>
            </a:p>
          </p:txBody>
        </p:sp>
        <p:pic>
          <p:nvPicPr>
            <p:cNvPr id="6" name="Picture 5"/>
            <p:cNvPicPr>
              <a:picLocks noChangeAspect="1"/>
            </p:cNvPicPr>
            <p:nvPr>
              <p:custDataLst>
                <p:tags r:id="rId9"/>
              </p:custDataLst>
            </p:nvPr>
          </p:nvPicPr>
          <p:blipFill>
            <a:blip r:embed="rId27" cstate="print">
              <a:extLst>
                <a:ext uri="{28A0092B-C50C-407E-A947-70E740481C1C}">
                  <a14:useLocalDpi xmlns:a14="http://schemas.microsoft.com/office/drawing/2010/main" val="0"/>
                </a:ext>
              </a:extLst>
            </a:blip>
            <a:stretch>
              <a:fillRect/>
            </a:stretch>
          </p:blipFill>
          <p:spPr>
            <a:xfrm>
              <a:off x="11560604" y="2342977"/>
              <a:ext cx="224028" cy="306324"/>
            </a:xfrm>
            <a:prstGeom prst="rect">
              <a:avLst/>
            </a:prstGeom>
            <a:grpFill/>
          </p:spPr>
        </p:pic>
        <p:pic>
          <p:nvPicPr>
            <p:cNvPr id="11" name="Picture 10"/>
            <p:cNvPicPr>
              <a:picLocks noChangeAspect="1"/>
            </p:cNvPicPr>
            <p:nvPr>
              <p:custDataLst>
                <p:tags r:id="rId10"/>
              </p:custDataLst>
            </p:nvPr>
          </p:nvPicPr>
          <p:blipFill>
            <a:blip r:embed="rId28" cstate="print">
              <a:extLst>
                <a:ext uri="{28A0092B-C50C-407E-A947-70E740481C1C}">
                  <a14:useLocalDpi xmlns:a14="http://schemas.microsoft.com/office/drawing/2010/main" val="0"/>
                </a:ext>
              </a:extLst>
            </a:blip>
            <a:stretch>
              <a:fillRect/>
            </a:stretch>
          </p:blipFill>
          <p:spPr>
            <a:xfrm>
              <a:off x="9108760" y="2742449"/>
              <a:ext cx="1379728" cy="235712"/>
            </a:xfrm>
            <a:prstGeom prst="rect">
              <a:avLst/>
            </a:prstGeom>
            <a:grpFill/>
          </p:spPr>
        </p:pic>
      </p:grpSp>
      <p:cxnSp>
        <p:nvCxnSpPr>
          <p:cNvPr id="40" name="Straight Connector 39"/>
          <p:cNvCxnSpPr/>
          <p:nvPr/>
        </p:nvCxnSpPr>
        <p:spPr>
          <a:xfrm flipH="1">
            <a:off x="6502400" y="3789040"/>
            <a:ext cx="5283200" cy="0"/>
          </a:xfrm>
          <a:prstGeom prst="line">
            <a:avLst/>
          </a:prstGeom>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0EDA44E6-65FF-4264-AE1E-6CA76CB7BD4A}"/>
              </a:ext>
            </a:extLst>
          </p:cNvPr>
          <p:cNvGrpSpPr/>
          <p:nvPr/>
        </p:nvGrpSpPr>
        <p:grpSpPr>
          <a:xfrm>
            <a:off x="6611233" y="3804897"/>
            <a:ext cx="4883284" cy="2901950"/>
            <a:chOff x="6796908" y="3632200"/>
            <a:chExt cx="4883284" cy="2901950"/>
          </a:xfrm>
          <a:solidFill>
            <a:schemeClr val="bg1"/>
          </a:solidFill>
        </p:grpSpPr>
        <p:pic>
          <p:nvPicPr>
            <p:cNvPr id="12" name="Picture 11"/>
            <p:cNvPicPr>
              <a:picLocks noChangeAspect="1"/>
            </p:cNvPicPr>
            <p:nvPr>
              <p:custDataLst>
                <p:tags r:id="rId1"/>
              </p:custDataLst>
            </p:nvPr>
          </p:nvPicPr>
          <p:blipFill>
            <a:blip r:embed="rId29" cstate="print">
              <a:extLst>
                <a:ext uri="{28A0092B-C50C-407E-A947-70E740481C1C}">
                  <a14:useLocalDpi xmlns:a14="http://schemas.microsoft.com/office/drawing/2010/main" val="0"/>
                </a:ext>
              </a:extLst>
            </a:blip>
            <a:stretch>
              <a:fillRect/>
            </a:stretch>
          </p:blipFill>
          <p:spPr>
            <a:xfrm>
              <a:off x="6799581" y="3632200"/>
              <a:ext cx="4880611" cy="832104"/>
            </a:xfrm>
            <a:prstGeom prst="rect">
              <a:avLst/>
            </a:prstGeom>
            <a:grpFill/>
          </p:spPr>
        </p:pic>
        <p:pic>
          <p:nvPicPr>
            <p:cNvPr id="17" name="Picture 16"/>
            <p:cNvPicPr>
              <a:picLocks noChangeAspect="1"/>
            </p:cNvPicPr>
            <p:nvPr>
              <p:custDataLst>
                <p:tags r:id="rId2"/>
              </p:custDataLst>
            </p:nvPr>
          </p:nvPicPr>
          <p:blipFill>
            <a:blip r:embed="rId30" cstate="print">
              <a:extLst>
                <a:ext uri="{28A0092B-C50C-407E-A947-70E740481C1C}">
                  <a14:useLocalDpi xmlns:a14="http://schemas.microsoft.com/office/drawing/2010/main" val="0"/>
                </a:ext>
              </a:extLst>
            </a:blip>
            <a:stretch>
              <a:fillRect/>
            </a:stretch>
          </p:blipFill>
          <p:spPr>
            <a:xfrm>
              <a:off x="6796908" y="4628896"/>
              <a:ext cx="4880611" cy="832104"/>
            </a:xfrm>
            <a:prstGeom prst="rect">
              <a:avLst/>
            </a:prstGeom>
            <a:grpFill/>
          </p:spPr>
        </p:pic>
        <p:pic>
          <p:nvPicPr>
            <p:cNvPr id="7" name="Picture 6"/>
            <p:cNvPicPr>
              <a:picLocks noChangeAspect="1"/>
            </p:cNvPicPr>
            <p:nvPr>
              <p:custDataLst>
                <p:tags r:id="rId3"/>
              </p:custDataLst>
            </p:nvPr>
          </p:nvPicPr>
          <p:blipFill>
            <a:blip r:embed="rId31" cstate="print">
              <a:extLst>
                <a:ext uri="{28A0092B-C50C-407E-A947-70E740481C1C}">
                  <a14:useLocalDpi xmlns:a14="http://schemas.microsoft.com/office/drawing/2010/main" val="0"/>
                </a:ext>
              </a:extLst>
            </a:blip>
            <a:stretch>
              <a:fillRect/>
            </a:stretch>
          </p:blipFill>
          <p:spPr>
            <a:xfrm>
              <a:off x="6796908" y="5543296"/>
              <a:ext cx="4880611" cy="832104"/>
            </a:xfrm>
            <a:prstGeom prst="rect">
              <a:avLst/>
            </a:prstGeom>
            <a:grpFill/>
          </p:spPr>
        </p:pic>
        <p:pic>
          <p:nvPicPr>
            <p:cNvPr id="54" name="Picture 53"/>
            <p:cNvPicPr>
              <a:picLocks noChangeAspect="1"/>
            </p:cNvPicPr>
            <p:nvPr>
              <p:custDataLst>
                <p:tags r:id="rId4"/>
              </p:custDataLst>
            </p:nvPr>
          </p:nvPicPr>
          <p:blipFill>
            <a:blip r:embed="rId32" cstate="print">
              <a:extLst>
                <a:ext uri="{28A0092B-C50C-407E-A947-70E740481C1C}">
                  <a14:useLocalDpi xmlns:a14="http://schemas.microsoft.com/office/drawing/2010/main" val="0"/>
                </a:ext>
              </a:extLst>
            </a:blip>
            <a:stretch>
              <a:fillRect/>
            </a:stretch>
          </p:blipFill>
          <p:spPr>
            <a:xfrm>
              <a:off x="6796908" y="6505575"/>
              <a:ext cx="253365" cy="28575"/>
            </a:xfrm>
            <a:prstGeom prst="rect">
              <a:avLst/>
            </a:prstGeom>
            <a:grpFill/>
          </p:spPr>
        </p:pic>
      </p:grpSp>
      <p:sp>
        <p:nvSpPr>
          <p:cNvPr id="4" name="Título 3">
            <a:extLst>
              <a:ext uri="{FF2B5EF4-FFF2-40B4-BE49-F238E27FC236}">
                <a16:creationId xmlns:a16="http://schemas.microsoft.com/office/drawing/2014/main" id="{20834629-A00D-4520-A8E0-77BBFA408727}"/>
              </a:ext>
            </a:extLst>
          </p:cNvPr>
          <p:cNvSpPr>
            <a:spLocks noGrp="1"/>
          </p:cNvSpPr>
          <p:nvPr>
            <p:ph type="title"/>
          </p:nvPr>
        </p:nvSpPr>
        <p:spPr>
          <a:xfrm>
            <a:off x="677334" y="370698"/>
            <a:ext cx="5774266" cy="1559702"/>
          </a:xfrm>
        </p:spPr>
        <p:txBody>
          <a:bodyPr>
            <a:normAutofit fontScale="90000"/>
          </a:bodyPr>
          <a:lstStyle/>
          <a:p>
            <a:r>
              <a:rPr lang="es-ES" dirty="0"/>
              <a:t>Descenso por el gradiente</a:t>
            </a:r>
            <a:br>
              <a:rPr lang="es-ES" dirty="0"/>
            </a:br>
            <a:r>
              <a:rPr lang="es-ES" dirty="0"/>
              <a:t>regresión lineal </a:t>
            </a:r>
            <a:br>
              <a:rPr lang="es-ES" dirty="0"/>
            </a:br>
            <a:r>
              <a:rPr lang="es-ES" dirty="0"/>
              <a:t>multivariable</a:t>
            </a:r>
            <a:endParaRPr lang="es-BO" dirty="0"/>
          </a:p>
        </p:txBody>
      </p:sp>
    </p:spTree>
    <p:extLst>
      <p:ext uri="{BB962C8B-B14F-4D97-AF65-F5344CB8AC3E}">
        <p14:creationId xmlns:p14="http://schemas.microsoft.com/office/powerpoint/2010/main" val="21331489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8000" y="1295401"/>
            <a:ext cx="6197600" cy="1023422"/>
          </a:xfrm>
          <a:prstGeom prst="rect">
            <a:avLst/>
          </a:prstGeom>
          <a:noFill/>
        </p:spPr>
        <p:txBody>
          <a:bodyPr wrap="square" rtlCol="0">
            <a:spAutoFit/>
          </a:bodyPr>
          <a:lstStyle/>
          <a:p>
            <a:pPr>
              <a:spcAft>
                <a:spcPts val="667"/>
              </a:spcAft>
            </a:pPr>
            <a:r>
              <a:rPr lang="en-US" sz="2667" dirty="0"/>
              <a:t>E.g</a:t>
            </a:r>
            <a:r>
              <a:rPr lang="en-US" sz="2400" dirty="0"/>
              <a:t>.       = </a:t>
            </a:r>
            <a:r>
              <a:rPr lang="en-US" sz="2400" dirty="0" err="1"/>
              <a:t>tamaño</a:t>
            </a:r>
            <a:r>
              <a:rPr lang="en-US" sz="2400" dirty="0"/>
              <a:t> (0-2000 m</a:t>
            </a:r>
            <a:r>
              <a:rPr lang="en-US" sz="2400" baseline="30000" dirty="0"/>
              <a:t>2</a:t>
            </a:r>
            <a:r>
              <a:rPr lang="en-US" sz="2400" dirty="0"/>
              <a:t>)</a:t>
            </a:r>
            <a:endParaRPr lang="en-US" sz="2400" dirty="0">
              <a:solidFill>
                <a:srgbClr val="000000"/>
              </a:solidFill>
            </a:endParaRPr>
          </a:p>
          <a:p>
            <a:pPr>
              <a:spcAft>
                <a:spcPts val="667"/>
              </a:spcAft>
            </a:pPr>
            <a:r>
              <a:rPr lang="en-US" sz="2400" dirty="0"/>
              <a:t>              = </a:t>
            </a:r>
            <a:r>
              <a:rPr lang="en-US" sz="2400" dirty="0" err="1"/>
              <a:t>número</a:t>
            </a:r>
            <a:r>
              <a:rPr lang="en-US" sz="2400" dirty="0"/>
              <a:t> de </a:t>
            </a:r>
            <a:r>
              <a:rPr lang="en-US" sz="2400" dirty="0" err="1"/>
              <a:t>habitaciones</a:t>
            </a:r>
            <a:r>
              <a:rPr lang="en-US" sz="2400" dirty="0"/>
              <a:t> (1-5</a:t>
            </a:r>
            <a:r>
              <a:rPr lang="en-US" sz="2800" dirty="0"/>
              <a:t>)</a:t>
            </a:r>
          </a:p>
        </p:txBody>
      </p:sp>
      <p:pic>
        <p:nvPicPr>
          <p:cNvPr id="9" name="Picture 8"/>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1219200" y="1498600"/>
            <a:ext cx="356616" cy="240792"/>
          </a:xfrm>
          <a:prstGeom prst="rect">
            <a:avLst/>
          </a:prstGeom>
        </p:spPr>
      </p:pic>
      <p:pic>
        <p:nvPicPr>
          <p:cNvPr id="11" name="Picture 10"/>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1219200" y="1991043"/>
            <a:ext cx="365760" cy="240792"/>
          </a:xfrm>
          <a:prstGeom prst="rect">
            <a:avLst/>
          </a:prstGeom>
        </p:spPr>
      </p:pic>
      <p:cxnSp>
        <p:nvCxnSpPr>
          <p:cNvPr id="14" name="Straight Connector 13"/>
          <p:cNvCxnSpPr/>
          <p:nvPr/>
        </p:nvCxnSpPr>
        <p:spPr>
          <a:xfrm>
            <a:off x="6299200" y="1498600"/>
            <a:ext cx="0" cy="4883016"/>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V="1">
            <a:off x="2269287" y="2575106"/>
            <a:ext cx="0" cy="4092865"/>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964488" y="6347460"/>
            <a:ext cx="2709113"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7936992" y="4217906"/>
            <a:ext cx="0" cy="2416959"/>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7632192" y="6347460"/>
            <a:ext cx="2641600"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51" name="Picture 50"/>
          <p:cNvPicPr>
            <a:picLocks noChangeAspect="1"/>
          </p:cNvPicPr>
          <p:nvPr>
            <p:custDataLst>
              <p:tags r:id="rId3"/>
            </p:custDataLst>
          </p:nvPr>
        </p:nvPicPr>
        <p:blipFill>
          <a:blip r:embed="rId15" cstate="print">
            <a:extLst>
              <a:ext uri="{28A0092B-C50C-407E-A947-70E740481C1C}">
                <a14:useLocalDpi xmlns:a14="http://schemas.microsoft.com/office/drawing/2010/main" val="0"/>
              </a:ext>
            </a:extLst>
          </a:blip>
          <a:stretch>
            <a:fillRect/>
          </a:stretch>
        </p:blipFill>
        <p:spPr>
          <a:xfrm>
            <a:off x="1444535" y="2834184"/>
            <a:ext cx="316992" cy="350520"/>
          </a:xfrm>
          <a:prstGeom prst="rect">
            <a:avLst/>
          </a:prstGeom>
        </p:spPr>
      </p:pic>
      <p:pic>
        <p:nvPicPr>
          <p:cNvPr id="53" name="Picture 52"/>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4978400" y="6172200"/>
            <a:ext cx="307848" cy="350520"/>
          </a:xfrm>
          <a:prstGeom prst="rect">
            <a:avLst/>
          </a:prstGeom>
        </p:spPr>
      </p:pic>
      <p:pic>
        <p:nvPicPr>
          <p:cNvPr id="54" name="Picture 53"/>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10476992" y="6187907"/>
            <a:ext cx="307848" cy="350520"/>
          </a:xfrm>
          <a:prstGeom prst="rect">
            <a:avLst/>
          </a:prstGeom>
        </p:spPr>
      </p:pic>
      <p:pic>
        <p:nvPicPr>
          <p:cNvPr id="56" name="Picture 55"/>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7315200" y="4217905"/>
            <a:ext cx="316992" cy="350520"/>
          </a:xfrm>
          <a:prstGeom prst="rect">
            <a:avLst/>
          </a:prstGeom>
        </p:spPr>
      </p:pic>
      <p:pic>
        <p:nvPicPr>
          <p:cNvPr id="62" name="Picture 61"/>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7333465" y="1296708"/>
            <a:ext cx="2612136" cy="600456"/>
          </a:xfrm>
          <a:prstGeom prst="rect">
            <a:avLst/>
          </a:prstGeom>
        </p:spPr>
      </p:pic>
      <p:pic>
        <p:nvPicPr>
          <p:cNvPr id="68" name="Picture 67"/>
          <p:cNvPicPr>
            <a:picLocks noChangeAspect="1"/>
          </p:cNvPicPr>
          <p:nvPr>
            <p:custDataLst>
              <p:tags r:id="rId8"/>
            </p:custDataLst>
          </p:nvPr>
        </p:nvPicPr>
        <p:blipFill>
          <a:blip r:embed="rId18" cstate="print">
            <a:extLst>
              <a:ext uri="{28A0092B-C50C-407E-A947-70E740481C1C}">
                <a14:useLocalDpi xmlns:a14="http://schemas.microsoft.com/office/drawing/2010/main" val="0"/>
              </a:ext>
            </a:extLst>
          </a:blip>
          <a:stretch>
            <a:fillRect/>
          </a:stretch>
        </p:blipFill>
        <p:spPr>
          <a:xfrm>
            <a:off x="7315200" y="2324885"/>
            <a:ext cx="4322064" cy="527304"/>
          </a:xfrm>
          <a:prstGeom prst="rect">
            <a:avLst/>
          </a:prstGeom>
        </p:spPr>
      </p:pic>
      <p:sp>
        <p:nvSpPr>
          <p:cNvPr id="69" name="Rectangle 68"/>
          <p:cNvSpPr/>
          <p:nvPr/>
        </p:nvSpPr>
        <p:spPr>
          <a:xfrm>
            <a:off x="458724" y="177800"/>
            <a:ext cx="9347200" cy="954107"/>
          </a:xfrm>
          <a:prstGeom prst="rect">
            <a:avLst/>
          </a:prstGeom>
        </p:spPr>
        <p:txBody>
          <a:bodyPr wrap="square">
            <a:spAutoFit/>
          </a:bodyPr>
          <a:lstStyle/>
          <a:p>
            <a:r>
              <a:rPr lang="en-US" sz="3200" b="1" dirty="0" err="1"/>
              <a:t>Escalado</a:t>
            </a:r>
            <a:r>
              <a:rPr lang="en-US" sz="3200" b="1" dirty="0"/>
              <a:t> de </a:t>
            </a:r>
            <a:r>
              <a:rPr lang="en-US" sz="3200" b="1" dirty="0" err="1"/>
              <a:t>características</a:t>
            </a:r>
            <a:endParaRPr lang="en-US" sz="3200" b="1" dirty="0"/>
          </a:p>
          <a:p>
            <a:r>
              <a:rPr lang="en-US" sz="2400" dirty="0"/>
              <a:t>Idea: </a:t>
            </a:r>
            <a:r>
              <a:rPr lang="es-ES" sz="2400" dirty="0"/>
              <a:t>Asegurar que las características estén en una escala similar.</a:t>
            </a:r>
            <a:endParaRPr lang="en-US" sz="2400" dirty="0"/>
          </a:p>
        </p:txBody>
      </p:sp>
      <p:pic>
        <p:nvPicPr>
          <p:cNvPr id="79" name="Picture 78"/>
          <p:cNvPicPr>
            <a:picLocks noChangeAspect="1"/>
          </p:cNvPicPr>
          <p:nvPr>
            <p:custDataLst>
              <p:tags r:id="rId9"/>
            </p:custDataLst>
          </p:nvPr>
        </p:nvPicPr>
        <p:blipFill>
          <a:blip r:embed="rId19" cstate="print">
            <a:extLst>
              <a:ext uri="{28A0092B-C50C-407E-A947-70E740481C1C}">
                <a14:useLocalDpi xmlns:a14="http://schemas.microsoft.com/office/drawing/2010/main" val="0"/>
              </a:ext>
            </a:extLst>
          </a:blip>
          <a:stretch>
            <a:fillRect/>
          </a:stretch>
        </p:blipFill>
        <p:spPr>
          <a:xfrm>
            <a:off x="4969256" y="2658924"/>
            <a:ext cx="713232" cy="408432"/>
          </a:xfrm>
          <a:prstGeom prst="rect">
            <a:avLst/>
          </a:prstGeom>
        </p:spPr>
      </p:pic>
      <p:sp>
        <p:nvSpPr>
          <p:cNvPr id="2" name="Rectangle 1"/>
          <p:cNvSpPr/>
          <p:nvPr/>
        </p:nvSpPr>
        <p:spPr>
          <a:xfrm>
            <a:off x="8284908" y="1295400"/>
            <a:ext cx="1669161" cy="33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0" name="Picture 79"/>
          <p:cNvPicPr>
            <a:picLocks noChangeAspect="1"/>
          </p:cNvPicPr>
          <p:nvPr>
            <p:custDataLst>
              <p:tags r:id="rId10"/>
            </p:custDataLst>
          </p:nvPr>
        </p:nvPicPr>
        <p:blipFill>
          <a:blip r:embed="rId19" cstate="print">
            <a:extLst>
              <a:ext uri="{28A0092B-C50C-407E-A947-70E740481C1C}">
                <a14:useLocalDpi xmlns:a14="http://schemas.microsoft.com/office/drawing/2010/main" val="0"/>
              </a:ext>
            </a:extLst>
          </a:blip>
          <a:stretch>
            <a:fillRect/>
          </a:stretch>
        </p:blipFill>
        <p:spPr>
          <a:xfrm>
            <a:off x="10273792" y="4364209"/>
            <a:ext cx="713232" cy="408432"/>
          </a:xfrm>
          <a:prstGeom prst="rect">
            <a:avLst/>
          </a:prstGeom>
        </p:spPr>
      </p:pic>
      <p:sp>
        <p:nvSpPr>
          <p:cNvPr id="65" name="Rectangle 64"/>
          <p:cNvSpPr/>
          <p:nvPr/>
        </p:nvSpPr>
        <p:spPr>
          <a:xfrm>
            <a:off x="8255598" y="1213830"/>
            <a:ext cx="1795511" cy="400110"/>
          </a:xfrm>
          <a:prstGeom prst="rect">
            <a:avLst/>
          </a:prstGeom>
          <a:noFill/>
        </p:spPr>
        <p:txBody>
          <a:bodyPr wrap="square">
            <a:spAutoFit/>
          </a:bodyPr>
          <a:lstStyle/>
          <a:p>
            <a:pPr algn="ctr"/>
            <a:r>
              <a:rPr lang="en-US" sz="2000" dirty="0" err="1"/>
              <a:t>Tamaño</a:t>
            </a:r>
            <a:r>
              <a:rPr lang="en-US" sz="2000" dirty="0"/>
              <a:t> (m</a:t>
            </a:r>
            <a:r>
              <a:rPr lang="en-US" sz="2000" baseline="30000" dirty="0"/>
              <a:t>2</a:t>
            </a:r>
            <a:r>
              <a:rPr lang="en-US" sz="2000" dirty="0"/>
              <a:t>)</a:t>
            </a:r>
            <a:endParaRPr lang="en-US" sz="2000" dirty="0">
              <a:solidFill>
                <a:srgbClr val="000000"/>
              </a:solidFill>
            </a:endParaRPr>
          </a:p>
        </p:txBody>
      </p:sp>
      <p:sp>
        <p:nvSpPr>
          <p:cNvPr id="3" name="Rectangle 2"/>
          <p:cNvSpPr/>
          <p:nvPr/>
        </p:nvSpPr>
        <p:spPr>
          <a:xfrm>
            <a:off x="8284907" y="2324886"/>
            <a:ext cx="3352357" cy="2502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Rectangle 65"/>
          <p:cNvSpPr/>
          <p:nvPr/>
        </p:nvSpPr>
        <p:spPr>
          <a:xfrm>
            <a:off x="8284907" y="2187691"/>
            <a:ext cx="3390240" cy="400110"/>
          </a:xfrm>
          <a:prstGeom prst="rect">
            <a:avLst/>
          </a:prstGeom>
          <a:noFill/>
        </p:spPr>
        <p:txBody>
          <a:bodyPr wrap="square">
            <a:spAutoFit/>
          </a:bodyPr>
          <a:lstStyle/>
          <a:p>
            <a:pPr algn="ctr"/>
            <a:r>
              <a:rPr lang="en-US" sz="2000" dirty="0" err="1"/>
              <a:t>Número</a:t>
            </a:r>
            <a:r>
              <a:rPr lang="en-US" sz="2000" dirty="0"/>
              <a:t> de </a:t>
            </a:r>
            <a:r>
              <a:rPr lang="en-US" sz="2000" dirty="0" err="1"/>
              <a:t>habitaciones</a:t>
            </a:r>
            <a:r>
              <a:rPr lang="en-US" sz="2000" dirty="0"/>
              <a:t> </a:t>
            </a:r>
            <a:endParaRPr lang="en-US" sz="2000" dirty="0">
              <a:solidFill>
                <a:srgbClr val="000000"/>
              </a:solidFill>
            </a:endParaRPr>
          </a:p>
        </p:txBody>
      </p:sp>
      <mc:AlternateContent xmlns:mc="http://schemas.openxmlformats.org/markup-compatibility/2006" xmlns:p14="http://schemas.microsoft.com/office/powerpoint/2010/main">
        <mc:Choice Requires="p14">
          <p:contentPart p14:bwMode="auto" r:id="rId20">
            <p14:nvContentPartPr>
              <p14:cNvPr id="4" name="Ink 3"/>
              <p14:cNvContentPartPr/>
              <p14:nvPr/>
            </p14:nvContentPartPr>
            <p14:xfrm>
              <a:off x="504480" y="2433224"/>
              <a:ext cx="10700640" cy="4092120"/>
            </p14:xfrm>
          </p:contentPart>
        </mc:Choice>
        <mc:Fallback xmlns="">
          <p:pic>
            <p:nvPicPr>
              <p:cNvPr id="4" name="Ink 3"/>
              <p:cNvPicPr/>
              <p:nvPr/>
            </p:nvPicPr>
            <p:blipFill>
              <a:blip r:embed="rId21"/>
              <a:stretch>
                <a:fillRect/>
              </a:stretch>
            </p:blipFill>
            <p:spPr>
              <a:xfrm>
                <a:off x="495120" y="2423864"/>
                <a:ext cx="10719360" cy="4110840"/>
              </a:xfrm>
              <a:prstGeom prst="rect">
                <a:avLst/>
              </a:prstGeom>
            </p:spPr>
          </p:pic>
        </mc:Fallback>
      </mc:AlternateContent>
    </p:spTree>
    <p:extLst>
      <p:ext uri="{BB962C8B-B14F-4D97-AF65-F5344CB8AC3E}">
        <p14:creationId xmlns:p14="http://schemas.microsoft.com/office/powerpoint/2010/main" val="98171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7608168" y="1943017"/>
            <a:ext cx="2100072" cy="335280"/>
          </a:xfrm>
          <a:prstGeom prst="rect">
            <a:avLst/>
          </a:prstGeom>
        </p:spPr>
      </p:pic>
      <p:sp>
        <p:nvSpPr>
          <p:cNvPr id="5" name="Título 4">
            <a:extLst>
              <a:ext uri="{FF2B5EF4-FFF2-40B4-BE49-F238E27FC236}">
                <a16:creationId xmlns:a16="http://schemas.microsoft.com/office/drawing/2014/main" id="{078D8815-B8ED-404A-8CC7-AAF6B4CDE697}"/>
              </a:ext>
            </a:extLst>
          </p:cNvPr>
          <p:cNvSpPr>
            <a:spLocks noGrp="1"/>
          </p:cNvSpPr>
          <p:nvPr>
            <p:ph type="title"/>
          </p:nvPr>
        </p:nvSpPr>
        <p:spPr/>
        <p:txBody>
          <a:bodyPr/>
          <a:lstStyle/>
          <a:p>
            <a:r>
              <a:rPr lang="es-BO" dirty="0"/>
              <a:t>Escalado de características</a:t>
            </a:r>
            <a:br>
              <a:rPr lang="es-BO" dirty="0"/>
            </a:br>
            <a:endParaRPr lang="es-BO" dirty="0"/>
          </a:p>
        </p:txBody>
      </p:sp>
      <p:sp>
        <p:nvSpPr>
          <p:cNvPr id="6" name="Marcador de contenido 5">
            <a:extLst>
              <a:ext uri="{FF2B5EF4-FFF2-40B4-BE49-F238E27FC236}">
                <a16:creationId xmlns:a16="http://schemas.microsoft.com/office/drawing/2014/main" id="{7E3A14BF-AE56-46E1-9935-7BCD8B949176}"/>
              </a:ext>
            </a:extLst>
          </p:cNvPr>
          <p:cNvSpPr>
            <a:spLocks noGrp="1"/>
          </p:cNvSpPr>
          <p:nvPr>
            <p:ph idx="1"/>
          </p:nvPr>
        </p:nvSpPr>
        <p:spPr/>
        <p:txBody>
          <a:bodyPr/>
          <a:lstStyle/>
          <a:p>
            <a:r>
              <a:rPr lang="es-ES" dirty="0"/>
              <a:t>Obtener cada característica en aproximadamente un rango.</a:t>
            </a:r>
            <a:endParaRPr lang="es-BO" dirty="0"/>
          </a:p>
        </p:txBody>
      </p:sp>
      <mc:AlternateContent xmlns:mc="http://schemas.openxmlformats.org/markup-compatibility/2006" xmlns:p14="http://schemas.microsoft.com/office/powerpoint/2010/main">
        <mc:Choice Requires="p14">
          <p:contentPart p14:bwMode="auto" r:id="rId5">
            <p14:nvContentPartPr>
              <p14:cNvPr id="4" name="Ink 3"/>
              <p14:cNvContentPartPr/>
              <p14:nvPr/>
            </p14:nvContentPartPr>
            <p14:xfrm>
              <a:off x="839416" y="2636912"/>
              <a:ext cx="10225440" cy="4065480"/>
            </p14:xfrm>
          </p:contentPart>
        </mc:Choice>
        <mc:Fallback xmlns="">
          <p:pic>
            <p:nvPicPr>
              <p:cNvPr id="4" name="Ink 3"/>
              <p:cNvPicPr/>
              <p:nvPr/>
            </p:nvPicPr>
            <p:blipFill>
              <a:blip r:embed="rId6"/>
              <a:stretch>
                <a:fillRect/>
              </a:stretch>
            </p:blipFill>
            <p:spPr>
              <a:xfrm>
                <a:off x="830056" y="2627552"/>
                <a:ext cx="10244160" cy="4084200"/>
              </a:xfrm>
              <a:prstGeom prst="rect">
                <a:avLst/>
              </a:prstGeom>
            </p:spPr>
          </p:pic>
        </mc:Fallback>
      </mc:AlternateContent>
    </p:spTree>
    <p:extLst>
      <p:ext uri="{BB962C8B-B14F-4D97-AF65-F5344CB8AC3E}">
        <p14:creationId xmlns:p14="http://schemas.microsoft.com/office/powerpoint/2010/main" val="2015575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2873A32-6B2B-46B2-9C95-F8A1AFECB152}"/>
              </a:ext>
            </a:extLst>
          </p:cNvPr>
          <p:cNvSpPr>
            <a:spLocks noGrp="1"/>
          </p:cNvSpPr>
          <p:nvPr>
            <p:ph type="title"/>
          </p:nvPr>
        </p:nvSpPr>
        <p:spPr/>
        <p:txBody>
          <a:bodyPr/>
          <a:lstStyle/>
          <a:p>
            <a:r>
              <a:rPr lang="es-BO" dirty="0"/>
              <a:t>Normalización media</a:t>
            </a:r>
          </a:p>
        </p:txBody>
      </p:sp>
      <p:sp>
        <p:nvSpPr>
          <p:cNvPr id="5" name="Marcador de contenido 4">
            <a:extLst>
              <a:ext uri="{FF2B5EF4-FFF2-40B4-BE49-F238E27FC236}">
                <a16:creationId xmlns:a16="http://schemas.microsoft.com/office/drawing/2014/main" id="{A600BFA8-4D38-4D26-893E-7C8919626E0C}"/>
              </a:ext>
            </a:extLst>
          </p:cNvPr>
          <p:cNvSpPr>
            <a:spLocks noGrp="1"/>
          </p:cNvSpPr>
          <p:nvPr>
            <p:ph idx="1"/>
          </p:nvPr>
        </p:nvSpPr>
        <p:spPr>
          <a:xfrm>
            <a:off x="677334" y="3436659"/>
            <a:ext cx="8596668" cy="3232701"/>
          </a:xfrm>
        </p:spPr>
        <p:txBody>
          <a:bodyPr/>
          <a:lstStyle/>
          <a:p>
            <a:r>
              <a:rPr lang="es-ES" dirty="0"/>
              <a:t>Reemplazar       con                    para que las funciones tengan una media de aproximadamente cero   (No aplicar a                   ).</a:t>
            </a:r>
            <a:endParaRPr lang="es-BO" dirty="0"/>
          </a:p>
        </p:txBody>
      </p:sp>
      <p:pic>
        <p:nvPicPr>
          <p:cNvPr id="22" name="Picture 21"/>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1998980" y="3477733"/>
            <a:ext cx="269240" cy="203200"/>
          </a:xfrm>
          <a:prstGeom prst="rect">
            <a:avLst/>
          </a:prstGeom>
        </p:spPr>
      </p:pic>
      <p:pic>
        <p:nvPicPr>
          <p:cNvPr id="23" name="Picture 22"/>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2783632" y="3491432"/>
            <a:ext cx="998220" cy="223520"/>
          </a:xfrm>
          <a:prstGeom prst="rect">
            <a:avLst/>
          </a:prstGeom>
        </p:spPr>
      </p:pic>
      <p:pic>
        <p:nvPicPr>
          <p:cNvPr id="24" name="Picture 23"/>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4734312" y="3775058"/>
            <a:ext cx="929640" cy="281940"/>
          </a:xfrm>
          <a:prstGeom prst="rect">
            <a:avLst/>
          </a:prstGeom>
        </p:spPr>
      </p:pic>
      <p:pic>
        <p:nvPicPr>
          <p:cNvPr id="15" name="Picture 14"/>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2133600" y="5120772"/>
            <a:ext cx="3060192" cy="527304"/>
          </a:xfrm>
          <a:prstGeom prst="rect">
            <a:avLst/>
          </a:prstGeom>
        </p:spPr>
      </p:pic>
      <p:pic>
        <p:nvPicPr>
          <p:cNvPr id="27" name="Picture 26"/>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3374136" y="5961997"/>
            <a:ext cx="4843780" cy="292100"/>
          </a:xfrm>
          <a:prstGeom prst="rect">
            <a:avLst/>
          </a:prstGeom>
        </p:spPr>
      </p:pic>
      <p:pic>
        <p:nvPicPr>
          <p:cNvPr id="10" name="Picture 9"/>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2133600" y="4310028"/>
            <a:ext cx="2481072" cy="496824"/>
          </a:xfrm>
          <a:prstGeom prst="rect">
            <a:avLst/>
          </a:prstGeom>
        </p:spPr>
      </p:pic>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46EBF87-304D-443C-A372-70EE537AB7A6}"/>
                  </a:ext>
                </a:extLst>
              </p:cNvPr>
              <p:cNvSpPr txBox="1"/>
              <p:nvPr/>
            </p:nvSpPr>
            <p:spPr>
              <a:xfrm>
                <a:off x="4383159" y="1925812"/>
                <a:ext cx="1712841" cy="6949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BO" sz="2400" i="1" smtClean="0">
                              <a:latin typeface="Cambria Math" panose="02040503050406030204" pitchFamily="18" charset="0"/>
                            </a:rPr>
                          </m:ctrlPr>
                        </m:sSubPr>
                        <m:e>
                          <m:r>
                            <a:rPr lang="es-ES" sz="2400" b="0" i="1" smtClean="0">
                              <a:latin typeface="Cambria Math" panose="02040503050406030204" pitchFamily="18" charset="0"/>
                            </a:rPr>
                            <m:t>𝑥</m:t>
                          </m:r>
                        </m:e>
                        <m:sub>
                          <m:r>
                            <a:rPr lang="es-ES" sz="2400" b="0" i="1" smtClean="0">
                              <a:latin typeface="Cambria Math" panose="02040503050406030204" pitchFamily="18" charset="0"/>
                            </a:rPr>
                            <m:t>𝑖</m:t>
                          </m:r>
                        </m:sub>
                      </m:sSub>
                      <m:r>
                        <a:rPr lang="es-ES" sz="2400" b="0" i="1" smtClean="0">
                          <a:latin typeface="Cambria Math" panose="02040503050406030204" pitchFamily="18" charset="0"/>
                        </a:rPr>
                        <m:t>=</m:t>
                      </m:r>
                      <m:f>
                        <m:fPr>
                          <m:ctrlPr>
                            <a:rPr lang="es-ES" sz="2400" b="0" i="1" smtClean="0">
                              <a:latin typeface="Cambria Math" panose="02040503050406030204" pitchFamily="18" charset="0"/>
                            </a:rPr>
                          </m:ctrlPr>
                        </m:fPr>
                        <m:num>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𝑥</m:t>
                              </m:r>
                            </m:e>
                            <m:sub>
                              <m:r>
                                <a:rPr lang="es-ES" sz="2400" b="0" i="1" smtClean="0">
                                  <a:latin typeface="Cambria Math" panose="02040503050406030204" pitchFamily="18" charset="0"/>
                                </a:rPr>
                                <m:t>𝑖</m:t>
                              </m:r>
                            </m:sub>
                          </m:sSub>
                          <m:r>
                            <a:rPr lang="es-ES" sz="2400" b="0" i="1" smtClean="0">
                              <a:latin typeface="Cambria Math" panose="02040503050406030204" pitchFamily="18" charset="0"/>
                            </a:rPr>
                            <m:t>− </m:t>
                          </m:r>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𝜇</m:t>
                              </m:r>
                            </m:e>
                            <m:sub>
                              <m:r>
                                <a:rPr lang="es-ES" sz="2400" b="0" i="1" smtClean="0">
                                  <a:latin typeface="Cambria Math" panose="02040503050406030204" pitchFamily="18" charset="0"/>
                                </a:rPr>
                                <m:t>𝑖</m:t>
                              </m:r>
                            </m:sub>
                          </m:sSub>
                        </m:num>
                        <m:den>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ea typeface="Cambria Math" panose="02040503050406030204" pitchFamily="18" charset="0"/>
                                </a:rPr>
                                <m:t>𝜎</m:t>
                              </m:r>
                            </m:e>
                            <m:sub>
                              <m:r>
                                <a:rPr lang="es-ES" sz="2400" b="0" i="1" smtClean="0">
                                  <a:latin typeface="Cambria Math" panose="02040503050406030204" pitchFamily="18" charset="0"/>
                                </a:rPr>
                                <m:t>𝑖</m:t>
                              </m:r>
                            </m:sub>
                          </m:sSub>
                        </m:den>
                      </m:f>
                    </m:oMath>
                  </m:oMathPara>
                </a14:m>
                <a:endParaRPr lang="es-BO" sz="2400" dirty="0"/>
              </a:p>
            </p:txBody>
          </p:sp>
        </mc:Choice>
        <mc:Fallback xmlns="">
          <p:sp>
            <p:nvSpPr>
              <p:cNvPr id="7" name="CuadroTexto 6">
                <a:extLst>
                  <a:ext uri="{FF2B5EF4-FFF2-40B4-BE49-F238E27FC236}">
                    <a16:creationId xmlns:a16="http://schemas.microsoft.com/office/drawing/2014/main" id="{746EBF87-304D-443C-A372-70EE537AB7A6}"/>
                  </a:ext>
                </a:extLst>
              </p:cNvPr>
              <p:cNvSpPr txBox="1">
                <a:spLocks noRot="1" noChangeAspect="1" noMove="1" noResize="1" noEditPoints="1" noAdjustHandles="1" noChangeArrowheads="1" noChangeShapeType="1" noTextEdit="1"/>
              </p:cNvSpPr>
              <p:nvPr/>
            </p:nvSpPr>
            <p:spPr>
              <a:xfrm>
                <a:off x="4383159" y="1925812"/>
                <a:ext cx="1712841" cy="694934"/>
              </a:xfrm>
              <a:prstGeom prst="rect">
                <a:avLst/>
              </a:prstGeom>
              <a:blipFill>
                <a:blip r:embed="rId15"/>
                <a:stretch>
                  <a:fillRect/>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F75F9414-AE27-46E9-9028-7DC16BD1DFC3}"/>
                  </a:ext>
                </a:extLst>
              </p:cNvPr>
              <p:cNvSpPr txBox="1"/>
              <p:nvPr/>
            </p:nvSpPr>
            <p:spPr>
              <a:xfrm>
                <a:off x="820139" y="2760673"/>
                <a:ext cx="10756086" cy="646331"/>
              </a:xfrm>
              <a:prstGeom prst="rect">
                <a:avLst/>
              </a:prstGeom>
              <a:noFill/>
            </p:spPr>
            <p:txBody>
              <a:bodyPr wrap="none" rtlCol="0">
                <a:spAutoFit/>
              </a:bodyPr>
              <a:lstStyle/>
              <a:p>
                <a:r>
                  <a:rPr lang="es-ES" dirty="0"/>
                  <a:t>Donde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𝜇</m:t>
                        </m:r>
                      </m:e>
                      <m:sub>
                        <m:r>
                          <a:rPr lang="es-ES" i="1">
                            <a:latin typeface="Cambria Math" panose="02040503050406030204" pitchFamily="18" charset="0"/>
                          </a:rPr>
                          <m:t>𝑖</m:t>
                        </m:r>
                      </m:sub>
                    </m:sSub>
                  </m:oMath>
                </a14:m>
                <a:r>
                  <a:rPr lang="es-BO" dirty="0"/>
                  <a:t> es el promedio de los valores de la característica i,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𝜎</m:t>
                        </m:r>
                      </m:e>
                      <m:sub>
                        <m:r>
                          <a:rPr lang="es-ES" i="1">
                            <a:latin typeface="Cambria Math" panose="02040503050406030204" pitchFamily="18" charset="0"/>
                          </a:rPr>
                          <m:t>𝑖</m:t>
                        </m:r>
                      </m:sub>
                    </m:sSub>
                  </m:oMath>
                </a14:m>
                <a:r>
                  <a:rPr lang="es-BO" dirty="0"/>
                  <a:t> es la desviación estándar, considerada</a:t>
                </a:r>
              </a:p>
              <a:p>
                <a:r>
                  <a:rPr lang="es-BO" dirty="0"/>
                  <a:t>Como la diferencia del mayor valor – menor valor entre los valores de la característica i. </a:t>
                </a:r>
              </a:p>
            </p:txBody>
          </p:sp>
        </mc:Choice>
        <mc:Fallback xmlns="">
          <p:sp>
            <p:nvSpPr>
              <p:cNvPr id="8" name="CuadroTexto 7">
                <a:extLst>
                  <a:ext uri="{FF2B5EF4-FFF2-40B4-BE49-F238E27FC236}">
                    <a16:creationId xmlns:a16="http://schemas.microsoft.com/office/drawing/2014/main" id="{F75F9414-AE27-46E9-9028-7DC16BD1DFC3}"/>
                  </a:ext>
                </a:extLst>
              </p:cNvPr>
              <p:cNvSpPr txBox="1">
                <a:spLocks noRot="1" noChangeAspect="1" noMove="1" noResize="1" noEditPoints="1" noAdjustHandles="1" noChangeArrowheads="1" noChangeShapeType="1" noTextEdit="1"/>
              </p:cNvSpPr>
              <p:nvPr/>
            </p:nvSpPr>
            <p:spPr>
              <a:xfrm>
                <a:off x="820139" y="2760673"/>
                <a:ext cx="10756086" cy="646331"/>
              </a:xfrm>
              <a:prstGeom prst="rect">
                <a:avLst/>
              </a:prstGeom>
              <a:blipFill>
                <a:blip r:embed="rId16"/>
                <a:stretch>
                  <a:fillRect l="-510" t="-6604" b="-13208"/>
                </a:stretch>
              </a:blipFill>
            </p:spPr>
            <p:txBody>
              <a:bodyPr/>
              <a:lstStyle/>
              <a:p>
                <a:r>
                  <a:rPr lang="es-BO">
                    <a:noFill/>
                  </a:rPr>
                  <a:t> </a:t>
                </a:r>
              </a:p>
            </p:txBody>
          </p:sp>
        </mc:Fallback>
      </mc:AlternateContent>
    </p:spTree>
    <p:extLst>
      <p:ext uri="{BB962C8B-B14F-4D97-AF65-F5344CB8AC3E}">
        <p14:creationId xmlns:p14="http://schemas.microsoft.com/office/powerpoint/2010/main" val="26119893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DE99F391-5473-414C-96AF-2A7E4B093BDD}"/>
              </a:ext>
            </a:extLst>
          </p:cNvPr>
          <p:cNvSpPr>
            <a:spLocks noGrp="1"/>
          </p:cNvSpPr>
          <p:nvPr>
            <p:ph type="title"/>
          </p:nvPr>
        </p:nvSpPr>
        <p:spPr/>
        <p:txBody>
          <a:bodyPr/>
          <a:lstStyle/>
          <a:p>
            <a:r>
              <a:rPr lang="es-ES" dirty="0"/>
              <a:t>Descenso por el gradiente</a:t>
            </a:r>
            <a:endParaRPr lang="es-BO" dirty="0"/>
          </a:p>
        </p:txBody>
      </p:sp>
      <p:sp>
        <p:nvSpPr>
          <p:cNvPr id="6" name="Marcador de contenido 5">
            <a:extLst>
              <a:ext uri="{FF2B5EF4-FFF2-40B4-BE49-F238E27FC236}">
                <a16:creationId xmlns:a16="http://schemas.microsoft.com/office/drawing/2014/main" id="{22B55DFC-12F2-43A9-B674-4E01C6B1D7D0}"/>
              </a:ext>
            </a:extLst>
          </p:cNvPr>
          <p:cNvSpPr>
            <a:spLocks noGrp="1"/>
          </p:cNvSpPr>
          <p:nvPr>
            <p:ph idx="1"/>
          </p:nvPr>
        </p:nvSpPr>
        <p:spPr>
          <a:xfrm>
            <a:off x="551384" y="3068960"/>
            <a:ext cx="11305256" cy="2972402"/>
          </a:xfrm>
        </p:spPr>
        <p:txBody>
          <a:bodyPr>
            <a:normAutofit/>
          </a:bodyPr>
          <a:lstStyle/>
          <a:p>
            <a:r>
              <a:rPr lang="es-ES" sz="2400" dirty="0"/>
              <a:t>"Depuración": cómo asegurarse de que el descenso de gradiente funciona correctamente.</a:t>
            </a:r>
          </a:p>
          <a:p>
            <a:r>
              <a:rPr lang="es-ES" sz="2400" dirty="0"/>
              <a:t>Como elegir un coeficiente de aprendizaje adecuado </a:t>
            </a:r>
            <a:endParaRPr lang="es-BO" sz="2400" dirty="0"/>
          </a:p>
        </p:txBody>
      </p:sp>
      <p:pic>
        <p:nvPicPr>
          <p:cNvPr id="2" name="Picture 1"/>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3903788" y="2037385"/>
            <a:ext cx="4600448" cy="776224"/>
          </a:xfrm>
          <a:prstGeom prst="rect">
            <a:avLst/>
          </a:prstGeom>
        </p:spPr>
      </p:pic>
      <p:pic>
        <p:nvPicPr>
          <p:cNvPr id="7" name="Picture 6"/>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7248128" y="3645024"/>
            <a:ext cx="304800" cy="243840"/>
          </a:xfrm>
          <a:prstGeom prst="rect">
            <a:avLst/>
          </a:prstGeom>
        </p:spPr>
      </p:pic>
    </p:spTree>
    <p:extLst>
      <p:ext uri="{BB962C8B-B14F-4D97-AF65-F5344CB8AC3E}">
        <p14:creationId xmlns:p14="http://schemas.microsoft.com/office/powerpoint/2010/main" val="17057691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06741" y="3695424"/>
            <a:ext cx="4064000" cy="1761764"/>
          </a:xfrm>
          <a:prstGeom prst="rect">
            <a:avLst/>
          </a:prstGeom>
        </p:spPr>
        <p:txBody>
          <a:bodyPr wrap="square">
            <a:spAutoFit/>
          </a:bodyPr>
          <a:lstStyle/>
          <a:p>
            <a:pPr>
              <a:lnSpc>
                <a:spcPts val="4480"/>
              </a:lnSpc>
            </a:pPr>
            <a:r>
              <a:rPr lang="en-US" sz="2800" dirty="0"/>
              <a:t>Es </a:t>
            </a:r>
            <a:r>
              <a:rPr lang="en-US" sz="2800" dirty="0" err="1"/>
              <a:t>convergente</a:t>
            </a:r>
            <a:r>
              <a:rPr lang="en-US" sz="2800" dirty="0"/>
              <a:t> </a:t>
            </a:r>
            <a:r>
              <a:rPr lang="en-US" sz="2800" dirty="0" err="1"/>
              <a:t>si</a:t>
            </a:r>
            <a:r>
              <a:rPr lang="en-US" sz="2800" dirty="0"/>
              <a:t>      </a:t>
            </a:r>
            <a:r>
              <a:rPr lang="en-US" sz="2800" dirty="0" err="1"/>
              <a:t>decrese</a:t>
            </a:r>
            <a:r>
              <a:rPr lang="en-US" sz="2800" dirty="0"/>
              <a:t> </a:t>
            </a:r>
            <a:r>
              <a:rPr lang="en-US" sz="2800" dirty="0" err="1"/>
              <a:t>por</a:t>
            </a:r>
            <a:r>
              <a:rPr lang="en-US" sz="2800" dirty="0"/>
              <a:t> lo </a:t>
            </a:r>
            <a:r>
              <a:rPr lang="en-US" sz="2800" dirty="0" err="1"/>
              <a:t>menos</a:t>
            </a:r>
            <a:endParaRPr lang="en-US" sz="2800" dirty="0"/>
          </a:p>
          <a:p>
            <a:pPr>
              <a:lnSpc>
                <a:spcPts val="4480"/>
              </a:lnSpc>
            </a:pPr>
            <a:r>
              <a:rPr lang="en-US" sz="2800" dirty="0" err="1"/>
              <a:t>en</a:t>
            </a:r>
            <a:r>
              <a:rPr lang="en-US" sz="2800" dirty="0"/>
              <a:t> una </a:t>
            </a:r>
            <a:r>
              <a:rPr lang="en-US" sz="2800" dirty="0" err="1"/>
              <a:t>iteración</a:t>
            </a:r>
            <a:r>
              <a:rPr lang="en-US" sz="2800" dirty="0"/>
              <a:t>.</a:t>
            </a:r>
          </a:p>
        </p:txBody>
      </p:sp>
      <p:sp>
        <p:nvSpPr>
          <p:cNvPr id="17" name="TextBox 16"/>
          <p:cNvSpPr txBox="1"/>
          <p:nvPr/>
        </p:nvSpPr>
        <p:spPr>
          <a:xfrm>
            <a:off x="6705601" y="1938923"/>
            <a:ext cx="4695804" cy="1773562"/>
          </a:xfrm>
          <a:prstGeom prst="rect">
            <a:avLst/>
          </a:prstGeom>
          <a:noFill/>
        </p:spPr>
        <p:txBody>
          <a:bodyPr wrap="square" rtlCol="0">
            <a:spAutoFit/>
          </a:bodyPr>
          <a:lstStyle/>
          <a:p>
            <a:pPr>
              <a:lnSpc>
                <a:spcPts val="4480"/>
              </a:lnSpc>
            </a:pPr>
            <a:r>
              <a:rPr lang="en-US" sz="3200" dirty="0" err="1"/>
              <a:t>Ejemplo</a:t>
            </a:r>
            <a:r>
              <a:rPr lang="en-US" sz="3200" dirty="0"/>
              <a:t> de </a:t>
            </a:r>
            <a:r>
              <a:rPr lang="en-US" sz="3200" dirty="0" err="1"/>
              <a:t>testeo</a:t>
            </a:r>
            <a:r>
              <a:rPr lang="en-US" sz="3200" dirty="0"/>
              <a:t> de </a:t>
            </a:r>
            <a:r>
              <a:rPr lang="en-US" sz="3200" dirty="0" err="1"/>
              <a:t>convergencia</a:t>
            </a:r>
            <a:r>
              <a:rPr lang="en-US" sz="3200" dirty="0"/>
              <a:t> </a:t>
            </a:r>
            <a:r>
              <a:rPr lang="en-US" sz="3200" dirty="0" err="1"/>
              <a:t>automatica</a:t>
            </a:r>
            <a:r>
              <a:rPr lang="en-US" sz="3200" dirty="0"/>
              <a:t>:</a:t>
            </a:r>
          </a:p>
        </p:txBody>
      </p:sp>
      <p:graphicFrame>
        <p:nvGraphicFramePr>
          <p:cNvPr id="10" name="Chart 9"/>
          <p:cNvGraphicFramePr>
            <a:graphicFrameLocks/>
          </p:cNvGraphicFramePr>
          <p:nvPr/>
        </p:nvGraphicFramePr>
        <p:xfrm>
          <a:off x="914401" y="1992102"/>
          <a:ext cx="5155409" cy="3822701"/>
        </p:xfrm>
        <a:graphic>
          <a:graphicData uri="http://schemas.openxmlformats.org/drawingml/2006/chart">
            <c:chart xmlns:c="http://schemas.openxmlformats.org/drawingml/2006/chart" xmlns:r="http://schemas.openxmlformats.org/officeDocument/2006/relationships" r:id="rId6"/>
          </a:graphicData>
        </a:graphic>
      </p:graphicFrame>
      <p:pic>
        <p:nvPicPr>
          <p:cNvPr id="14" name="Picture 13"/>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110751" y="1346084"/>
            <a:ext cx="1472184" cy="576072"/>
          </a:xfrm>
          <a:prstGeom prst="rect">
            <a:avLst/>
          </a:prstGeom>
        </p:spPr>
      </p:pic>
      <p:pic>
        <p:nvPicPr>
          <p:cNvPr id="15" name="Picture 14"/>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9703248" y="3878603"/>
            <a:ext cx="713232" cy="408432"/>
          </a:xfrm>
          <a:prstGeom prst="rect">
            <a:avLst/>
          </a:prstGeom>
        </p:spPr>
      </p:pic>
      <p:pic>
        <p:nvPicPr>
          <p:cNvPr id="19" name="Picture 18"/>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0200456" y="4424795"/>
            <a:ext cx="768096" cy="347472"/>
          </a:xfrm>
          <a:prstGeom prst="rect">
            <a:avLst/>
          </a:prstGeom>
        </p:spPr>
      </p:pic>
      <p:cxnSp>
        <p:nvCxnSpPr>
          <p:cNvPr id="20" name="Straight Connector 19"/>
          <p:cNvCxnSpPr/>
          <p:nvPr/>
        </p:nvCxnSpPr>
        <p:spPr>
          <a:xfrm>
            <a:off x="6299200" y="1498600"/>
            <a:ext cx="0" cy="4883016"/>
          </a:xfrm>
          <a:prstGeom prst="line">
            <a:avLst/>
          </a:prstGeom>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1117601" y="5664685"/>
            <a:ext cx="4695804" cy="615425"/>
          </a:xfrm>
          <a:prstGeom prst="rect">
            <a:avLst/>
          </a:prstGeom>
          <a:noFill/>
        </p:spPr>
        <p:txBody>
          <a:bodyPr wrap="square" rtlCol="0">
            <a:spAutoFit/>
          </a:bodyPr>
          <a:lstStyle/>
          <a:p>
            <a:pPr algn="ctr">
              <a:lnSpc>
                <a:spcPts val="4480"/>
              </a:lnSpc>
            </a:pPr>
            <a:r>
              <a:rPr lang="en-US" sz="2667" dirty="0"/>
              <a:t>No. of iterations</a:t>
            </a:r>
          </a:p>
        </p:txBody>
      </p:sp>
      <p:sp>
        <p:nvSpPr>
          <p:cNvPr id="4" name="Título 3">
            <a:extLst>
              <a:ext uri="{FF2B5EF4-FFF2-40B4-BE49-F238E27FC236}">
                <a16:creationId xmlns:a16="http://schemas.microsoft.com/office/drawing/2014/main" id="{766E0D8B-A93E-44C1-A7F6-3D8054F7C720}"/>
              </a:ext>
            </a:extLst>
          </p:cNvPr>
          <p:cNvSpPr>
            <a:spLocks noGrp="1"/>
          </p:cNvSpPr>
          <p:nvPr>
            <p:ph type="title"/>
          </p:nvPr>
        </p:nvSpPr>
        <p:spPr>
          <a:xfrm>
            <a:off x="677333" y="95280"/>
            <a:ext cx="10093407" cy="1361033"/>
          </a:xfrm>
        </p:spPr>
        <p:txBody>
          <a:bodyPr/>
          <a:lstStyle/>
          <a:p>
            <a:r>
              <a:rPr lang="es-ES" dirty="0"/>
              <a:t>Asegurar que el descenso por el gradiente funcione correctamente</a:t>
            </a:r>
            <a:endParaRPr lang="es-BO" dirty="0"/>
          </a:p>
        </p:txBody>
      </p:sp>
      <mc:AlternateContent xmlns:mc="http://schemas.openxmlformats.org/markup-compatibility/2006" xmlns:p14="http://schemas.microsoft.com/office/powerpoint/2010/main">
        <mc:Choice Requires="p14">
          <p:contentPart p14:bwMode="auto" r:id="rId10">
            <p14:nvContentPartPr>
              <p14:cNvPr id="3" name="Ink 2"/>
              <p14:cNvContentPartPr/>
              <p14:nvPr/>
            </p14:nvContentPartPr>
            <p14:xfrm>
              <a:off x="913800" y="2288760"/>
              <a:ext cx="5098680" cy="4473720"/>
            </p14:xfrm>
          </p:contentPart>
        </mc:Choice>
        <mc:Fallback xmlns="">
          <p:pic>
            <p:nvPicPr>
              <p:cNvPr id="3" name="Ink 2"/>
              <p:cNvPicPr/>
              <p:nvPr/>
            </p:nvPicPr>
            <p:blipFill>
              <a:blip r:embed="rId11"/>
              <a:stretch>
                <a:fillRect/>
              </a:stretch>
            </p:blipFill>
            <p:spPr>
              <a:xfrm>
                <a:off x="313680" y="1106160"/>
                <a:ext cx="11301600" cy="5665921"/>
              </a:xfrm>
              <a:prstGeom prst="rect">
                <a:avLst/>
              </a:prstGeom>
            </p:spPr>
          </p:pic>
        </mc:Fallback>
      </mc:AlternateContent>
    </p:spTree>
    <p:extLst>
      <p:ext uri="{BB962C8B-B14F-4D97-AF65-F5344CB8AC3E}">
        <p14:creationId xmlns:p14="http://schemas.microsoft.com/office/powerpoint/2010/main" val="8320339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542220" y="5454380"/>
            <a:ext cx="11518055" cy="830997"/>
          </a:xfrm>
          <a:prstGeom prst="rect">
            <a:avLst/>
          </a:prstGeom>
          <a:noFill/>
        </p:spPr>
        <p:txBody>
          <a:bodyPr wrap="square" rtlCol="0">
            <a:spAutoFit/>
          </a:bodyPr>
          <a:lstStyle/>
          <a:p>
            <a:pPr marL="457189" indent="-457189">
              <a:buFontTx/>
              <a:buChar char="-"/>
            </a:pPr>
            <a:r>
              <a:rPr lang="en-US" sz="2400" dirty="0"/>
              <a:t>Para un </a:t>
            </a:r>
            <a:r>
              <a:rPr lang="en-US" sz="2400" dirty="0" err="1"/>
              <a:t>suficiente</a:t>
            </a:r>
            <a:r>
              <a:rPr lang="en-US" sz="2400" dirty="0"/>
              <a:t> </a:t>
            </a:r>
            <a:r>
              <a:rPr lang="en-US" sz="2400" dirty="0" err="1"/>
              <a:t>pequeño</a:t>
            </a:r>
            <a:r>
              <a:rPr lang="en-US" sz="2400" dirty="0"/>
              <a:t>      ,             debe </a:t>
            </a:r>
            <a:r>
              <a:rPr lang="en-US" sz="2400" dirty="0" err="1"/>
              <a:t>decrecer</a:t>
            </a:r>
            <a:r>
              <a:rPr lang="en-US" sz="2400" dirty="0"/>
              <a:t> </a:t>
            </a:r>
            <a:r>
              <a:rPr lang="en-US" sz="2400" dirty="0" err="1"/>
              <a:t>en</a:t>
            </a:r>
            <a:r>
              <a:rPr lang="en-US" sz="2400" dirty="0"/>
              <a:t> </a:t>
            </a:r>
            <a:r>
              <a:rPr lang="en-US" sz="2400" dirty="0" err="1"/>
              <a:t>cada</a:t>
            </a:r>
            <a:r>
              <a:rPr lang="en-US" sz="2400" dirty="0"/>
              <a:t> </a:t>
            </a:r>
            <a:r>
              <a:rPr lang="en-US" sz="2400" dirty="0" err="1"/>
              <a:t>iteración</a:t>
            </a:r>
            <a:r>
              <a:rPr lang="en-US" sz="2400" dirty="0"/>
              <a:t>.</a:t>
            </a:r>
          </a:p>
          <a:p>
            <a:pPr marL="457189" indent="-457189">
              <a:buFontTx/>
              <a:buChar char="-"/>
            </a:pPr>
            <a:r>
              <a:rPr lang="en-US" sz="2400" dirty="0"/>
              <a:t>Pero </a:t>
            </a:r>
            <a:r>
              <a:rPr lang="en-US" sz="2400" dirty="0" err="1"/>
              <a:t>si</a:t>
            </a:r>
            <a:r>
              <a:rPr lang="en-US" sz="2400" dirty="0"/>
              <a:t>       es </a:t>
            </a:r>
            <a:r>
              <a:rPr lang="en-US" sz="2400" dirty="0" err="1"/>
              <a:t>muy</a:t>
            </a:r>
            <a:r>
              <a:rPr lang="en-US" sz="2400" dirty="0"/>
              <a:t> </a:t>
            </a:r>
            <a:r>
              <a:rPr lang="en-US" sz="2400" dirty="0" err="1"/>
              <a:t>pequeño</a:t>
            </a:r>
            <a:r>
              <a:rPr lang="en-US" sz="2400" dirty="0"/>
              <a:t>, el </a:t>
            </a:r>
            <a:r>
              <a:rPr lang="en-US" sz="2400" dirty="0" err="1"/>
              <a:t>descenso</a:t>
            </a:r>
            <a:r>
              <a:rPr lang="en-US" sz="2400" dirty="0"/>
              <a:t> por el </a:t>
            </a:r>
            <a:r>
              <a:rPr lang="en-US" sz="2400" dirty="0" err="1"/>
              <a:t>gradiente</a:t>
            </a:r>
            <a:r>
              <a:rPr lang="en-US" sz="2400" dirty="0"/>
              <a:t> </a:t>
            </a:r>
            <a:r>
              <a:rPr lang="en-US" sz="2400" dirty="0" err="1"/>
              <a:t>puede</a:t>
            </a:r>
            <a:r>
              <a:rPr lang="en-US" sz="2400" dirty="0"/>
              <a:t> </a:t>
            </a:r>
            <a:r>
              <a:rPr lang="en-US" sz="2400" dirty="0" err="1"/>
              <a:t>converger</a:t>
            </a:r>
            <a:r>
              <a:rPr lang="en-US" sz="2400" dirty="0"/>
              <a:t> lentamente.</a:t>
            </a:r>
          </a:p>
        </p:txBody>
      </p:sp>
      <p:sp>
        <p:nvSpPr>
          <p:cNvPr id="17" name="TextBox 16"/>
          <p:cNvSpPr txBox="1"/>
          <p:nvPr/>
        </p:nvSpPr>
        <p:spPr>
          <a:xfrm>
            <a:off x="4265613" y="923977"/>
            <a:ext cx="7168382" cy="1192506"/>
          </a:xfrm>
          <a:prstGeom prst="rect">
            <a:avLst/>
          </a:prstGeom>
          <a:noFill/>
        </p:spPr>
        <p:txBody>
          <a:bodyPr wrap="square" rtlCol="0">
            <a:spAutoFit/>
          </a:bodyPr>
          <a:lstStyle/>
          <a:p>
            <a:pPr>
              <a:lnSpc>
                <a:spcPts val="4480"/>
              </a:lnSpc>
            </a:pPr>
            <a:r>
              <a:rPr lang="en-US" sz="2667" dirty="0"/>
              <a:t>El </a:t>
            </a:r>
            <a:r>
              <a:rPr lang="en-US" sz="2667" dirty="0" err="1"/>
              <a:t>descenso</a:t>
            </a:r>
            <a:r>
              <a:rPr lang="en-US" sz="2667" dirty="0"/>
              <a:t> </a:t>
            </a:r>
            <a:r>
              <a:rPr lang="en-US" sz="2667" dirty="0" err="1"/>
              <a:t>por</a:t>
            </a:r>
            <a:r>
              <a:rPr lang="en-US" sz="2667" dirty="0"/>
              <a:t> </a:t>
            </a:r>
            <a:r>
              <a:rPr lang="en-US" sz="2667" dirty="0" err="1"/>
              <a:t>el</a:t>
            </a:r>
            <a:r>
              <a:rPr lang="en-US" sz="2667" dirty="0"/>
              <a:t> </a:t>
            </a:r>
            <a:r>
              <a:rPr lang="en-US" sz="2667" dirty="0" err="1"/>
              <a:t>gradiente</a:t>
            </a:r>
            <a:r>
              <a:rPr lang="en-US" sz="2667" dirty="0"/>
              <a:t> no </a:t>
            </a:r>
            <a:r>
              <a:rPr lang="en-US" sz="2667" dirty="0" err="1"/>
              <a:t>esta</a:t>
            </a:r>
            <a:r>
              <a:rPr lang="en-US" sz="2667" dirty="0"/>
              <a:t> </a:t>
            </a:r>
            <a:r>
              <a:rPr lang="en-US" sz="2667" dirty="0" err="1"/>
              <a:t>funcionando</a:t>
            </a:r>
            <a:r>
              <a:rPr lang="en-US" sz="2667" dirty="0"/>
              <a:t>. </a:t>
            </a:r>
          </a:p>
          <a:p>
            <a:pPr>
              <a:lnSpc>
                <a:spcPts val="4480"/>
              </a:lnSpc>
            </a:pPr>
            <a:r>
              <a:rPr lang="en-US" sz="2667" dirty="0"/>
              <a:t>Se </a:t>
            </a:r>
            <a:r>
              <a:rPr lang="en-US" sz="2667" dirty="0" err="1"/>
              <a:t>debe</a:t>
            </a:r>
            <a:r>
              <a:rPr lang="en-US" sz="2667" dirty="0"/>
              <a:t> usar un       mas </a:t>
            </a:r>
            <a:r>
              <a:rPr lang="en-US" sz="2667" dirty="0" err="1"/>
              <a:t>pequeño</a:t>
            </a:r>
            <a:r>
              <a:rPr lang="en-US" sz="2667" dirty="0"/>
              <a:t>. </a:t>
            </a:r>
          </a:p>
        </p:txBody>
      </p:sp>
      <p:grpSp>
        <p:nvGrpSpPr>
          <p:cNvPr id="5" name="Grupo 4">
            <a:extLst>
              <a:ext uri="{FF2B5EF4-FFF2-40B4-BE49-F238E27FC236}">
                <a16:creationId xmlns:a16="http://schemas.microsoft.com/office/drawing/2014/main" id="{0DE80D4B-06B3-AF4A-D89D-E0A3B6571FCA}"/>
              </a:ext>
            </a:extLst>
          </p:cNvPr>
          <p:cNvGrpSpPr/>
          <p:nvPr/>
        </p:nvGrpSpPr>
        <p:grpSpPr>
          <a:xfrm>
            <a:off x="609600" y="963669"/>
            <a:ext cx="3471525" cy="2106321"/>
            <a:chOff x="609600" y="963669"/>
            <a:chExt cx="3471525" cy="2106321"/>
          </a:xfrm>
        </p:grpSpPr>
        <p:pic>
          <p:nvPicPr>
            <p:cNvPr id="4" name="Picture 3"/>
            <p:cNvPicPr>
              <a:picLocks noChangeAspect="1"/>
            </p:cNvPicPr>
            <p:nvPr>
              <p:custDataLst>
                <p:tags r:id="rId7"/>
              </p:custDataLst>
            </p:nvPr>
          </p:nvPicPr>
          <p:blipFill>
            <a:blip r:embed="rId10" cstate="print">
              <a:extLst>
                <a:ext uri="{28A0092B-C50C-407E-A947-70E740481C1C}">
                  <a14:useLocalDpi xmlns:a14="http://schemas.microsoft.com/office/drawing/2010/main" val="0"/>
                </a:ext>
              </a:extLst>
            </a:blip>
            <a:stretch>
              <a:fillRect/>
            </a:stretch>
          </p:blipFill>
          <p:spPr>
            <a:xfrm>
              <a:off x="609600" y="1201791"/>
              <a:ext cx="475488" cy="272288"/>
            </a:xfrm>
            <a:prstGeom prst="rect">
              <a:avLst/>
            </a:prstGeom>
          </p:spPr>
        </p:pic>
        <p:sp>
          <p:nvSpPr>
            <p:cNvPr id="21" name="TextBox 20"/>
            <p:cNvSpPr txBox="1"/>
            <p:nvPr/>
          </p:nvSpPr>
          <p:spPr>
            <a:xfrm>
              <a:off x="1237065" y="2472647"/>
              <a:ext cx="2590800" cy="597343"/>
            </a:xfrm>
            <a:prstGeom prst="rect">
              <a:avLst/>
            </a:prstGeom>
            <a:noFill/>
          </p:spPr>
          <p:txBody>
            <a:bodyPr wrap="square" rtlCol="0">
              <a:spAutoFit/>
            </a:bodyPr>
            <a:lstStyle/>
            <a:p>
              <a:pPr algn="ctr">
                <a:lnSpc>
                  <a:spcPts val="4480"/>
                </a:lnSpc>
              </a:pPr>
              <a:r>
                <a:rPr lang="en-US" sz="2133" dirty="0"/>
                <a:t>No. of iterations</a:t>
              </a:r>
            </a:p>
          </p:txBody>
        </p:sp>
        <p:cxnSp>
          <p:nvCxnSpPr>
            <p:cNvPr id="11" name="Straight Connector 10"/>
            <p:cNvCxnSpPr/>
            <p:nvPr/>
          </p:nvCxnSpPr>
          <p:spPr>
            <a:xfrm flipV="1">
              <a:off x="1357376" y="963669"/>
              <a:ext cx="0" cy="1914324"/>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052577" y="2574247"/>
              <a:ext cx="3028548"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grpSp>
      <p:pic>
        <p:nvPicPr>
          <p:cNvPr id="7" name="Picture 6"/>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6702187" y="1873230"/>
            <a:ext cx="228600" cy="182880"/>
          </a:xfrm>
          <a:prstGeom prst="rect">
            <a:avLst/>
          </a:prstGeom>
        </p:spPr>
      </p:pic>
      <p:pic>
        <p:nvPicPr>
          <p:cNvPr id="23" name="Picture 22"/>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575215" y="3346597"/>
            <a:ext cx="475488" cy="272288"/>
          </a:xfrm>
          <a:prstGeom prst="rect">
            <a:avLst/>
          </a:prstGeom>
        </p:spPr>
      </p:pic>
      <p:sp>
        <p:nvSpPr>
          <p:cNvPr id="24" name="TextBox 23"/>
          <p:cNvSpPr txBox="1"/>
          <p:nvPr/>
        </p:nvSpPr>
        <p:spPr>
          <a:xfrm>
            <a:off x="1202680" y="4617453"/>
            <a:ext cx="2590800" cy="597343"/>
          </a:xfrm>
          <a:prstGeom prst="rect">
            <a:avLst/>
          </a:prstGeom>
          <a:noFill/>
        </p:spPr>
        <p:txBody>
          <a:bodyPr wrap="square" rtlCol="0">
            <a:spAutoFit/>
          </a:bodyPr>
          <a:lstStyle/>
          <a:p>
            <a:pPr algn="ctr">
              <a:lnSpc>
                <a:spcPts val="4480"/>
              </a:lnSpc>
            </a:pPr>
            <a:r>
              <a:rPr lang="en-US" sz="2133" dirty="0"/>
              <a:t>No. of iterations</a:t>
            </a:r>
          </a:p>
        </p:txBody>
      </p:sp>
      <p:cxnSp>
        <p:nvCxnSpPr>
          <p:cNvPr id="25" name="Straight Connector 24"/>
          <p:cNvCxnSpPr/>
          <p:nvPr/>
        </p:nvCxnSpPr>
        <p:spPr>
          <a:xfrm flipV="1">
            <a:off x="1322991" y="3108475"/>
            <a:ext cx="0" cy="1914324"/>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018192" y="4719053"/>
            <a:ext cx="4874609"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27" name="Picture 2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693043" y="3346597"/>
            <a:ext cx="475488" cy="272288"/>
          </a:xfrm>
          <a:prstGeom prst="rect">
            <a:avLst/>
          </a:prstGeom>
        </p:spPr>
      </p:pic>
      <p:sp>
        <p:nvSpPr>
          <p:cNvPr id="28" name="TextBox 27"/>
          <p:cNvSpPr txBox="1"/>
          <p:nvPr/>
        </p:nvSpPr>
        <p:spPr>
          <a:xfrm>
            <a:off x="7320508" y="4617453"/>
            <a:ext cx="2590800" cy="597343"/>
          </a:xfrm>
          <a:prstGeom prst="rect">
            <a:avLst/>
          </a:prstGeom>
          <a:noFill/>
        </p:spPr>
        <p:txBody>
          <a:bodyPr wrap="square" rtlCol="0">
            <a:spAutoFit/>
          </a:bodyPr>
          <a:lstStyle/>
          <a:p>
            <a:pPr algn="ctr">
              <a:lnSpc>
                <a:spcPts val="4480"/>
              </a:lnSpc>
            </a:pPr>
            <a:r>
              <a:rPr lang="en-US" sz="2133" dirty="0"/>
              <a:t>No. of iterations</a:t>
            </a:r>
          </a:p>
        </p:txBody>
      </p:sp>
      <p:cxnSp>
        <p:nvCxnSpPr>
          <p:cNvPr id="29" name="Straight Connector 28"/>
          <p:cNvCxnSpPr/>
          <p:nvPr/>
        </p:nvCxnSpPr>
        <p:spPr>
          <a:xfrm flipV="1">
            <a:off x="7440819" y="2154742"/>
            <a:ext cx="0" cy="286806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7136019" y="4719053"/>
            <a:ext cx="3735181"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33" name="Picture 32"/>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4583832" y="5602621"/>
            <a:ext cx="228600" cy="182880"/>
          </a:xfrm>
          <a:prstGeom prst="rect">
            <a:avLst/>
          </a:prstGeom>
        </p:spPr>
      </p:pic>
      <p:pic>
        <p:nvPicPr>
          <p:cNvPr id="35" name="Picture 34"/>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5015880" y="5504652"/>
            <a:ext cx="713232" cy="408432"/>
          </a:xfrm>
          <a:prstGeom prst="rect">
            <a:avLst/>
          </a:prstGeom>
        </p:spPr>
      </p:pic>
      <p:pic>
        <p:nvPicPr>
          <p:cNvPr id="37" name="Picture 36"/>
          <p:cNvPicPr>
            <a:picLocks noChangeAspect="1"/>
          </p:cNvPicPr>
          <p:nvPr>
            <p:custDataLst>
              <p:tags r:id="rId6"/>
            </p:custDataLst>
          </p:nvPr>
        </p:nvPicPr>
        <p:blipFill>
          <a:blip r:embed="rId11" cstate="print">
            <a:extLst>
              <a:ext uri="{28A0092B-C50C-407E-A947-70E740481C1C}">
                <a14:useLocalDpi xmlns:a14="http://schemas.microsoft.com/office/drawing/2010/main" val="0"/>
              </a:ext>
            </a:extLst>
          </a:blip>
          <a:stretch>
            <a:fillRect/>
          </a:stretch>
        </p:blipFill>
        <p:spPr>
          <a:xfrm>
            <a:off x="1991544" y="5996732"/>
            <a:ext cx="228600" cy="182880"/>
          </a:xfrm>
          <a:prstGeom prst="rect">
            <a:avLst/>
          </a:prstGeom>
        </p:spPr>
      </p:pic>
      <p:sp>
        <p:nvSpPr>
          <p:cNvPr id="3" name="Título 2">
            <a:extLst>
              <a:ext uri="{FF2B5EF4-FFF2-40B4-BE49-F238E27FC236}">
                <a16:creationId xmlns:a16="http://schemas.microsoft.com/office/drawing/2014/main" id="{3D52A495-6218-46B6-961E-D881AC166F9D}"/>
              </a:ext>
            </a:extLst>
          </p:cNvPr>
          <p:cNvSpPr>
            <a:spLocks noGrp="1"/>
          </p:cNvSpPr>
          <p:nvPr>
            <p:ph type="title"/>
          </p:nvPr>
        </p:nvSpPr>
        <p:spPr>
          <a:xfrm>
            <a:off x="677334" y="0"/>
            <a:ext cx="9233974" cy="1251939"/>
          </a:xfrm>
        </p:spPr>
        <p:txBody>
          <a:bodyPr>
            <a:normAutofit fontScale="90000"/>
          </a:bodyPr>
          <a:lstStyle/>
          <a:p>
            <a:r>
              <a:rPr lang="es-ES" dirty="0"/>
              <a:t>Asegurar que el descenso por el gradiente funcione correctamente</a:t>
            </a:r>
            <a:endParaRPr lang="es-BO" dirty="0"/>
          </a:p>
        </p:txBody>
      </p:sp>
      <mc:AlternateContent xmlns:mc="http://schemas.openxmlformats.org/markup-compatibility/2006" xmlns:p14="http://schemas.microsoft.com/office/powerpoint/2010/main">
        <mc:Choice Requires="p14">
          <p:contentPart p14:bwMode="auto" r:id="rId13">
            <p14:nvContentPartPr>
              <p14:cNvPr id="2" name="Ink 1"/>
              <p14:cNvContentPartPr/>
              <p14:nvPr/>
            </p14:nvContentPartPr>
            <p14:xfrm>
              <a:off x="1238400" y="1106400"/>
              <a:ext cx="10567440" cy="3329280"/>
            </p14:xfrm>
          </p:contentPart>
        </mc:Choice>
        <mc:Fallback xmlns="">
          <p:pic>
            <p:nvPicPr>
              <p:cNvPr id="2" name="Ink 1"/>
              <p:cNvPicPr/>
              <p:nvPr/>
            </p:nvPicPr>
            <p:blipFill>
              <a:blip r:embed="rId14"/>
              <a:stretch>
                <a:fillRect/>
              </a:stretch>
            </p:blipFill>
            <p:spPr>
              <a:xfrm>
                <a:off x="1229040" y="1097040"/>
                <a:ext cx="10586160" cy="3348000"/>
              </a:xfrm>
              <a:prstGeom prst="rect">
                <a:avLst/>
              </a:prstGeom>
            </p:spPr>
          </p:pic>
        </mc:Fallback>
      </mc:AlternateContent>
    </p:spTree>
    <p:extLst>
      <p:ext uri="{BB962C8B-B14F-4D97-AF65-F5344CB8AC3E}">
        <p14:creationId xmlns:p14="http://schemas.microsoft.com/office/powerpoint/2010/main" val="3989622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251FFD0-0B12-42CA-B7E4-00B6297831D8}"/>
              </a:ext>
            </a:extLst>
          </p:cNvPr>
          <p:cNvSpPr>
            <a:spLocks noGrp="1"/>
          </p:cNvSpPr>
          <p:nvPr>
            <p:ph type="title"/>
          </p:nvPr>
        </p:nvSpPr>
        <p:spPr/>
        <p:txBody>
          <a:bodyPr/>
          <a:lstStyle/>
          <a:p>
            <a:r>
              <a:rPr lang="es-ES" dirty="0"/>
              <a:t>Resumen</a:t>
            </a:r>
            <a:endParaRPr lang="es-BO" dirty="0"/>
          </a:p>
        </p:txBody>
      </p:sp>
      <p:sp>
        <p:nvSpPr>
          <p:cNvPr id="5" name="Marcador de contenido 4">
            <a:extLst>
              <a:ext uri="{FF2B5EF4-FFF2-40B4-BE49-F238E27FC236}">
                <a16:creationId xmlns:a16="http://schemas.microsoft.com/office/drawing/2014/main" id="{8855B536-7B60-4D58-842E-97EC3A33173D}"/>
              </a:ext>
            </a:extLst>
          </p:cNvPr>
          <p:cNvSpPr>
            <a:spLocks noGrp="1"/>
          </p:cNvSpPr>
          <p:nvPr>
            <p:ph idx="1"/>
          </p:nvPr>
        </p:nvSpPr>
        <p:spPr/>
        <p:txBody>
          <a:bodyPr>
            <a:normAutofit/>
          </a:bodyPr>
          <a:lstStyle/>
          <a:p>
            <a:r>
              <a:rPr lang="es-ES" sz="2400" dirty="0"/>
              <a:t>Si alfa es muy pequeño: convergencia lenta.</a:t>
            </a:r>
          </a:p>
          <a:p>
            <a:r>
              <a:rPr lang="es-ES" sz="2400" dirty="0"/>
              <a:t>Si alfa es muy grande la función de costo no decrece en cada iteración, no converge</a:t>
            </a:r>
          </a:p>
          <a:p>
            <a:r>
              <a:rPr lang="es-ES" sz="2400" dirty="0"/>
              <a:t>Para elegir alfa, ensayar con:</a:t>
            </a:r>
          </a:p>
          <a:p>
            <a:pPr marL="0" indent="0">
              <a:buNone/>
            </a:pPr>
            <a:r>
              <a:rPr lang="es-ES" sz="2400" dirty="0"/>
              <a:t> …, </a:t>
            </a:r>
            <a:r>
              <a:rPr lang="es-ES" sz="2400" b="1" dirty="0"/>
              <a:t>0.001</a:t>
            </a:r>
            <a:r>
              <a:rPr lang="es-ES" sz="2400" dirty="0"/>
              <a:t>, 0.003, </a:t>
            </a:r>
            <a:r>
              <a:rPr lang="es-ES" sz="2400" b="1" dirty="0"/>
              <a:t>0.01</a:t>
            </a:r>
            <a:r>
              <a:rPr lang="es-ES" sz="2400" dirty="0"/>
              <a:t>, 0.03, </a:t>
            </a:r>
            <a:r>
              <a:rPr lang="es-ES" sz="2400" b="1" dirty="0"/>
              <a:t>0.1</a:t>
            </a:r>
            <a:r>
              <a:rPr lang="es-ES" sz="2400" dirty="0"/>
              <a:t>, 0,3. </a:t>
            </a:r>
            <a:r>
              <a:rPr lang="es-ES" sz="2400" b="1" dirty="0"/>
              <a:t>1</a:t>
            </a:r>
            <a:r>
              <a:rPr lang="es-ES" sz="2400" dirty="0"/>
              <a:t>, …</a:t>
            </a:r>
            <a:endParaRPr lang="es-BO" sz="2400" dirty="0"/>
          </a:p>
        </p:txBody>
      </p:sp>
    </p:spTree>
    <p:extLst>
      <p:ext uri="{BB962C8B-B14F-4D97-AF65-F5344CB8AC3E}">
        <p14:creationId xmlns:p14="http://schemas.microsoft.com/office/powerpoint/2010/main" val="25323215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l="27053" b="6064"/>
          <a:stretch/>
        </p:blipFill>
        <p:spPr>
          <a:xfrm>
            <a:off x="7320136" y="1658639"/>
            <a:ext cx="4006728" cy="3244921"/>
          </a:xfrm>
          <a:prstGeom prst="rect">
            <a:avLst/>
          </a:prstGeom>
        </p:spPr>
      </p:pic>
      <p:sp>
        <p:nvSpPr>
          <p:cNvPr id="4" name="Título 3">
            <a:extLst>
              <a:ext uri="{FF2B5EF4-FFF2-40B4-BE49-F238E27FC236}">
                <a16:creationId xmlns:a16="http://schemas.microsoft.com/office/drawing/2014/main" id="{F564A6E4-8226-46B4-A909-0497F961E499}"/>
              </a:ext>
            </a:extLst>
          </p:cNvPr>
          <p:cNvSpPr>
            <a:spLocks noGrp="1"/>
          </p:cNvSpPr>
          <p:nvPr>
            <p:ph type="title"/>
          </p:nvPr>
        </p:nvSpPr>
        <p:spPr>
          <a:xfrm>
            <a:off x="1097280" y="620688"/>
            <a:ext cx="10058400" cy="774783"/>
          </a:xfrm>
        </p:spPr>
        <p:txBody>
          <a:bodyPr/>
          <a:lstStyle/>
          <a:p>
            <a:r>
              <a:rPr lang="es-ES" dirty="0"/>
              <a:t>Predicción del precio de las casas</a:t>
            </a:r>
            <a:endParaRPr lang="es-BO"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A0AB31B3-BF62-45E1-DC0D-CDFD8437E10A}"/>
                  </a:ext>
                </a:extLst>
              </p:cNvPr>
              <p:cNvSpPr txBox="1"/>
              <p:nvPr/>
            </p:nvSpPr>
            <p:spPr>
              <a:xfrm>
                <a:off x="1246799" y="2911768"/>
                <a:ext cx="556928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400" b="1" i="1" smtClean="0">
                              <a:latin typeface="Cambria Math" panose="02040503050406030204" pitchFamily="18" charset="0"/>
                            </a:rPr>
                          </m:ctrlPr>
                        </m:sSubPr>
                        <m:e>
                          <m:r>
                            <a:rPr lang="es-BO" sz="2400" b="1" i="1" smtClean="0">
                              <a:latin typeface="Cambria Math" panose="02040503050406030204" pitchFamily="18" charset="0"/>
                            </a:rPr>
                            <m:t>𝒉</m:t>
                          </m:r>
                        </m:e>
                        <m:sub>
                          <m:r>
                            <a:rPr lang="es-419" sz="2400" b="1" i="1" smtClean="0">
                              <a:latin typeface="Cambria Math" panose="02040503050406030204" pitchFamily="18" charset="0"/>
                              <a:ea typeface="Cambria Math" panose="02040503050406030204" pitchFamily="18" charset="0"/>
                            </a:rPr>
                            <m:t>𝜽</m:t>
                          </m:r>
                        </m:sub>
                      </m:sSub>
                      <m:d>
                        <m:dPr>
                          <m:ctrlPr>
                            <a:rPr lang="es-BO" sz="2400" b="1" i="1" smtClean="0">
                              <a:latin typeface="Cambria Math" panose="02040503050406030204" pitchFamily="18" charset="0"/>
                            </a:rPr>
                          </m:ctrlPr>
                        </m:dPr>
                        <m:e>
                          <m:r>
                            <a:rPr lang="es-BO" sz="2400" b="1" i="1" smtClean="0">
                              <a:latin typeface="Cambria Math" panose="02040503050406030204" pitchFamily="18" charset="0"/>
                            </a:rPr>
                            <m:t>𝒙</m:t>
                          </m:r>
                        </m:e>
                      </m:d>
                      <m:r>
                        <a:rPr lang="es-BO" sz="2400" b="1" i="1" smtClean="0">
                          <a:latin typeface="Cambria Math" panose="02040503050406030204" pitchFamily="18" charset="0"/>
                        </a:rPr>
                        <m:t>= </m:t>
                      </m:r>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𝟎</m:t>
                          </m:r>
                        </m:sub>
                      </m:sSub>
                      <m:r>
                        <a:rPr lang="es-BO" sz="2400" b="1" i="1" smtClean="0">
                          <a:latin typeface="Cambria Math" panose="02040503050406030204" pitchFamily="18" charset="0"/>
                        </a:rPr>
                        <m:t>+</m:t>
                      </m:r>
                      <m:sSub>
                        <m:sSubPr>
                          <m:ctrlPr>
                            <a:rPr lang="es-BO" sz="2400" b="1" i="1">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𝟏</m:t>
                          </m:r>
                        </m:sub>
                      </m:sSub>
                      <m:r>
                        <a:rPr lang="es-BO" sz="2400" b="1" i="1" smtClean="0">
                          <a:latin typeface="Cambria Math" panose="02040503050406030204" pitchFamily="18" charset="0"/>
                        </a:rPr>
                        <m:t>∗</m:t>
                      </m:r>
                      <m:r>
                        <a:rPr lang="es-BO" sz="2400" b="1" i="1" smtClean="0">
                          <a:latin typeface="Cambria Math" panose="02040503050406030204" pitchFamily="18" charset="0"/>
                        </a:rPr>
                        <m:t>𝒇𝒓𝒆𝒏𝒕𝒆</m:t>
                      </m:r>
                      <m:r>
                        <a:rPr lang="es-BO" sz="2400" b="1" i="1">
                          <a:latin typeface="Cambria Math" panose="02040503050406030204" pitchFamily="18" charset="0"/>
                        </a:rPr>
                        <m:t>+</m:t>
                      </m:r>
                      <m:sSub>
                        <m:sSubPr>
                          <m:ctrlPr>
                            <a:rPr lang="es-BO" sz="2400" b="1" i="1">
                              <a:latin typeface="Cambria Math" panose="02040503050406030204" pitchFamily="18" charset="0"/>
                            </a:rPr>
                          </m:ctrlPr>
                        </m:sSubPr>
                        <m:e>
                          <m:r>
                            <a:rPr lang="es-BO" sz="2400" b="1" i="1">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ea typeface="Cambria Math" panose="02040503050406030204" pitchFamily="18" charset="0"/>
                            </a:rPr>
                            <m:t>𝟐</m:t>
                          </m:r>
                        </m:sub>
                      </m:sSub>
                      <m:r>
                        <a:rPr lang="es-BO" sz="2400" b="1" i="1" smtClean="0">
                          <a:latin typeface="Cambria Math" panose="02040503050406030204" pitchFamily="18" charset="0"/>
                          <a:ea typeface="Cambria Math" panose="02040503050406030204" pitchFamily="18" charset="0"/>
                        </a:rPr>
                        <m:t>∗</m:t>
                      </m:r>
                      <m:r>
                        <a:rPr lang="es-BO" sz="2400" b="1" i="1" smtClean="0">
                          <a:latin typeface="Cambria Math" panose="02040503050406030204" pitchFamily="18" charset="0"/>
                          <a:ea typeface="Cambria Math" panose="02040503050406030204" pitchFamily="18" charset="0"/>
                        </a:rPr>
                        <m:t>𝒇𝒐𝒏𝒅𝒐</m:t>
                      </m:r>
                    </m:oMath>
                  </m:oMathPara>
                </a14:m>
                <a:endParaRPr lang="es-419" sz="2400" b="1" dirty="0"/>
              </a:p>
            </p:txBody>
          </p:sp>
        </mc:Choice>
        <mc:Fallback xmlns="">
          <p:sp>
            <p:nvSpPr>
              <p:cNvPr id="8" name="CuadroTexto 7">
                <a:extLst>
                  <a:ext uri="{FF2B5EF4-FFF2-40B4-BE49-F238E27FC236}">
                    <a16:creationId xmlns:a16="http://schemas.microsoft.com/office/drawing/2014/main" id="{A0AB31B3-BF62-45E1-DC0D-CDFD8437E10A}"/>
                  </a:ext>
                </a:extLst>
              </p:cNvPr>
              <p:cNvSpPr txBox="1">
                <a:spLocks noRot="1" noChangeAspect="1" noMove="1" noResize="1" noEditPoints="1" noAdjustHandles="1" noChangeArrowheads="1" noChangeShapeType="1" noTextEdit="1"/>
              </p:cNvSpPr>
              <p:nvPr/>
            </p:nvSpPr>
            <p:spPr>
              <a:xfrm>
                <a:off x="1246799" y="2911768"/>
                <a:ext cx="5569281" cy="369332"/>
              </a:xfrm>
              <a:prstGeom prst="rect">
                <a:avLst/>
              </a:prstGeom>
              <a:blipFill>
                <a:blip r:embed="rId4"/>
                <a:stretch>
                  <a:fillRect l="-986" t="-3333" r="-1533" b="-36667"/>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CF721C0-F9E4-D20A-2DCB-AC34E8DEAC58}"/>
                  </a:ext>
                </a:extLst>
              </p:cNvPr>
              <p:cNvSpPr txBox="1"/>
              <p:nvPr/>
            </p:nvSpPr>
            <p:spPr>
              <a:xfrm>
                <a:off x="1241728" y="4349272"/>
                <a:ext cx="1838517" cy="3758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400" b="1" i="1" smtClean="0">
                              <a:latin typeface="Cambria Math" panose="02040503050406030204" pitchFamily="18" charset="0"/>
                            </a:rPr>
                          </m:ctrlPr>
                        </m:sSubPr>
                        <m:e>
                          <m:r>
                            <a:rPr lang="es-BO" sz="2400" b="1" i="1" smtClean="0">
                              <a:latin typeface="Cambria Math" panose="02040503050406030204" pitchFamily="18" charset="0"/>
                            </a:rPr>
                            <m:t>𝒉</m:t>
                          </m:r>
                        </m:e>
                        <m:sub>
                          <m:r>
                            <a:rPr lang="es-419" sz="2400" b="1" i="1" smtClean="0">
                              <a:latin typeface="Cambria Math" panose="02040503050406030204" pitchFamily="18" charset="0"/>
                              <a:ea typeface="Cambria Math" panose="02040503050406030204" pitchFamily="18" charset="0"/>
                            </a:rPr>
                            <m:t>𝜽</m:t>
                          </m:r>
                        </m:sub>
                      </m:sSub>
                      <m:d>
                        <m:dPr>
                          <m:ctrlPr>
                            <a:rPr lang="es-BO" sz="2400" b="1" i="1" smtClean="0">
                              <a:latin typeface="Cambria Math" panose="02040503050406030204" pitchFamily="18" charset="0"/>
                            </a:rPr>
                          </m:ctrlPr>
                        </m:dPr>
                        <m:e>
                          <m:r>
                            <a:rPr lang="es-BO" sz="2400" b="1" i="1" smtClean="0">
                              <a:latin typeface="Cambria Math" panose="02040503050406030204" pitchFamily="18" charset="0"/>
                            </a:rPr>
                            <m:t>𝒙</m:t>
                          </m:r>
                        </m:e>
                      </m:d>
                      <m:r>
                        <a:rPr lang="es-BO" sz="2400" b="1" i="1" smtClean="0">
                          <a:latin typeface="Cambria Math" panose="02040503050406030204" pitchFamily="18" charset="0"/>
                        </a:rPr>
                        <m:t>= </m:t>
                      </m:r>
                      <m:sSup>
                        <m:sSupPr>
                          <m:ctrlPr>
                            <a:rPr lang="es-BO" sz="2400" b="1" i="1" smtClean="0">
                              <a:latin typeface="Cambria Math" panose="02040503050406030204" pitchFamily="18" charset="0"/>
                            </a:rPr>
                          </m:ctrlPr>
                        </m:sSupPr>
                        <m:e>
                          <m:r>
                            <a:rPr lang="es-BO" sz="2400" b="1" i="1" smtClean="0">
                              <a:latin typeface="Cambria Math" panose="02040503050406030204" pitchFamily="18" charset="0"/>
                              <a:ea typeface="Cambria Math" panose="02040503050406030204" pitchFamily="18" charset="0"/>
                            </a:rPr>
                            <m:t>𝜽</m:t>
                          </m:r>
                        </m:e>
                        <m:sup>
                          <m:r>
                            <a:rPr lang="es-BO" sz="2400" b="1" i="1" smtClean="0">
                              <a:latin typeface="Cambria Math" panose="02040503050406030204" pitchFamily="18" charset="0"/>
                            </a:rPr>
                            <m:t>𝑻</m:t>
                          </m:r>
                        </m:sup>
                      </m:sSup>
                      <m:r>
                        <a:rPr lang="es-BO" sz="2400" b="1" i="1" smtClean="0">
                          <a:latin typeface="Cambria Math" panose="02040503050406030204" pitchFamily="18" charset="0"/>
                        </a:rPr>
                        <m:t>𝒙</m:t>
                      </m:r>
                    </m:oMath>
                  </m:oMathPara>
                </a14:m>
                <a:endParaRPr lang="es-419" sz="2400" b="1" dirty="0"/>
              </a:p>
            </p:txBody>
          </p:sp>
        </mc:Choice>
        <mc:Fallback xmlns="">
          <p:sp>
            <p:nvSpPr>
              <p:cNvPr id="9" name="CuadroTexto 8">
                <a:extLst>
                  <a:ext uri="{FF2B5EF4-FFF2-40B4-BE49-F238E27FC236}">
                    <a16:creationId xmlns:a16="http://schemas.microsoft.com/office/drawing/2014/main" id="{CCF721C0-F9E4-D20A-2DCB-AC34E8DEAC58}"/>
                  </a:ext>
                </a:extLst>
              </p:cNvPr>
              <p:cNvSpPr txBox="1">
                <a:spLocks noRot="1" noChangeAspect="1" noMove="1" noResize="1" noEditPoints="1" noAdjustHandles="1" noChangeArrowheads="1" noChangeShapeType="1" noTextEdit="1"/>
              </p:cNvSpPr>
              <p:nvPr/>
            </p:nvSpPr>
            <p:spPr>
              <a:xfrm>
                <a:off x="1241728" y="4349272"/>
                <a:ext cx="1838517" cy="375872"/>
              </a:xfrm>
              <a:prstGeom prst="rect">
                <a:avLst/>
              </a:prstGeom>
              <a:blipFill>
                <a:blip r:embed="rId5"/>
                <a:stretch>
                  <a:fillRect l="-3987" t="-1613" r="-2326" b="-14516"/>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C145082-EDDA-BE29-E86E-48DB2BAAA9F6}"/>
                  </a:ext>
                </a:extLst>
              </p:cNvPr>
              <p:cNvSpPr txBox="1"/>
              <p:nvPr/>
            </p:nvSpPr>
            <p:spPr>
              <a:xfrm>
                <a:off x="1248694" y="2428091"/>
                <a:ext cx="404347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400" b="1" i="1" smtClean="0">
                              <a:latin typeface="Cambria Math" panose="02040503050406030204" pitchFamily="18" charset="0"/>
                            </a:rPr>
                          </m:ctrlPr>
                        </m:sSubPr>
                        <m:e>
                          <m:r>
                            <a:rPr lang="es-BO" sz="2400" b="1" i="1" smtClean="0">
                              <a:latin typeface="Cambria Math" panose="02040503050406030204" pitchFamily="18" charset="0"/>
                            </a:rPr>
                            <m:t>𝒉</m:t>
                          </m:r>
                        </m:e>
                        <m:sub>
                          <m:r>
                            <a:rPr lang="es-419" sz="2400" b="1" i="1" smtClean="0">
                              <a:latin typeface="Cambria Math" panose="02040503050406030204" pitchFamily="18" charset="0"/>
                              <a:ea typeface="Cambria Math" panose="02040503050406030204" pitchFamily="18" charset="0"/>
                            </a:rPr>
                            <m:t>𝜽</m:t>
                          </m:r>
                        </m:sub>
                      </m:sSub>
                      <m:d>
                        <m:dPr>
                          <m:ctrlPr>
                            <a:rPr lang="es-BO" sz="2400" b="1" i="1" smtClean="0">
                              <a:latin typeface="Cambria Math" panose="02040503050406030204" pitchFamily="18" charset="0"/>
                            </a:rPr>
                          </m:ctrlPr>
                        </m:dPr>
                        <m:e>
                          <m:r>
                            <a:rPr lang="es-BO" sz="2400" b="1" i="1" smtClean="0">
                              <a:latin typeface="Cambria Math" panose="02040503050406030204" pitchFamily="18" charset="0"/>
                            </a:rPr>
                            <m:t>𝒙</m:t>
                          </m:r>
                        </m:e>
                      </m:d>
                      <m:r>
                        <a:rPr lang="es-BO" sz="2400" b="1" i="1" smtClean="0">
                          <a:latin typeface="Cambria Math" panose="02040503050406030204" pitchFamily="18" charset="0"/>
                        </a:rPr>
                        <m:t>= </m:t>
                      </m:r>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𝟎</m:t>
                          </m:r>
                        </m:sub>
                      </m:sSub>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𝟎</m:t>
                          </m:r>
                        </m:sub>
                      </m:sSub>
                      <m:r>
                        <a:rPr lang="es-BO" sz="2400" b="1" i="1" smtClean="0">
                          <a:latin typeface="Cambria Math" panose="02040503050406030204" pitchFamily="18" charset="0"/>
                        </a:rPr>
                        <m:t>+</m:t>
                      </m:r>
                      <m:sSub>
                        <m:sSubPr>
                          <m:ctrlPr>
                            <a:rPr lang="es-BO" sz="2400" b="1" i="1">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𝟏</m:t>
                          </m:r>
                        </m:sub>
                      </m:sSub>
                      <m:sSub>
                        <m:sSubPr>
                          <m:ctrlPr>
                            <a:rPr lang="es-BO" sz="2400" b="1" i="1">
                              <a:latin typeface="Cambria Math" panose="02040503050406030204" pitchFamily="18" charset="0"/>
                            </a:rPr>
                          </m:ctrlPr>
                        </m:sSubPr>
                        <m:e>
                          <m:r>
                            <a:rPr lang="es-BO" sz="2400" b="1" i="1" smtClean="0">
                              <a:latin typeface="Cambria Math" panose="02040503050406030204" pitchFamily="18" charset="0"/>
                            </a:rPr>
                            <m:t>𝒙</m:t>
                          </m:r>
                        </m:e>
                        <m:sub>
                          <m:r>
                            <a:rPr lang="es-BO" sz="2400" b="1" i="1" smtClean="0">
                              <a:latin typeface="Cambria Math" panose="02040503050406030204" pitchFamily="18" charset="0"/>
                            </a:rPr>
                            <m:t>𝟏</m:t>
                          </m:r>
                        </m:sub>
                      </m:sSub>
                      <m:r>
                        <a:rPr lang="es-BO" sz="2400" b="1" i="1">
                          <a:latin typeface="Cambria Math" panose="02040503050406030204" pitchFamily="18" charset="0"/>
                        </a:rPr>
                        <m:t>+</m:t>
                      </m:r>
                      <m:sSub>
                        <m:sSubPr>
                          <m:ctrlPr>
                            <a:rPr lang="es-BO" sz="2400" b="1" i="1">
                              <a:latin typeface="Cambria Math" panose="02040503050406030204" pitchFamily="18" charset="0"/>
                            </a:rPr>
                          </m:ctrlPr>
                        </m:sSubPr>
                        <m:e>
                          <m:r>
                            <a:rPr lang="es-BO" sz="2400" b="1" i="1">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ea typeface="Cambria Math" panose="02040503050406030204" pitchFamily="18" charset="0"/>
                            </a:rPr>
                            <m:t>𝟐</m:t>
                          </m:r>
                        </m:sub>
                      </m:sSub>
                      <m:sSub>
                        <m:sSubPr>
                          <m:ctrlPr>
                            <a:rPr lang="es-BO" sz="2400" b="1" i="1">
                              <a:latin typeface="Cambria Math" panose="02040503050406030204" pitchFamily="18" charset="0"/>
                            </a:rPr>
                          </m:ctrlPr>
                        </m:sSubPr>
                        <m:e>
                          <m:r>
                            <a:rPr lang="es-BO" sz="2400" b="1" i="1">
                              <a:latin typeface="Cambria Math" panose="02040503050406030204" pitchFamily="18" charset="0"/>
                            </a:rPr>
                            <m:t>𝒙</m:t>
                          </m:r>
                        </m:e>
                        <m:sub>
                          <m:r>
                            <a:rPr lang="es-BO" sz="2400" b="1" i="1" smtClean="0">
                              <a:latin typeface="Cambria Math" panose="02040503050406030204" pitchFamily="18" charset="0"/>
                            </a:rPr>
                            <m:t>𝟐</m:t>
                          </m:r>
                        </m:sub>
                      </m:sSub>
                    </m:oMath>
                  </m:oMathPara>
                </a14:m>
                <a:endParaRPr lang="es-419" sz="2400" b="1" dirty="0"/>
              </a:p>
            </p:txBody>
          </p:sp>
        </mc:Choice>
        <mc:Fallback xmlns="">
          <p:sp>
            <p:nvSpPr>
              <p:cNvPr id="10" name="CuadroTexto 9">
                <a:extLst>
                  <a:ext uri="{FF2B5EF4-FFF2-40B4-BE49-F238E27FC236}">
                    <a16:creationId xmlns:a16="http://schemas.microsoft.com/office/drawing/2014/main" id="{CC145082-EDDA-BE29-E86E-48DB2BAAA9F6}"/>
                  </a:ext>
                </a:extLst>
              </p:cNvPr>
              <p:cNvSpPr txBox="1">
                <a:spLocks noRot="1" noChangeAspect="1" noMove="1" noResize="1" noEditPoints="1" noAdjustHandles="1" noChangeArrowheads="1" noChangeShapeType="1" noTextEdit="1"/>
              </p:cNvSpPr>
              <p:nvPr/>
            </p:nvSpPr>
            <p:spPr>
              <a:xfrm>
                <a:off x="1248694" y="2428091"/>
                <a:ext cx="4043479" cy="369332"/>
              </a:xfrm>
              <a:prstGeom prst="rect">
                <a:avLst/>
              </a:prstGeom>
              <a:blipFill>
                <a:blip r:embed="rId6"/>
                <a:stretch>
                  <a:fillRect l="-1508" r="-452" b="-14754"/>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717DD983-C833-E0AF-E62A-48B1B2E274DD}"/>
                  </a:ext>
                </a:extLst>
              </p:cNvPr>
              <p:cNvSpPr txBox="1"/>
              <p:nvPr/>
            </p:nvSpPr>
            <p:spPr>
              <a:xfrm>
                <a:off x="1241728" y="3381918"/>
                <a:ext cx="29302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BO" sz="2400" b="1" i="1" smtClean="0">
                          <a:latin typeface="Cambria Math" panose="02040503050406030204" pitchFamily="18" charset="0"/>
                        </a:rPr>
                        <m:t>𝒙</m:t>
                      </m:r>
                      <m:r>
                        <a:rPr lang="es-BO" sz="2400" b="1" i="1" smtClean="0">
                          <a:latin typeface="Cambria Math" panose="02040503050406030204" pitchFamily="18" charset="0"/>
                        </a:rPr>
                        <m:t>=</m:t>
                      </m:r>
                      <m:r>
                        <a:rPr lang="es-BO" sz="2400" b="1" i="1" smtClean="0">
                          <a:latin typeface="Cambria Math" panose="02040503050406030204" pitchFamily="18" charset="0"/>
                        </a:rPr>
                        <m:t>𝒇𝒓𝒆𝒏𝒕𝒆</m:t>
                      </m:r>
                      <m:r>
                        <a:rPr lang="es-BO" sz="2400" b="1" i="1" smtClean="0">
                          <a:latin typeface="Cambria Math" panose="02040503050406030204" pitchFamily="18" charset="0"/>
                        </a:rPr>
                        <m:t> ∗</m:t>
                      </m:r>
                      <m:r>
                        <a:rPr lang="es-BO" sz="2400" b="1" i="1" smtClean="0">
                          <a:latin typeface="Cambria Math" panose="02040503050406030204" pitchFamily="18" charset="0"/>
                        </a:rPr>
                        <m:t>𝒇𝒐𝒏𝒅𝒐</m:t>
                      </m:r>
                    </m:oMath>
                  </m:oMathPara>
                </a14:m>
                <a:endParaRPr lang="es-419" sz="2400" b="1" dirty="0"/>
              </a:p>
            </p:txBody>
          </p:sp>
        </mc:Choice>
        <mc:Fallback xmlns="">
          <p:sp>
            <p:nvSpPr>
              <p:cNvPr id="11" name="CuadroTexto 10">
                <a:extLst>
                  <a:ext uri="{FF2B5EF4-FFF2-40B4-BE49-F238E27FC236}">
                    <a16:creationId xmlns:a16="http://schemas.microsoft.com/office/drawing/2014/main" id="{717DD983-C833-E0AF-E62A-48B1B2E274DD}"/>
                  </a:ext>
                </a:extLst>
              </p:cNvPr>
              <p:cNvSpPr txBox="1">
                <a:spLocks noRot="1" noChangeAspect="1" noMove="1" noResize="1" noEditPoints="1" noAdjustHandles="1" noChangeArrowheads="1" noChangeShapeType="1" noTextEdit="1"/>
              </p:cNvSpPr>
              <p:nvPr/>
            </p:nvSpPr>
            <p:spPr>
              <a:xfrm>
                <a:off x="1241728" y="3381918"/>
                <a:ext cx="2930289" cy="369332"/>
              </a:xfrm>
              <a:prstGeom prst="rect">
                <a:avLst/>
              </a:prstGeom>
              <a:blipFill>
                <a:blip r:embed="rId7"/>
                <a:stretch>
                  <a:fillRect l="-1042" t="-1667" r="-3333" b="-36667"/>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5893BF07-BB41-364B-388F-811400D5DF7E}"/>
                  </a:ext>
                </a:extLst>
              </p:cNvPr>
              <p:cNvSpPr txBox="1"/>
              <p:nvPr/>
            </p:nvSpPr>
            <p:spPr>
              <a:xfrm>
                <a:off x="1248694" y="3865595"/>
                <a:ext cx="253954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419" sz="2400" b="1" i="1" smtClean="0">
                              <a:latin typeface="Cambria Math" panose="02040503050406030204" pitchFamily="18" charset="0"/>
                            </a:rPr>
                          </m:ctrlPr>
                        </m:sSubPr>
                        <m:e>
                          <m:r>
                            <a:rPr lang="es-BO" sz="2400" b="1" i="1" smtClean="0">
                              <a:latin typeface="Cambria Math" panose="02040503050406030204" pitchFamily="18" charset="0"/>
                            </a:rPr>
                            <m:t>𝒉</m:t>
                          </m:r>
                        </m:e>
                        <m:sub>
                          <m:r>
                            <a:rPr lang="es-419" sz="2400" b="1" i="1" smtClean="0">
                              <a:latin typeface="Cambria Math" panose="02040503050406030204" pitchFamily="18" charset="0"/>
                              <a:ea typeface="Cambria Math" panose="02040503050406030204" pitchFamily="18" charset="0"/>
                            </a:rPr>
                            <m:t>𝜽</m:t>
                          </m:r>
                        </m:sub>
                      </m:sSub>
                      <m:d>
                        <m:dPr>
                          <m:ctrlPr>
                            <a:rPr lang="es-BO" sz="2400" b="1" i="1" smtClean="0">
                              <a:latin typeface="Cambria Math" panose="02040503050406030204" pitchFamily="18" charset="0"/>
                            </a:rPr>
                          </m:ctrlPr>
                        </m:dPr>
                        <m:e>
                          <m:r>
                            <a:rPr lang="es-BO" sz="2400" b="1" i="1" smtClean="0">
                              <a:latin typeface="Cambria Math" panose="02040503050406030204" pitchFamily="18" charset="0"/>
                            </a:rPr>
                            <m:t>𝒙</m:t>
                          </m:r>
                        </m:e>
                      </m:d>
                      <m:r>
                        <a:rPr lang="es-BO" sz="2400" b="1" i="1" smtClean="0">
                          <a:latin typeface="Cambria Math" panose="02040503050406030204" pitchFamily="18" charset="0"/>
                        </a:rPr>
                        <m:t>= </m:t>
                      </m:r>
                      <m:sSub>
                        <m:sSubPr>
                          <m:ctrlPr>
                            <a:rPr lang="es-BO" sz="2400" b="1" i="1" smtClean="0">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𝟎</m:t>
                          </m:r>
                        </m:sub>
                      </m:sSub>
                      <m:r>
                        <a:rPr lang="es-BO" sz="2400" b="1" i="1" smtClean="0">
                          <a:latin typeface="Cambria Math" panose="02040503050406030204" pitchFamily="18" charset="0"/>
                        </a:rPr>
                        <m:t>+</m:t>
                      </m:r>
                      <m:sSub>
                        <m:sSubPr>
                          <m:ctrlPr>
                            <a:rPr lang="es-BO" sz="2400" b="1" i="1">
                              <a:latin typeface="Cambria Math" panose="02040503050406030204" pitchFamily="18" charset="0"/>
                            </a:rPr>
                          </m:ctrlPr>
                        </m:sSubPr>
                        <m:e>
                          <m:r>
                            <a:rPr lang="es-BO" sz="2400" b="1" i="1" smtClean="0">
                              <a:latin typeface="Cambria Math" panose="02040503050406030204" pitchFamily="18" charset="0"/>
                              <a:ea typeface="Cambria Math" panose="02040503050406030204" pitchFamily="18" charset="0"/>
                            </a:rPr>
                            <m:t>𝜽</m:t>
                          </m:r>
                        </m:e>
                        <m:sub>
                          <m:r>
                            <a:rPr lang="es-BO" sz="2400" b="1" i="1" smtClean="0">
                              <a:latin typeface="Cambria Math" panose="02040503050406030204" pitchFamily="18" charset="0"/>
                            </a:rPr>
                            <m:t>𝟏</m:t>
                          </m:r>
                        </m:sub>
                      </m:sSub>
                      <m:r>
                        <a:rPr lang="es-BO" sz="2400" b="1" i="1" smtClean="0">
                          <a:latin typeface="Cambria Math" panose="02040503050406030204" pitchFamily="18" charset="0"/>
                        </a:rPr>
                        <m:t>𝒙</m:t>
                      </m:r>
                    </m:oMath>
                  </m:oMathPara>
                </a14:m>
                <a:endParaRPr lang="es-419" sz="2400" b="1" dirty="0"/>
              </a:p>
            </p:txBody>
          </p:sp>
        </mc:Choice>
        <mc:Fallback xmlns="">
          <p:sp>
            <p:nvSpPr>
              <p:cNvPr id="12" name="CuadroTexto 11">
                <a:extLst>
                  <a:ext uri="{FF2B5EF4-FFF2-40B4-BE49-F238E27FC236}">
                    <a16:creationId xmlns:a16="http://schemas.microsoft.com/office/drawing/2014/main" id="{5893BF07-BB41-364B-388F-811400D5DF7E}"/>
                  </a:ext>
                </a:extLst>
              </p:cNvPr>
              <p:cNvSpPr txBox="1">
                <a:spLocks noRot="1" noChangeAspect="1" noMove="1" noResize="1" noEditPoints="1" noAdjustHandles="1" noChangeArrowheads="1" noChangeShapeType="1" noTextEdit="1"/>
              </p:cNvSpPr>
              <p:nvPr/>
            </p:nvSpPr>
            <p:spPr>
              <a:xfrm>
                <a:off x="1248694" y="3865595"/>
                <a:ext cx="2539541" cy="369332"/>
              </a:xfrm>
              <a:prstGeom prst="rect">
                <a:avLst/>
              </a:prstGeom>
              <a:blipFill>
                <a:blip r:embed="rId8"/>
                <a:stretch>
                  <a:fillRect l="-2644" r="-1442" b="-14754"/>
                </a:stretch>
              </a:blipFill>
            </p:spPr>
            <p:txBody>
              <a:bodyPr/>
              <a:lstStyle/>
              <a:p>
                <a:r>
                  <a:rPr lang="es-419">
                    <a:noFill/>
                  </a:rPr>
                  <a:t> </a:t>
                </a:r>
              </a:p>
            </p:txBody>
          </p:sp>
        </mc:Fallback>
      </mc:AlternateContent>
    </p:spTree>
    <p:extLst>
      <p:ext uri="{BB962C8B-B14F-4D97-AF65-F5344CB8AC3E}">
        <p14:creationId xmlns:p14="http://schemas.microsoft.com/office/powerpoint/2010/main" val="13020633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custDataLst>
              <p:tags r:id="rId1"/>
            </p:custDataLst>
          </p:nvPr>
        </p:nvPicPr>
        <p:blipFill>
          <a:blip r:embed="rId10" cstate="print">
            <a:extLst>
              <a:ext uri="{28A0092B-C50C-407E-A947-70E740481C1C}">
                <a14:useLocalDpi xmlns:a14="http://schemas.microsoft.com/office/drawing/2010/main" val="0"/>
              </a:ext>
            </a:extLst>
          </a:blip>
          <a:stretch>
            <a:fillRect/>
          </a:stretch>
        </p:blipFill>
        <p:spPr>
          <a:xfrm>
            <a:off x="1243759" y="5783551"/>
            <a:ext cx="4716780" cy="340360"/>
          </a:xfrm>
          <a:prstGeom prst="rect">
            <a:avLst/>
          </a:prstGeom>
        </p:spPr>
      </p:pic>
      <p:pic>
        <p:nvPicPr>
          <p:cNvPr id="43" name="Picture 42"/>
          <p:cNvPicPr>
            <a:picLocks noChangeAspect="1"/>
          </p:cNvPicPr>
          <p:nvPr>
            <p:custDataLst>
              <p:tags r:id="rId2"/>
            </p:custDataLst>
          </p:nvPr>
        </p:nvPicPr>
        <p:blipFill>
          <a:blip r:embed="rId11" cstate="print">
            <a:extLst>
              <a:ext uri="{28A0092B-C50C-407E-A947-70E740481C1C}">
                <a14:useLocalDpi xmlns:a14="http://schemas.microsoft.com/office/drawing/2010/main" val="0"/>
              </a:ext>
            </a:extLst>
          </a:blip>
          <a:stretch>
            <a:fillRect/>
          </a:stretch>
        </p:blipFill>
        <p:spPr>
          <a:xfrm>
            <a:off x="2135560" y="6215351"/>
            <a:ext cx="5687060" cy="365760"/>
          </a:xfrm>
          <a:prstGeom prst="rect">
            <a:avLst/>
          </a:prstGeom>
        </p:spPr>
      </p:pic>
      <p:pic>
        <p:nvPicPr>
          <p:cNvPr id="44" name="Picture 43"/>
          <p:cNvPicPr>
            <a:picLocks noChangeAspect="1"/>
          </p:cNvPicPr>
          <p:nvPr>
            <p:custDataLst>
              <p:tags r:id="rId3"/>
            </p:custDataLst>
          </p:nvPr>
        </p:nvPicPr>
        <p:blipFill>
          <a:blip r:embed="rId12" cstate="print">
            <a:extLst>
              <a:ext uri="{28A0092B-C50C-407E-A947-70E740481C1C}">
                <a14:useLocalDpi xmlns:a14="http://schemas.microsoft.com/office/drawing/2010/main" val="0"/>
              </a:ext>
            </a:extLst>
          </a:blip>
          <a:stretch>
            <a:fillRect/>
          </a:stretch>
        </p:blipFill>
        <p:spPr>
          <a:xfrm>
            <a:off x="8737216" y="5602754"/>
            <a:ext cx="1620520" cy="340360"/>
          </a:xfrm>
          <a:prstGeom prst="rect">
            <a:avLst/>
          </a:prstGeom>
        </p:spPr>
      </p:pic>
      <p:pic>
        <p:nvPicPr>
          <p:cNvPr id="45" name="Picture 44"/>
          <p:cNvPicPr>
            <a:picLocks noChangeAspect="1"/>
          </p:cNvPicPr>
          <p:nvPr>
            <p:custDataLst>
              <p:tags r:id="rId4"/>
            </p:custDataLst>
          </p:nvPr>
        </p:nvPicPr>
        <p:blipFill>
          <a:blip r:embed="rId13" cstate="print">
            <a:extLst>
              <a:ext uri="{28A0092B-C50C-407E-A947-70E740481C1C}">
                <a14:useLocalDpi xmlns:a14="http://schemas.microsoft.com/office/drawing/2010/main" val="0"/>
              </a:ext>
            </a:extLst>
          </a:blip>
          <a:stretch>
            <a:fillRect/>
          </a:stretch>
        </p:blipFill>
        <p:spPr>
          <a:xfrm>
            <a:off x="8743165" y="5999662"/>
            <a:ext cx="1772920" cy="365760"/>
          </a:xfrm>
          <a:prstGeom prst="rect">
            <a:avLst/>
          </a:prstGeom>
        </p:spPr>
      </p:pic>
      <p:pic>
        <p:nvPicPr>
          <p:cNvPr id="46" name="Picture 45"/>
          <p:cNvPicPr>
            <a:picLocks noChangeAspect="1"/>
          </p:cNvPicPr>
          <p:nvPr>
            <p:custDataLst>
              <p:tags r:id="rId5"/>
            </p:custDataLst>
          </p:nvPr>
        </p:nvPicPr>
        <p:blipFill>
          <a:blip r:embed="rId14" cstate="print">
            <a:extLst>
              <a:ext uri="{28A0092B-C50C-407E-A947-70E740481C1C}">
                <a14:useLocalDpi xmlns:a14="http://schemas.microsoft.com/office/drawing/2010/main" val="0"/>
              </a:ext>
            </a:extLst>
          </a:blip>
          <a:stretch>
            <a:fillRect/>
          </a:stretch>
        </p:blipFill>
        <p:spPr>
          <a:xfrm>
            <a:off x="8741896" y="6447616"/>
            <a:ext cx="1775460" cy="365760"/>
          </a:xfrm>
          <a:prstGeom prst="rect">
            <a:avLst/>
          </a:prstGeom>
        </p:spPr>
      </p:pic>
      <p:sp>
        <p:nvSpPr>
          <p:cNvPr id="5" name="Título 4">
            <a:extLst>
              <a:ext uri="{FF2B5EF4-FFF2-40B4-BE49-F238E27FC236}">
                <a16:creationId xmlns:a16="http://schemas.microsoft.com/office/drawing/2014/main" id="{5548E5E2-17A5-4451-8697-1EF54E2F94BF}"/>
              </a:ext>
            </a:extLst>
          </p:cNvPr>
          <p:cNvSpPr>
            <a:spLocks noGrp="1"/>
          </p:cNvSpPr>
          <p:nvPr>
            <p:ph type="title"/>
          </p:nvPr>
        </p:nvSpPr>
        <p:spPr>
          <a:xfrm>
            <a:off x="1097280" y="286604"/>
            <a:ext cx="10058400" cy="875986"/>
          </a:xfrm>
        </p:spPr>
        <p:txBody>
          <a:bodyPr/>
          <a:lstStyle/>
          <a:p>
            <a:r>
              <a:rPr lang="es-ES" dirty="0"/>
              <a:t>Regresión polinómica</a:t>
            </a:r>
            <a:endParaRPr lang="es-BO" dirty="0"/>
          </a:p>
        </p:txBody>
      </p:sp>
      <p:grpSp>
        <p:nvGrpSpPr>
          <p:cNvPr id="8" name="Grupo 7">
            <a:extLst>
              <a:ext uri="{FF2B5EF4-FFF2-40B4-BE49-F238E27FC236}">
                <a16:creationId xmlns:a16="http://schemas.microsoft.com/office/drawing/2014/main" id="{681F7929-C1DF-7545-B69D-30C1D7D9A0AB}"/>
              </a:ext>
            </a:extLst>
          </p:cNvPr>
          <p:cNvGrpSpPr/>
          <p:nvPr/>
        </p:nvGrpSpPr>
        <p:grpSpPr>
          <a:xfrm>
            <a:off x="489713" y="2000696"/>
            <a:ext cx="11212575" cy="3300512"/>
            <a:chOff x="489713" y="2000696"/>
            <a:chExt cx="11212575" cy="3300512"/>
          </a:xfrm>
        </p:grpSpPr>
        <p:sp>
          <p:nvSpPr>
            <p:cNvPr id="34" name="TextBox 33"/>
            <p:cNvSpPr txBox="1"/>
            <p:nvPr/>
          </p:nvSpPr>
          <p:spPr>
            <a:xfrm>
              <a:off x="489713" y="3010743"/>
              <a:ext cx="925768" cy="707886"/>
            </a:xfrm>
            <a:prstGeom prst="rect">
              <a:avLst/>
            </a:prstGeom>
            <a:noFill/>
          </p:spPr>
          <p:txBody>
            <a:bodyPr wrap="square" rtlCol="0">
              <a:spAutoFit/>
            </a:bodyPr>
            <a:lstStyle/>
            <a:p>
              <a:pPr algn="ctr"/>
              <a:r>
                <a:rPr lang="en-US" sz="2000" dirty="0" err="1"/>
                <a:t>Precio</a:t>
              </a:r>
              <a:endParaRPr lang="en-US" sz="2000" dirty="0"/>
            </a:p>
            <a:p>
              <a:pPr algn="ctr"/>
              <a:r>
                <a:rPr lang="en-US" sz="2000" dirty="0"/>
                <a:t>(y)</a:t>
              </a:r>
            </a:p>
          </p:txBody>
        </p:sp>
        <p:sp>
          <p:nvSpPr>
            <p:cNvPr id="36" name="TextBox 35"/>
            <p:cNvSpPr txBox="1"/>
            <p:nvPr/>
          </p:nvSpPr>
          <p:spPr>
            <a:xfrm>
              <a:off x="3149601" y="4839543"/>
              <a:ext cx="1563248" cy="461665"/>
            </a:xfrm>
            <a:prstGeom prst="rect">
              <a:avLst/>
            </a:prstGeom>
            <a:noFill/>
          </p:spPr>
          <p:txBody>
            <a:bodyPr wrap="none" rtlCol="0">
              <a:spAutoFit/>
            </a:bodyPr>
            <a:lstStyle/>
            <a:p>
              <a:r>
                <a:rPr lang="en-US" sz="2400" dirty="0" err="1"/>
                <a:t>Tamaño</a:t>
              </a:r>
              <a:r>
                <a:rPr lang="en-US" sz="2400" dirty="0"/>
                <a:t> (x)</a:t>
              </a:r>
            </a:p>
          </p:txBody>
        </p:sp>
        <p:pic>
          <p:nvPicPr>
            <p:cNvPr id="10" name="Picture 9"/>
            <p:cNvPicPr>
              <a:picLocks noChangeAspect="1"/>
            </p:cNvPicPr>
            <p:nvPr>
              <p:custDataLst>
                <p:tags r:id="rId6"/>
              </p:custDataLst>
            </p:nvPr>
          </p:nvPicPr>
          <p:blipFill>
            <a:blip r:embed="rId15" cstate="print">
              <a:extLst>
                <a:ext uri="{28A0092B-C50C-407E-A947-70E740481C1C}">
                  <a14:useLocalDpi xmlns:a14="http://schemas.microsoft.com/office/drawing/2010/main" val="0"/>
                </a:ext>
              </a:extLst>
            </a:blip>
            <a:stretch>
              <a:fillRect/>
            </a:stretch>
          </p:blipFill>
          <p:spPr>
            <a:xfrm>
              <a:off x="7733121" y="2437375"/>
              <a:ext cx="2697480" cy="405384"/>
            </a:xfrm>
            <a:prstGeom prst="rect">
              <a:avLst/>
            </a:prstGeom>
          </p:spPr>
        </p:pic>
        <p:pic>
          <p:nvPicPr>
            <p:cNvPr id="9" name="Picture 8"/>
            <p:cNvPicPr>
              <a:picLocks noChangeAspect="1"/>
            </p:cNvPicPr>
            <p:nvPr>
              <p:custDataLst>
                <p:tags r:id="rId7"/>
              </p:custDataLst>
            </p:nvPr>
          </p:nvPicPr>
          <p:blipFill>
            <a:blip r:embed="rId16" cstate="print">
              <a:extLst>
                <a:ext uri="{28A0092B-C50C-407E-A947-70E740481C1C}">
                  <a14:useLocalDpi xmlns:a14="http://schemas.microsoft.com/office/drawing/2010/main" val="0"/>
                </a:ext>
              </a:extLst>
            </a:blip>
            <a:stretch>
              <a:fillRect/>
            </a:stretch>
          </p:blipFill>
          <p:spPr>
            <a:xfrm>
              <a:off x="7721600" y="3341210"/>
              <a:ext cx="3980688" cy="405384"/>
            </a:xfrm>
            <a:prstGeom prst="rect">
              <a:avLst/>
            </a:prstGeom>
          </p:spPr>
        </p:pic>
        <p:graphicFrame>
          <p:nvGraphicFramePr>
            <p:cNvPr id="13" name="Chart 12"/>
            <p:cNvGraphicFramePr>
              <a:graphicFrameLocks/>
            </p:cNvGraphicFramePr>
            <p:nvPr>
              <p:extLst>
                <p:ext uri="{D42A27DB-BD31-4B8C-83A1-F6EECF244321}">
                  <p14:modId xmlns:p14="http://schemas.microsoft.com/office/powerpoint/2010/main" val="1590275600"/>
                </p:ext>
              </p:extLst>
            </p:nvPr>
          </p:nvGraphicFramePr>
          <p:xfrm>
            <a:off x="1095002" y="2000696"/>
            <a:ext cx="5687060" cy="3059669"/>
          </p:xfrm>
          <a:graphic>
            <a:graphicData uri="http://schemas.openxmlformats.org/drawingml/2006/chart">
              <c:chart xmlns:c="http://schemas.openxmlformats.org/drawingml/2006/chart" xmlns:r="http://schemas.openxmlformats.org/officeDocument/2006/relationships" r:id="rId17"/>
            </a:graphicData>
          </a:graphic>
        </p:graphicFrame>
        <mc:AlternateContent xmlns:mc="http://schemas.openxmlformats.org/markup-compatibility/2006" xmlns:p14="http://schemas.microsoft.com/office/powerpoint/2010/main">
          <mc:Choice Requires="p14">
            <p:contentPart p14:bwMode="auto" r:id="rId18">
              <p14:nvContentPartPr>
                <p14:cNvPr id="2" name="Ink 1"/>
                <p14:cNvContentPartPr/>
                <p14:nvPr/>
              </p14:nvContentPartPr>
              <p14:xfrm>
                <a:off x="1819680" y="2011502"/>
                <a:ext cx="5793480" cy="2271240"/>
              </p14:xfrm>
            </p:contentPart>
          </mc:Choice>
          <mc:Fallback xmlns="">
            <p:pic>
              <p:nvPicPr>
                <p:cNvPr id="2" name="Ink 1"/>
                <p:cNvPicPr/>
                <p:nvPr/>
              </p:nvPicPr>
              <p:blipFill>
                <a:blip r:embed="rId19"/>
                <a:stretch>
                  <a:fillRect/>
                </a:stretch>
              </p:blipFill>
              <p:spPr>
                <a:xfrm>
                  <a:off x="1810320" y="2002142"/>
                  <a:ext cx="5812200" cy="2289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Entrada de lápiz 6">
                  <a:extLst>
                    <a:ext uri="{FF2B5EF4-FFF2-40B4-BE49-F238E27FC236}">
                      <a16:creationId xmlns:a16="http://schemas.microsoft.com/office/drawing/2014/main" id="{759F1D9C-D0C8-4178-8A26-2504868A5C3B}"/>
                    </a:ext>
                  </a:extLst>
                </p14:cNvPr>
                <p14:cNvContentPartPr/>
                <p14:nvPr/>
              </p14:nvContentPartPr>
              <p14:xfrm>
                <a:off x="10395215" y="4977703"/>
                <a:ext cx="360" cy="360"/>
              </p14:xfrm>
            </p:contentPart>
          </mc:Choice>
          <mc:Fallback xmlns="">
            <p:pic>
              <p:nvPicPr>
                <p:cNvPr id="7" name="Entrada de lápiz 6">
                  <a:extLst>
                    <a:ext uri="{FF2B5EF4-FFF2-40B4-BE49-F238E27FC236}">
                      <a16:creationId xmlns:a16="http://schemas.microsoft.com/office/drawing/2014/main" id="{759F1D9C-D0C8-4178-8A26-2504868A5C3B}"/>
                    </a:ext>
                  </a:extLst>
                </p:cNvPr>
                <p:cNvPicPr/>
                <p:nvPr/>
              </p:nvPicPr>
              <p:blipFill>
                <a:blip r:embed="rId21"/>
                <a:stretch>
                  <a:fillRect/>
                </a:stretch>
              </p:blipFill>
              <p:spPr>
                <a:xfrm>
                  <a:off x="10386215" y="4968703"/>
                  <a:ext cx="18000" cy="18000"/>
                </a:xfrm>
                <a:prstGeom prst="rect">
                  <a:avLst/>
                </a:prstGeom>
              </p:spPr>
            </p:pic>
          </mc:Fallback>
        </mc:AlternateContent>
      </p:grpSp>
    </p:spTree>
    <p:extLst>
      <p:ext uri="{BB962C8B-B14F-4D97-AF65-F5344CB8AC3E}">
        <p14:creationId xmlns:p14="http://schemas.microsoft.com/office/powerpoint/2010/main" val="30119946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p:cNvSpPr txBox="1"/>
          <p:nvPr/>
        </p:nvSpPr>
        <p:spPr>
          <a:xfrm>
            <a:off x="263352" y="3132812"/>
            <a:ext cx="2100549" cy="830997"/>
          </a:xfrm>
          <a:prstGeom prst="rect">
            <a:avLst/>
          </a:prstGeom>
          <a:noFill/>
        </p:spPr>
        <p:txBody>
          <a:bodyPr wrap="square" rtlCol="0">
            <a:spAutoFit/>
          </a:bodyPr>
          <a:lstStyle/>
          <a:p>
            <a:pPr algn="ctr"/>
            <a:r>
              <a:rPr lang="en-US" sz="2400" dirty="0"/>
              <a:t>Price</a:t>
            </a:r>
          </a:p>
          <a:p>
            <a:pPr algn="ctr"/>
            <a:r>
              <a:rPr lang="en-US" sz="2400" dirty="0"/>
              <a:t>(y)</a:t>
            </a:r>
          </a:p>
        </p:txBody>
      </p:sp>
      <p:sp>
        <p:nvSpPr>
          <p:cNvPr id="36" name="TextBox 35"/>
          <p:cNvSpPr txBox="1"/>
          <p:nvPr/>
        </p:nvSpPr>
        <p:spPr>
          <a:xfrm>
            <a:off x="4124011" y="4961612"/>
            <a:ext cx="1052981" cy="461665"/>
          </a:xfrm>
          <a:prstGeom prst="rect">
            <a:avLst/>
          </a:prstGeom>
          <a:noFill/>
        </p:spPr>
        <p:txBody>
          <a:bodyPr wrap="none" rtlCol="0">
            <a:spAutoFit/>
          </a:bodyPr>
          <a:lstStyle/>
          <a:p>
            <a:r>
              <a:rPr lang="en-US" sz="2400" dirty="0"/>
              <a:t>Size (x)</a:t>
            </a:r>
          </a:p>
        </p:txBody>
      </p:sp>
      <p:pic>
        <p:nvPicPr>
          <p:cNvPr id="2" name="Picture 1"/>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998172" y="5373216"/>
            <a:ext cx="4841240" cy="365760"/>
          </a:xfrm>
          <a:prstGeom prst="rect">
            <a:avLst/>
          </a:prstGeom>
        </p:spPr>
      </p:pic>
      <p:pic>
        <p:nvPicPr>
          <p:cNvPr id="3" name="Picture 2"/>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991544" y="5877272"/>
            <a:ext cx="5059680" cy="406400"/>
          </a:xfrm>
          <a:prstGeom prst="rect">
            <a:avLst/>
          </a:prstGeom>
        </p:spPr>
      </p:pic>
      <p:graphicFrame>
        <p:nvGraphicFramePr>
          <p:cNvPr id="9" name="Chart 8"/>
          <p:cNvGraphicFramePr>
            <a:graphicFrameLocks/>
          </p:cNvGraphicFramePr>
          <p:nvPr>
            <p:extLst>
              <p:ext uri="{D42A27DB-BD31-4B8C-83A1-F6EECF244321}">
                <p14:modId xmlns:p14="http://schemas.microsoft.com/office/powerpoint/2010/main" val="483558731"/>
              </p:ext>
            </p:extLst>
          </p:nvPr>
        </p:nvGraphicFramePr>
        <p:xfrm>
          <a:off x="1685753" y="1700808"/>
          <a:ext cx="5687060" cy="3392725"/>
        </p:xfrm>
        <a:graphic>
          <a:graphicData uri="http://schemas.openxmlformats.org/drawingml/2006/chart">
            <c:chart xmlns:c="http://schemas.openxmlformats.org/drawingml/2006/chart" xmlns:r="http://schemas.openxmlformats.org/officeDocument/2006/relationships" r:id="rId7"/>
          </a:graphicData>
        </a:graphic>
      </p:graphicFrame>
      <p:sp>
        <p:nvSpPr>
          <p:cNvPr id="5" name="Título 4">
            <a:extLst>
              <a:ext uri="{FF2B5EF4-FFF2-40B4-BE49-F238E27FC236}">
                <a16:creationId xmlns:a16="http://schemas.microsoft.com/office/drawing/2014/main" id="{3EB9E714-8268-439C-AE26-E5EC9DF6216B}"/>
              </a:ext>
            </a:extLst>
          </p:cNvPr>
          <p:cNvSpPr>
            <a:spLocks noGrp="1"/>
          </p:cNvSpPr>
          <p:nvPr>
            <p:ph type="title"/>
          </p:nvPr>
        </p:nvSpPr>
        <p:spPr>
          <a:xfrm>
            <a:off x="1097280" y="286604"/>
            <a:ext cx="10058400" cy="827458"/>
          </a:xfrm>
        </p:spPr>
        <p:txBody>
          <a:bodyPr/>
          <a:lstStyle/>
          <a:p>
            <a:r>
              <a:rPr lang="es-ES" dirty="0"/>
              <a:t>Elegir tipo de características</a:t>
            </a:r>
            <a:endParaRPr lang="es-BO" dirty="0"/>
          </a:p>
        </p:txBody>
      </p:sp>
      <mc:AlternateContent xmlns:mc="http://schemas.openxmlformats.org/markup-compatibility/2006" xmlns:p14="http://schemas.microsoft.com/office/powerpoint/2010/main">
        <mc:Choice Requires="p14">
          <p:contentPart p14:bwMode="auto" r:id="rId8">
            <p14:nvContentPartPr>
              <p14:cNvPr id="4" name="Ink 3"/>
              <p14:cNvContentPartPr/>
              <p14:nvPr/>
            </p14:nvContentPartPr>
            <p14:xfrm>
              <a:off x="2423592" y="1783048"/>
              <a:ext cx="6412680" cy="2776320"/>
            </p14:xfrm>
          </p:contentPart>
        </mc:Choice>
        <mc:Fallback xmlns="">
          <p:pic>
            <p:nvPicPr>
              <p:cNvPr id="4" name="Ink 3"/>
              <p:cNvPicPr/>
              <p:nvPr/>
            </p:nvPicPr>
            <p:blipFill>
              <a:blip r:embed="rId9"/>
              <a:stretch>
                <a:fillRect/>
              </a:stretch>
            </p:blipFill>
            <p:spPr>
              <a:xfrm>
                <a:off x="2414232" y="1773688"/>
                <a:ext cx="6431400" cy="2795040"/>
              </a:xfrm>
              <a:prstGeom prst="rect">
                <a:avLst/>
              </a:prstGeom>
            </p:spPr>
          </p:pic>
        </mc:Fallback>
      </mc:AlternateContent>
    </p:spTree>
    <p:extLst>
      <p:ext uri="{BB962C8B-B14F-4D97-AF65-F5344CB8AC3E}">
        <p14:creationId xmlns:p14="http://schemas.microsoft.com/office/powerpoint/2010/main" val="30305965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508000" y="1263025"/>
            <a:ext cx="9752329" cy="584775"/>
          </a:xfrm>
          <a:prstGeom prst="rect">
            <a:avLst/>
          </a:prstGeom>
          <a:noFill/>
        </p:spPr>
        <p:txBody>
          <a:bodyPr wrap="square" rtlCol="0">
            <a:spAutoFit/>
          </a:bodyPr>
          <a:lstStyle/>
          <a:p>
            <a:r>
              <a:rPr lang="en-US" sz="3200" dirty="0" err="1"/>
              <a:t>Intuición</a:t>
            </a:r>
            <a:r>
              <a:rPr lang="en-US" sz="3200" dirty="0"/>
              <a:t>: </a:t>
            </a:r>
            <a:r>
              <a:rPr lang="en-US" sz="3200" dirty="0" err="1"/>
              <a:t>si</a:t>
            </a:r>
            <a:r>
              <a:rPr lang="en-US" sz="3200" dirty="0"/>
              <a:t> 1D</a:t>
            </a:r>
          </a:p>
        </p:txBody>
      </p:sp>
      <p:sp>
        <p:nvSpPr>
          <p:cNvPr id="4" name="Rectangle 3"/>
          <p:cNvSpPr/>
          <p:nvPr/>
        </p:nvSpPr>
        <p:spPr>
          <a:xfrm>
            <a:off x="406400" y="5975734"/>
            <a:ext cx="2743200" cy="607602"/>
          </a:xfrm>
          <a:prstGeom prst="rect">
            <a:avLst/>
          </a:prstGeom>
        </p:spPr>
        <p:txBody>
          <a:bodyPr wrap="square">
            <a:spAutoFit/>
          </a:bodyPr>
          <a:lstStyle/>
          <a:p>
            <a:pPr>
              <a:lnSpc>
                <a:spcPts val="4480"/>
              </a:lnSpc>
            </a:pPr>
            <a:r>
              <a:rPr lang="en-US" sz="2800" dirty="0"/>
              <a:t>Solve for </a:t>
            </a:r>
          </a:p>
        </p:txBody>
      </p:sp>
      <p:pic>
        <p:nvPicPr>
          <p:cNvPr id="21" name="Picture 20"/>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3430544" y="1387021"/>
            <a:ext cx="1225296" cy="408432"/>
          </a:xfrm>
          <a:prstGeom prst="rect">
            <a:avLst/>
          </a:prstGeom>
        </p:spPr>
      </p:pic>
      <p:pic>
        <p:nvPicPr>
          <p:cNvPr id="20" name="Picture 19"/>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1219200" y="2019369"/>
            <a:ext cx="3432048" cy="438912"/>
          </a:xfrm>
          <a:prstGeom prst="rect">
            <a:avLst/>
          </a:prstGeom>
        </p:spPr>
      </p:pic>
      <p:cxnSp>
        <p:nvCxnSpPr>
          <p:cNvPr id="14" name="Straight Connector 13"/>
          <p:cNvCxnSpPr/>
          <p:nvPr/>
        </p:nvCxnSpPr>
        <p:spPr>
          <a:xfrm flipV="1">
            <a:off x="8014681" y="1423229"/>
            <a:ext cx="0" cy="2302848"/>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823201" y="3502764"/>
            <a:ext cx="2886284" cy="0"/>
          </a:xfrm>
          <a:prstGeom prst="line">
            <a:avLst/>
          </a:prstGeom>
          <a:ln w="38100">
            <a:solidFill>
              <a:schemeClr val="tx1"/>
            </a:solidFill>
            <a:tailEnd type="arrow" w="lg" len="med"/>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9165909" y="3624247"/>
            <a:ext cx="139215" cy="214379"/>
          </a:xfrm>
          <a:prstGeom prst="rect">
            <a:avLst/>
          </a:prstGeom>
        </p:spPr>
      </p:pic>
      <p:pic>
        <p:nvPicPr>
          <p:cNvPr id="18" name="Picture 17"/>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10418624" y="1939590"/>
            <a:ext cx="581720" cy="299236"/>
          </a:xfrm>
          <a:prstGeom prst="rect">
            <a:avLst/>
          </a:prstGeom>
        </p:spPr>
      </p:pic>
      <p:cxnSp>
        <p:nvCxnSpPr>
          <p:cNvPr id="23" name="Straight Connector 22"/>
          <p:cNvCxnSpPr/>
          <p:nvPr/>
        </p:nvCxnSpPr>
        <p:spPr>
          <a:xfrm>
            <a:off x="508000" y="4077072"/>
            <a:ext cx="11074400" cy="0"/>
          </a:xfrm>
          <a:prstGeom prst="line">
            <a:avLst/>
          </a:prstGeom>
        </p:spPr>
        <p:style>
          <a:lnRef idx="1">
            <a:schemeClr val="dk1"/>
          </a:lnRef>
          <a:fillRef idx="0">
            <a:schemeClr val="dk1"/>
          </a:fillRef>
          <a:effectRef idx="0">
            <a:schemeClr val="dk1"/>
          </a:effectRef>
          <a:fontRef idx="minor">
            <a:schemeClr val="tx1"/>
          </a:fontRef>
        </p:style>
      </p:cxnSp>
      <p:pic>
        <p:nvPicPr>
          <p:cNvPr id="25" name="Picture 24"/>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609600" y="4318508"/>
            <a:ext cx="1560576" cy="356616"/>
          </a:xfrm>
          <a:prstGeom prst="rect">
            <a:avLst/>
          </a:prstGeom>
        </p:spPr>
      </p:pic>
      <p:pic>
        <p:nvPicPr>
          <p:cNvPr id="31" name="Picture 30"/>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3251200" y="4263744"/>
            <a:ext cx="7626096" cy="1109472"/>
          </a:xfrm>
          <a:prstGeom prst="rect">
            <a:avLst/>
          </a:prstGeom>
        </p:spPr>
      </p:pic>
      <p:pic>
        <p:nvPicPr>
          <p:cNvPr id="6" name="Picture 5"/>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1389888" y="5263449"/>
            <a:ext cx="3066288" cy="582168"/>
          </a:xfrm>
          <a:prstGeom prst="rect">
            <a:avLst/>
          </a:prstGeom>
        </p:spPr>
      </p:pic>
      <p:sp>
        <p:nvSpPr>
          <p:cNvPr id="33" name="Rectangle 32"/>
          <p:cNvSpPr/>
          <p:nvPr/>
        </p:nvSpPr>
        <p:spPr>
          <a:xfrm>
            <a:off x="4906335" y="5111319"/>
            <a:ext cx="4448048" cy="607602"/>
          </a:xfrm>
          <a:prstGeom prst="rect">
            <a:avLst/>
          </a:prstGeom>
        </p:spPr>
        <p:txBody>
          <a:bodyPr wrap="square">
            <a:spAutoFit/>
          </a:bodyPr>
          <a:lstStyle/>
          <a:p>
            <a:pPr>
              <a:lnSpc>
                <a:spcPts val="4480"/>
              </a:lnSpc>
            </a:pPr>
            <a:r>
              <a:rPr lang="en-US" sz="2800" dirty="0"/>
              <a:t>(for every   )</a:t>
            </a:r>
          </a:p>
        </p:txBody>
      </p:sp>
      <p:pic>
        <p:nvPicPr>
          <p:cNvPr id="35" name="Picture 34"/>
          <p:cNvPicPr>
            <a:picLocks noChangeAspect="1"/>
          </p:cNvPicPr>
          <p:nvPr>
            <p:custDataLst>
              <p:tags r:id="rId8"/>
            </p:custDataLst>
          </p:nvPr>
        </p:nvPicPr>
        <p:blipFill>
          <a:blip r:embed="rId19" cstate="print">
            <a:extLst>
              <a:ext uri="{28A0092B-C50C-407E-A947-70E740481C1C}">
                <a14:useLocalDpi xmlns:a14="http://schemas.microsoft.com/office/drawing/2010/main" val="0"/>
              </a:ext>
            </a:extLst>
          </a:blip>
          <a:stretch>
            <a:fillRect/>
          </a:stretch>
        </p:blipFill>
        <p:spPr>
          <a:xfrm>
            <a:off x="6717553" y="5349513"/>
            <a:ext cx="167640" cy="350520"/>
          </a:xfrm>
          <a:prstGeom prst="rect">
            <a:avLst/>
          </a:prstGeom>
        </p:spPr>
      </p:pic>
      <p:pic>
        <p:nvPicPr>
          <p:cNvPr id="37" name="Picture 36"/>
          <p:cNvPicPr>
            <a:picLocks noChangeAspect="1"/>
          </p:cNvPicPr>
          <p:nvPr>
            <p:custDataLst>
              <p:tags r:id="rId9"/>
            </p:custDataLst>
          </p:nvPr>
        </p:nvPicPr>
        <p:blipFill>
          <a:blip r:embed="rId20" cstate="print">
            <a:extLst>
              <a:ext uri="{28A0092B-C50C-407E-A947-70E740481C1C}">
                <a14:useLocalDpi xmlns:a14="http://schemas.microsoft.com/office/drawing/2010/main" val="0"/>
              </a:ext>
            </a:extLst>
          </a:blip>
          <a:stretch>
            <a:fillRect/>
          </a:stretch>
        </p:blipFill>
        <p:spPr>
          <a:xfrm>
            <a:off x="2158492" y="6179423"/>
            <a:ext cx="2185416" cy="368808"/>
          </a:xfrm>
          <a:prstGeom prst="rect">
            <a:avLst/>
          </a:prstGeom>
        </p:spPr>
      </p:pic>
      <p:grpSp>
        <p:nvGrpSpPr>
          <p:cNvPr id="2" name="Group 1"/>
          <p:cNvGrpSpPr/>
          <p:nvPr/>
        </p:nvGrpSpPr>
        <p:grpSpPr>
          <a:xfrm>
            <a:off x="8229600" y="1891277"/>
            <a:ext cx="2033173" cy="1403747"/>
            <a:chOff x="5137487" y="1006891"/>
            <a:chExt cx="2015567" cy="1391591"/>
          </a:xfrm>
        </p:grpSpPr>
        <p:sp>
          <p:nvSpPr>
            <p:cNvPr id="22" name="Freeform 21"/>
            <p:cNvSpPr/>
            <p:nvPr/>
          </p:nvSpPr>
          <p:spPr>
            <a:xfrm>
              <a:off x="5137487" y="1007182"/>
              <a:ext cx="1041121" cy="1391300"/>
            </a:xfrm>
            <a:custGeom>
              <a:avLst/>
              <a:gdLst>
                <a:gd name="connsiteX0" fmla="*/ 0 w 2667000"/>
                <a:gd name="connsiteY0" fmla="*/ 0 h 2076450"/>
                <a:gd name="connsiteX1" fmla="*/ 800100 w 2667000"/>
                <a:gd name="connsiteY1" fmla="*/ 1724025 h 2076450"/>
                <a:gd name="connsiteX2" fmla="*/ 2667000 w 2667000"/>
                <a:gd name="connsiteY2" fmla="*/ 2076450 h 2076450"/>
                <a:gd name="connsiteX0" fmla="*/ 0 w 1819275"/>
                <a:gd name="connsiteY0" fmla="*/ 0 h 2085975"/>
                <a:gd name="connsiteX1" fmla="*/ 800100 w 1819275"/>
                <a:gd name="connsiteY1" fmla="*/ 1724025 h 2085975"/>
                <a:gd name="connsiteX2" fmla="*/ 1819275 w 1819275"/>
                <a:gd name="connsiteY2" fmla="*/ 2085975 h 2085975"/>
                <a:gd name="connsiteX0" fmla="*/ 0 w 1819275"/>
                <a:gd name="connsiteY0" fmla="*/ 0 h 2085975"/>
                <a:gd name="connsiteX1" fmla="*/ 609600 w 1819275"/>
                <a:gd name="connsiteY1" fmla="*/ 1504950 h 2085975"/>
                <a:gd name="connsiteX2" fmla="*/ 1819275 w 1819275"/>
                <a:gd name="connsiteY2" fmla="*/ 2085975 h 2085975"/>
                <a:gd name="connsiteX0" fmla="*/ 0 w 1819275"/>
                <a:gd name="connsiteY0" fmla="*/ 0 h 2085975"/>
                <a:gd name="connsiteX1" fmla="*/ 609600 w 1819275"/>
                <a:gd name="connsiteY1" fmla="*/ 1504950 h 2085975"/>
                <a:gd name="connsiteX2" fmla="*/ 1819275 w 1819275"/>
                <a:gd name="connsiteY2" fmla="*/ 2085975 h 2085975"/>
                <a:gd name="connsiteX0" fmla="*/ 0 w 1819275"/>
                <a:gd name="connsiteY0" fmla="*/ 0 h 2087456"/>
                <a:gd name="connsiteX1" fmla="*/ 609600 w 1819275"/>
                <a:gd name="connsiteY1" fmla="*/ 1504950 h 2087456"/>
                <a:gd name="connsiteX2" fmla="*/ 1819275 w 1819275"/>
                <a:gd name="connsiteY2" fmla="*/ 2085975 h 2087456"/>
                <a:gd name="connsiteX0" fmla="*/ 0 w 1590675"/>
                <a:gd name="connsiteY0" fmla="*/ 0 h 2124809"/>
                <a:gd name="connsiteX1" fmla="*/ 381000 w 1590675"/>
                <a:gd name="connsiteY1" fmla="*/ 1543050 h 2124809"/>
                <a:gd name="connsiteX2" fmla="*/ 1590675 w 1590675"/>
                <a:gd name="connsiteY2" fmla="*/ 2124075 h 2124809"/>
                <a:gd name="connsiteX0" fmla="*/ 2321 w 1592996"/>
                <a:gd name="connsiteY0" fmla="*/ 0 h 2124809"/>
                <a:gd name="connsiteX1" fmla="*/ 383321 w 1592996"/>
                <a:gd name="connsiteY1" fmla="*/ 1543050 h 2124809"/>
                <a:gd name="connsiteX2" fmla="*/ 1592996 w 1592996"/>
                <a:gd name="connsiteY2" fmla="*/ 2124075 h 2124809"/>
                <a:gd name="connsiteX0" fmla="*/ 0 w 1590675"/>
                <a:gd name="connsiteY0" fmla="*/ 0 h 2124809"/>
                <a:gd name="connsiteX1" fmla="*/ 381000 w 1590675"/>
                <a:gd name="connsiteY1" fmla="*/ 1543050 h 2124809"/>
                <a:gd name="connsiteX2" fmla="*/ 1590675 w 1590675"/>
                <a:gd name="connsiteY2" fmla="*/ 2124075 h 2124809"/>
                <a:gd name="connsiteX0" fmla="*/ 0 w 1590675"/>
                <a:gd name="connsiteY0" fmla="*/ 0 h 2124675"/>
                <a:gd name="connsiteX1" fmla="*/ 468316 w 1590675"/>
                <a:gd name="connsiteY1" fmla="*/ 1484839 h 2124675"/>
                <a:gd name="connsiteX2" fmla="*/ 1590675 w 1590675"/>
                <a:gd name="connsiteY2" fmla="*/ 2124075 h 2124675"/>
                <a:gd name="connsiteX0" fmla="*/ 0 w 1590675"/>
                <a:gd name="connsiteY0" fmla="*/ 0 h 2125697"/>
                <a:gd name="connsiteX1" fmla="*/ 555633 w 1590675"/>
                <a:gd name="connsiteY1" fmla="*/ 1688578 h 2125697"/>
                <a:gd name="connsiteX2" fmla="*/ 1590675 w 1590675"/>
                <a:gd name="connsiteY2" fmla="*/ 2124075 h 2125697"/>
              </a:gdLst>
              <a:ahLst/>
              <a:cxnLst>
                <a:cxn ang="0">
                  <a:pos x="connsiteX0" y="connsiteY0"/>
                </a:cxn>
                <a:cxn ang="0">
                  <a:pos x="connsiteX1" y="connsiteY1"/>
                </a:cxn>
                <a:cxn ang="0">
                  <a:pos x="connsiteX2" y="connsiteY2"/>
                </a:cxn>
              </a:cxnLst>
              <a:rect l="l" t="t" r="r" b="b"/>
              <a:pathLst>
                <a:path w="1590675" h="2125697">
                  <a:moveTo>
                    <a:pt x="0" y="0"/>
                  </a:moveTo>
                  <a:cubicBezTo>
                    <a:pt x="25400" y="917575"/>
                    <a:pt x="290521" y="1334566"/>
                    <a:pt x="555633" y="1688578"/>
                  </a:cubicBezTo>
                  <a:cubicBezTo>
                    <a:pt x="820745" y="2042590"/>
                    <a:pt x="1250950" y="2139950"/>
                    <a:pt x="1590675" y="21240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Freeform 23"/>
            <p:cNvSpPr/>
            <p:nvPr/>
          </p:nvSpPr>
          <p:spPr>
            <a:xfrm flipH="1">
              <a:off x="6111933" y="1006891"/>
              <a:ext cx="1041121" cy="1391300"/>
            </a:xfrm>
            <a:custGeom>
              <a:avLst/>
              <a:gdLst>
                <a:gd name="connsiteX0" fmla="*/ 0 w 2667000"/>
                <a:gd name="connsiteY0" fmla="*/ 0 h 2076450"/>
                <a:gd name="connsiteX1" fmla="*/ 800100 w 2667000"/>
                <a:gd name="connsiteY1" fmla="*/ 1724025 h 2076450"/>
                <a:gd name="connsiteX2" fmla="*/ 2667000 w 2667000"/>
                <a:gd name="connsiteY2" fmla="*/ 2076450 h 2076450"/>
                <a:gd name="connsiteX0" fmla="*/ 0 w 1819275"/>
                <a:gd name="connsiteY0" fmla="*/ 0 h 2085975"/>
                <a:gd name="connsiteX1" fmla="*/ 800100 w 1819275"/>
                <a:gd name="connsiteY1" fmla="*/ 1724025 h 2085975"/>
                <a:gd name="connsiteX2" fmla="*/ 1819275 w 1819275"/>
                <a:gd name="connsiteY2" fmla="*/ 2085975 h 2085975"/>
                <a:gd name="connsiteX0" fmla="*/ 0 w 1819275"/>
                <a:gd name="connsiteY0" fmla="*/ 0 h 2085975"/>
                <a:gd name="connsiteX1" fmla="*/ 609600 w 1819275"/>
                <a:gd name="connsiteY1" fmla="*/ 1504950 h 2085975"/>
                <a:gd name="connsiteX2" fmla="*/ 1819275 w 1819275"/>
                <a:gd name="connsiteY2" fmla="*/ 2085975 h 2085975"/>
                <a:gd name="connsiteX0" fmla="*/ 0 w 1819275"/>
                <a:gd name="connsiteY0" fmla="*/ 0 h 2085975"/>
                <a:gd name="connsiteX1" fmla="*/ 609600 w 1819275"/>
                <a:gd name="connsiteY1" fmla="*/ 1504950 h 2085975"/>
                <a:gd name="connsiteX2" fmla="*/ 1819275 w 1819275"/>
                <a:gd name="connsiteY2" fmla="*/ 2085975 h 2085975"/>
                <a:gd name="connsiteX0" fmla="*/ 0 w 1819275"/>
                <a:gd name="connsiteY0" fmla="*/ 0 h 2087456"/>
                <a:gd name="connsiteX1" fmla="*/ 609600 w 1819275"/>
                <a:gd name="connsiteY1" fmla="*/ 1504950 h 2087456"/>
                <a:gd name="connsiteX2" fmla="*/ 1819275 w 1819275"/>
                <a:gd name="connsiteY2" fmla="*/ 2085975 h 2087456"/>
                <a:gd name="connsiteX0" fmla="*/ 0 w 1590675"/>
                <a:gd name="connsiteY0" fmla="*/ 0 h 2124809"/>
                <a:gd name="connsiteX1" fmla="*/ 381000 w 1590675"/>
                <a:gd name="connsiteY1" fmla="*/ 1543050 h 2124809"/>
                <a:gd name="connsiteX2" fmla="*/ 1590675 w 1590675"/>
                <a:gd name="connsiteY2" fmla="*/ 2124075 h 2124809"/>
                <a:gd name="connsiteX0" fmla="*/ 2321 w 1592996"/>
                <a:gd name="connsiteY0" fmla="*/ 0 h 2124809"/>
                <a:gd name="connsiteX1" fmla="*/ 383321 w 1592996"/>
                <a:gd name="connsiteY1" fmla="*/ 1543050 h 2124809"/>
                <a:gd name="connsiteX2" fmla="*/ 1592996 w 1592996"/>
                <a:gd name="connsiteY2" fmla="*/ 2124075 h 2124809"/>
                <a:gd name="connsiteX0" fmla="*/ 0 w 1590675"/>
                <a:gd name="connsiteY0" fmla="*/ 0 h 2124809"/>
                <a:gd name="connsiteX1" fmla="*/ 381000 w 1590675"/>
                <a:gd name="connsiteY1" fmla="*/ 1543050 h 2124809"/>
                <a:gd name="connsiteX2" fmla="*/ 1590675 w 1590675"/>
                <a:gd name="connsiteY2" fmla="*/ 2124075 h 2124809"/>
                <a:gd name="connsiteX0" fmla="*/ 0 w 1590675"/>
                <a:gd name="connsiteY0" fmla="*/ 0 h 2124675"/>
                <a:gd name="connsiteX1" fmla="*/ 468316 w 1590675"/>
                <a:gd name="connsiteY1" fmla="*/ 1484839 h 2124675"/>
                <a:gd name="connsiteX2" fmla="*/ 1590675 w 1590675"/>
                <a:gd name="connsiteY2" fmla="*/ 2124075 h 2124675"/>
                <a:gd name="connsiteX0" fmla="*/ 0 w 1590675"/>
                <a:gd name="connsiteY0" fmla="*/ 0 h 2125697"/>
                <a:gd name="connsiteX1" fmla="*/ 555633 w 1590675"/>
                <a:gd name="connsiteY1" fmla="*/ 1688578 h 2125697"/>
                <a:gd name="connsiteX2" fmla="*/ 1590675 w 1590675"/>
                <a:gd name="connsiteY2" fmla="*/ 2124075 h 2125697"/>
              </a:gdLst>
              <a:ahLst/>
              <a:cxnLst>
                <a:cxn ang="0">
                  <a:pos x="connsiteX0" y="connsiteY0"/>
                </a:cxn>
                <a:cxn ang="0">
                  <a:pos x="connsiteX1" y="connsiteY1"/>
                </a:cxn>
                <a:cxn ang="0">
                  <a:pos x="connsiteX2" y="connsiteY2"/>
                </a:cxn>
              </a:cxnLst>
              <a:rect l="l" t="t" r="r" b="b"/>
              <a:pathLst>
                <a:path w="1590675" h="2125697">
                  <a:moveTo>
                    <a:pt x="0" y="0"/>
                  </a:moveTo>
                  <a:cubicBezTo>
                    <a:pt x="25400" y="917575"/>
                    <a:pt x="290521" y="1334566"/>
                    <a:pt x="555633" y="1688578"/>
                  </a:cubicBezTo>
                  <a:cubicBezTo>
                    <a:pt x="820745" y="2042590"/>
                    <a:pt x="1250950" y="2139950"/>
                    <a:pt x="1590675" y="21240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mc:AlternateContent xmlns:mc="http://schemas.openxmlformats.org/markup-compatibility/2006" xmlns:p14="http://schemas.microsoft.com/office/powerpoint/2010/main">
        <mc:Choice Requires="p14">
          <p:contentPart p14:bwMode="auto" r:id="rId21">
            <p14:nvContentPartPr>
              <p14:cNvPr id="5" name="Ink 4"/>
              <p14:cNvContentPartPr/>
              <p14:nvPr/>
            </p14:nvContentPartPr>
            <p14:xfrm>
              <a:off x="637920" y="2201104"/>
              <a:ext cx="8748000" cy="1803960"/>
            </p14:xfrm>
          </p:contentPart>
        </mc:Choice>
        <mc:Fallback xmlns="">
          <p:pic>
            <p:nvPicPr>
              <p:cNvPr id="5" name="Ink 4"/>
              <p:cNvPicPr/>
              <p:nvPr/>
            </p:nvPicPr>
            <p:blipFill>
              <a:blip r:embed="rId22"/>
              <a:stretch>
                <a:fillRect/>
              </a:stretch>
            </p:blipFill>
            <p:spPr>
              <a:xfrm>
                <a:off x="628560" y="2191744"/>
                <a:ext cx="8766720" cy="1822680"/>
              </a:xfrm>
              <a:prstGeom prst="rect">
                <a:avLst/>
              </a:prstGeom>
            </p:spPr>
          </p:pic>
        </mc:Fallback>
      </mc:AlternateContent>
      <p:sp>
        <p:nvSpPr>
          <p:cNvPr id="10" name="Título 9">
            <a:extLst>
              <a:ext uri="{FF2B5EF4-FFF2-40B4-BE49-F238E27FC236}">
                <a16:creationId xmlns:a16="http://schemas.microsoft.com/office/drawing/2014/main" id="{DDF64556-5B3D-415E-9969-D7F745A11885}"/>
              </a:ext>
            </a:extLst>
          </p:cNvPr>
          <p:cNvSpPr>
            <a:spLocks noGrp="1"/>
          </p:cNvSpPr>
          <p:nvPr>
            <p:ph type="title"/>
          </p:nvPr>
        </p:nvSpPr>
        <p:spPr>
          <a:xfrm>
            <a:off x="677334" y="609600"/>
            <a:ext cx="8596668" cy="859315"/>
          </a:xfrm>
        </p:spPr>
        <p:txBody>
          <a:bodyPr/>
          <a:lstStyle/>
          <a:p>
            <a:r>
              <a:rPr lang="es-ES" dirty="0"/>
              <a:t>Descenso por el gradiente</a:t>
            </a:r>
            <a:endParaRPr lang="es-BO" dirty="0"/>
          </a:p>
        </p:txBody>
      </p:sp>
      <p:sp>
        <p:nvSpPr>
          <p:cNvPr id="11" name="Marcador de contenido 10">
            <a:extLst>
              <a:ext uri="{FF2B5EF4-FFF2-40B4-BE49-F238E27FC236}">
                <a16:creationId xmlns:a16="http://schemas.microsoft.com/office/drawing/2014/main" id="{661DC9B7-3925-4250-93F1-73179F419F15}"/>
              </a:ext>
            </a:extLst>
          </p:cNvPr>
          <p:cNvSpPr>
            <a:spLocks noGrp="1"/>
          </p:cNvSpPr>
          <p:nvPr>
            <p:ph idx="1"/>
          </p:nvPr>
        </p:nvSpPr>
        <p:spPr/>
        <p:txBody>
          <a:bodyPr/>
          <a:lstStyle/>
          <a:p>
            <a:endParaRPr lang="es-BO" dirty="0"/>
          </a:p>
        </p:txBody>
      </p:sp>
    </p:spTree>
    <p:extLst>
      <p:ext uri="{BB962C8B-B14F-4D97-AF65-F5344CB8AC3E}">
        <p14:creationId xmlns:p14="http://schemas.microsoft.com/office/powerpoint/2010/main" val="29093713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05932" y="1193800"/>
          <a:ext cx="10058398" cy="2570480"/>
        </p:xfrm>
        <a:graphic>
          <a:graphicData uri="http://schemas.openxmlformats.org/drawingml/2006/table">
            <a:tbl>
              <a:tblPr>
                <a:tableStyleId>{2D5ABB26-0587-4C30-8999-92F81FD0307C}</a:tableStyleId>
              </a:tblPr>
              <a:tblGrid>
                <a:gridCol w="1523999">
                  <a:extLst>
                    <a:ext uri="{9D8B030D-6E8A-4147-A177-3AD203B41FA5}">
                      <a16:colId xmlns:a16="http://schemas.microsoft.com/office/drawing/2014/main" val="20000"/>
                    </a:ext>
                  </a:extLst>
                </a:gridCol>
                <a:gridCol w="1523999">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930400">
                  <a:extLst>
                    <a:ext uri="{9D8B030D-6E8A-4147-A177-3AD203B41FA5}">
                      <a16:colId xmlns:a16="http://schemas.microsoft.com/office/drawing/2014/main" val="20004"/>
                    </a:ext>
                  </a:extLst>
                </a:gridCol>
                <a:gridCol w="2032000">
                  <a:extLst>
                    <a:ext uri="{9D8B030D-6E8A-4147-A177-3AD203B41FA5}">
                      <a16:colId xmlns:a16="http://schemas.microsoft.com/office/drawing/2014/main" val="20005"/>
                    </a:ext>
                  </a:extLst>
                </a:gridCol>
              </a:tblGrid>
              <a:tr h="1066800">
                <a:tc>
                  <a:txBody>
                    <a:bodyPr/>
                    <a:lstStyle/>
                    <a:p>
                      <a:pPr algn="ctr" fontAlgn="b"/>
                      <a:endParaRPr lang="en-US" sz="2700" b="1" i="0" u="none" strike="noStrike" dirty="0">
                        <a:solidFill>
                          <a:srgbClr val="000000"/>
                        </a:solidFill>
                        <a:effectLst/>
                        <a:latin typeface="+mj-lt"/>
                      </a:endParaRPr>
                    </a:p>
                  </a:txBody>
                  <a:tcPr marL="10160" marR="10160" marT="1016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u="none" strike="noStrike" dirty="0">
                          <a:effectLst/>
                          <a:latin typeface="+mj-lt"/>
                        </a:rPr>
                        <a:t>Size</a:t>
                      </a:r>
                      <a:r>
                        <a:rPr lang="en-US" sz="2100" b="1" u="none" strike="noStrike" baseline="0" dirty="0">
                          <a:effectLst/>
                          <a:latin typeface="+mj-lt"/>
                        </a:rPr>
                        <a:t> (</a:t>
                      </a:r>
                      <a:r>
                        <a:rPr lang="en-US" sz="2100" b="1" u="none" strike="noStrike" dirty="0">
                          <a:effectLst/>
                          <a:latin typeface="+mj-lt"/>
                        </a:rPr>
                        <a:t>feet</a:t>
                      </a:r>
                      <a:r>
                        <a:rPr lang="en-US" sz="2100" b="1" u="none" strike="noStrike" baseline="30000" dirty="0">
                          <a:effectLst/>
                          <a:latin typeface="+mj-lt"/>
                        </a:rPr>
                        <a:t>2</a:t>
                      </a:r>
                      <a:r>
                        <a:rPr lang="en-US" sz="2100" b="1" u="none" strike="noStrike" baseline="0" dirty="0">
                          <a:effectLst/>
                          <a:latin typeface="+mj-lt"/>
                        </a:rPr>
                        <a:t>)</a:t>
                      </a:r>
                    </a:p>
                    <a:p>
                      <a:pPr algn="ctr" fontAlgn="b"/>
                      <a:endParaRPr lang="en-US" sz="2100" b="1" u="none" strike="noStrike" baseline="0" dirty="0">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bedrooms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floors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Age</a:t>
                      </a:r>
                      <a:r>
                        <a:rPr lang="en-US" sz="2100" b="1" i="0" u="none" strike="noStrike" baseline="0" dirty="0">
                          <a:solidFill>
                            <a:srgbClr val="000000"/>
                          </a:solidFill>
                          <a:effectLst/>
                          <a:latin typeface="+mj-lt"/>
                        </a:rPr>
                        <a:t> of home (years)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Price ($1000)</a:t>
                      </a:r>
                    </a:p>
                    <a:p>
                      <a:pPr algn="ctr" fontAlgn="b"/>
                      <a:endParaRPr lang="en-US" sz="2100" b="1" i="0" u="none" strike="noStrike" dirty="0">
                        <a:solidFill>
                          <a:srgbClr val="000000"/>
                        </a:solidFill>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5920">
                <a:tc>
                  <a:txBody>
                    <a:bodyPr/>
                    <a:lstStyle/>
                    <a:p>
                      <a:pPr algn="ctr" fontAlgn="b"/>
                      <a:r>
                        <a:rPr lang="en-US" sz="2400" b="0" i="0" u="none" strike="noStrike">
                          <a:solidFill>
                            <a:srgbClr val="000000"/>
                          </a:solidFill>
                          <a:effectLst/>
                          <a:latin typeface="+mj-lt"/>
                        </a:rPr>
                        <a:t>1</a:t>
                      </a:r>
                      <a:endParaRPr lang="en-US" sz="2400" b="0" i="0" u="none" strike="noStrike" dirty="0">
                        <a:solidFill>
                          <a:srgbClr val="000000"/>
                        </a:solidFill>
                        <a:effectLst/>
                        <a:latin typeface="+mj-lt"/>
                      </a:endParaRPr>
                    </a:p>
                  </a:txBody>
                  <a:tcPr marL="10160" marR="10160" marT="1016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u="none" strike="noStrike" dirty="0">
                          <a:effectLst/>
                          <a:latin typeface="+mj-lt"/>
                        </a:rPr>
                        <a:t>2104</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45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460</a:t>
                      </a: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75920">
                <a:tc>
                  <a:txBody>
                    <a:bodyPr/>
                    <a:lstStyle/>
                    <a:p>
                      <a:pPr algn="ctr" fontAlgn="b"/>
                      <a:r>
                        <a:rPr lang="en-US" sz="2400" b="0" i="0" u="none" strike="noStrike" dirty="0">
                          <a:solidFill>
                            <a:srgbClr val="000000"/>
                          </a:solidFill>
                          <a:effectLst/>
                          <a:latin typeface="+mj-lt"/>
                        </a:rPr>
                        <a:t>1</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1416</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40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232</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75920">
                <a:tc>
                  <a:txBody>
                    <a:bodyPr/>
                    <a:lstStyle/>
                    <a:p>
                      <a:pPr algn="ctr" fontAlgn="b"/>
                      <a:r>
                        <a:rPr lang="en-US" sz="2400" b="0" i="0" u="none" strike="noStrike" dirty="0">
                          <a:solidFill>
                            <a:srgbClr val="000000"/>
                          </a:solidFill>
                          <a:effectLst/>
                          <a:latin typeface="+mj-lt"/>
                        </a:rPr>
                        <a:t>1</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1534</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315</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75920">
                <a:tc>
                  <a:txBody>
                    <a:bodyPr/>
                    <a:lstStyle/>
                    <a:p>
                      <a:pPr algn="ctr" fontAlgn="b"/>
                      <a:r>
                        <a:rPr lang="en-US" sz="2400" b="0" i="0" u="none" strike="noStrike" dirty="0">
                          <a:solidFill>
                            <a:srgbClr val="000000"/>
                          </a:solidFill>
                          <a:effectLst/>
                          <a:latin typeface="+mj-lt"/>
                        </a:rPr>
                        <a:t>1</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852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36</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178</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bl>
          </a:graphicData>
        </a:graphic>
      </p:graphicFrame>
      <p:graphicFrame>
        <p:nvGraphicFramePr>
          <p:cNvPr id="36" name="Table 35"/>
          <p:cNvGraphicFramePr>
            <a:graphicFrameLocks noGrp="1"/>
          </p:cNvGraphicFramePr>
          <p:nvPr/>
        </p:nvGraphicFramePr>
        <p:xfrm>
          <a:off x="2442822" y="1193800"/>
          <a:ext cx="8534399" cy="2570480"/>
        </p:xfrm>
        <a:graphic>
          <a:graphicData uri="http://schemas.openxmlformats.org/drawingml/2006/table">
            <a:tbl>
              <a:tblPr>
                <a:tableStyleId>{2D5ABB26-0587-4C30-8999-92F81FD0307C}</a:tableStyleId>
              </a:tblPr>
              <a:tblGrid>
                <a:gridCol w="1523999">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930400">
                  <a:extLst>
                    <a:ext uri="{9D8B030D-6E8A-4147-A177-3AD203B41FA5}">
                      <a16:colId xmlns:a16="http://schemas.microsoft.com/office/drawing/2014/main" val="20003"/>
                    </a:ext>
                  </a:extLst>
                </a:gridCol>
                <a:gridCol w="2032000">
                  <a:extLst>
                    <a:ext uri="{9D8B030D-6E8A-4147-A177-3AD203B41FA5}">
                      <a16:colId xmlns:a16="http://schemas.microsoft.com/office/drawing/2014/main" val="20004"/>
                    </a:ext>
                  </a:extLst>
                </a:gridCol>
              </a:tblGrid>
              <a:tr h="1066800">
                <a:tc>
                  <a:txBody>
                    <a:bodyPr/>
                    <a:lstStyle/>
                    <a:p>
                      <a:pPr algn="ctr" fontAlgn="b"/>
                      <a:r>
                        <a:rPr lang="en-US" sz="2100" b="1" u="none" strike="noStrike" dirty="0">
                          <a:effectLst/>
                          <a:latin typeface="+mj-lt"/>
                        </a:rPr>
                        <a:t>Size</a:t>
                      </a:r>
                      <a:r>
                        <a:rPr lang="en-US" sz="2100" b="1" u="none" strike="noStrike" baseline="0" dirty="0">
                          <a:effectLst/>
                          <a:latin typeface="+mj-lt"/>
                        </a:rPr>
                        <a:t> (</a:t>
                      </a:r>
                      <a:r>
                        <a:rPr lang="en-US" sz="2100" b="1" u="none" strike="noStrike" dirty="0">
                          <a:effectLst/>
                          <a:latin typeface="+mj-lt"/>
                        </a:rPr>
                        <a:t>feet</a:t>
                      </a:r>
                      <a:r>
                        <a:rPr lang="en-US" sz="2100" b="1" u="none" strike="noStrike" baseline="30000" dirty="0">
                          <a:effectLst/>
                          <a:latin typeface="+mj-lt"/>
                        </a:rPr>
                        <a:t>2</a:t>
                      </a:r>
                      <a:r>
                        <a:rPr lang="en-US" sz="2100" b="1" u="none" strike="noStrike" baseline="0" dirty="0">
                          <a:effectLst/>
                          <a:latin typeface="+mj-lt"/>
                        </a:rPr>
                        <a:t>)</a:t>
                      </a:r>
                    </a:p>
                    <a:p>
                      <a:pPr algn="ctr" fontAlgn="b"/>
                      <a:endParaRPr lang="en-US" sz="2100" b="1" u="none" strike="noStrike" baseline="0" dirty="0">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bedrooms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floors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Age</a:t>
                      </a:r>
                      <a:r>
                        <a:rPr lang="en-US" sz="2100" b="1" i="0" u="none" strike="noStrike" baseline="0" dirty="0">
                          <a:solidFill>
                            <a:srgbClr val="000000"/>
                          </a:solidFill>
                          <a:effectLst/>
                          <a:latin typeface="+mj-lt"/>
                        </a:rPr>
                        <a:t> of home (years)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Price ($1000)</a:t>
                      </a:r>
                    </a:p>
                    <a:p>
                      <a:pPr algn="ctr" fontAlgn="b"/>
                      <a:endParaRPr lang="en-US" sz="2100" b="1" i="0" u="none" strike="noStrike" dirty="0">
                        <a:solidFill>
                          <a:srgbClr val="000000"/>
                        </a:solidFill>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5920">
                <a:tc>
                  <a:txBody>
                    <a:bodyPr/>
                    <a:lstStyle/>
                    <a:p>
                      <a:pPr algn="ctr" fontAlgn="b"/>
                      <a:r>
                        <a:rPr lang="en-US" sz="2400" u="none" strike="noStrike" dirty="0">
                          <a:effectLst/>
                          <a:latin typeface="+mj-lt"/>
                        </a:rPr>
                        <a:t>2104</a:t>
                      </a:r>
                      <a:endParaRPr lang="en-US" sz="2400" b="0" i="0" u="none" strike="noStrike" dirty="0">
                        <a:solidFill>
                          <a:srgbClr val="000000"/>
                        </a:solidFill>
                        <a:effectLst/>
                        <a:latin typeface="+mj-lt"/>
                      </a:endParaRP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45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460</a:t>
                      </a: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75920">
                <a:tc>
                  <a:txBody>
                    <a:bodyPr/>
                    <a:lstStyle/>
                    <a:p>
                      <a:pPr algn="ctr" fontAlgn="b"/>
                      <a:r>
                        <a:rPr lang="en-US" sz="2400" u="none" strike="noStrike" dirty="0">
                          <a:effectLst/>
                          <a:latin typeface="+mj-lt"/>
                        </a:rPr>
                        <a:t>1416</a:t>
                      </a:r>
                      <a:endParaRPr lang="en-US" sz="2400" b="0" i="0" u="none" strike="noStrike" dirty="0">
                        <a:solidFill>
                          <a:srgbClr val="000000"/>
                        </a:solidFill>
                        <a:effectLst/>
                        <a:latin typeface="+mj-lt"/>
                      </a:endParaRP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40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232</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75920">
                <a:tc>
                  <a:txBody>
                    <a:bodyPr/>
                    <a:lstStyle/>
                    <a:p>
                      <a:pPr algn="ctr" fontAlgn="b"/>
                      <a:r>
                        <a:rPr lang="en-US" sz="2400" b="0" i="0" u="none" strike="noStrike" dirty="0">
                          <a:solidFill>
                            <a:srgbClr val="000000"/>
                          </a:solidFill>
                          <a:effectLst/>
                          <a:latin typeface="+mj-lt"/>
                        </a:rPr>
                        <a:t>1534</a:t>
                      </a: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315</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75920">
                <a:tc>
                  <a:txBody>
                    <a:bodyPr/>
                    <a:lstStyle/>
                    <a:p>
                      <a:pPr algn="ctr" fontAlgn="b"/>
                      <a:r>
                        <a:rPr lang="en-US" sz="2400" b="0" i="0" u="none" strike="noStrike" dirty="0">
                          <a:solidFill>
                            <a:srgbClr val="000000"/>
                          </a:solidFill>
                          <a:effectLst/>
                          <a:latin typeface="+mj-lt"/>
                        </a:rPr>
                        <a:t>852</a:t>
                      </a: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36</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178</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bl>
          </a:graphicData>
        </a:graphic>
      </p:graphicFrame>
      <p:pic>
        <p:nvPicPr>
          <p:cNvPr id="5" name="Picture 4"/>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1501913" y="2006601"/>
            <a:ext cx="307340" cy="205740"/>
          </a:xfrm>
          <a:prstGeom prst="rect">
            <a:avLst/>
          </a:prstGeom>
        </p:spPr>
      </p:pic>
      <p:pic>
        <p:nvPicPr>
          <p:cNvPr id="6" name="Picture 5"/>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3061253" y="2006601"/>
            <a:ext cx="297180" cy="200660"/>
          </a:xfrm>
          <a:prstGeom prst="rect">
            <a:avLst/>
          </a:prstGeom>
        </p:spPr>
      </p:pic>
      <p:pic>
        <p:nvPicPr>
          <p:cNvPr id="7" name="Picture 6"/>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4557863" y="2006599"/>
            <a:ext cx="304800" cy="200660"/>
          </a:xfrm>
          <a:prstGeom prst="rect">
            <a:avLst/>
          </a:prstGeom>
        </p:spPr>
      </p:pic>
      <p:pic>
        <p:nvPicPr>
          <p:cNvPr id="8" name="Picture 7"/>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6082749" y="2006598"/>
            <a:ext cx="307340" cy="205740"/>
          </a:xfrm>
          <a:prstGeom prst="rect">
            <a:avLst/>
          </a:prstGeom>
        </p:spPr>
      </p:pic>
      <p:pic>
        <p:nvPicPr>
          <p:cNvPr id="9" name="Picture 8"/>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9863041" y="2001519"/>
            <a:ext cx="160020" cy="218440"/>
          </a:xfrm>
          <a:prstGeom prst="rect">
            <a:avLst/>
          </a:prstGeom>
        </p:spPr>
      </p:pic>
      <p:pic>
        <p:nvPicPr>
          <p:cNvPr id="10" name="Picture 9"/>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7826625" y="2001519"/>
            <a:ext cx="312420" cy="200660"/>
          </a:xfrm>
          <a:prstGeom prst="rect">
            <a:avLst/>
          </a:prstGeom>
        </p:spPr>
      </p:pic>
      <p:pic>
        <p:nvPicPr>
          <p:cNvPr id="35" name="Picture 34"/>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2381573" y="4073056"/>
            <a:ext cx="3959860" cy="1620520"/>
          </a:xfrm>
          <a:prstGeom prst="rect">
            <a:avLst/>
          </a:prstGeom>
        </p:spPr>
      </p:pic>
      <p:pic>
        <p:nvPicPr>
          <p:cNvPr id="31" name="Picture 30"/>
          <p:cNvPicPr>
            <a:picLocks noChangeAspect="1"/>
          </p:cNvPicPr>
          <p:nvPr>
            <p:custDataLst>
              <p:tags r:id="rId8"/>
            </p:custDataLst>
          </p:nvPr>
        </p:nvPicPr>
        <p:blipFill>
          <a:blip r:embed="rId19" cstate="print">
            <a:extLst>
              <a:ext uri="{28A0092B-C50C-407E-A947-70E740481C1C}">
                <a14:useLocalDpi xmlns:a14="http://schemas.microsoft.com/office/drawing/2010/main" val="0"/>
              </a:ext>
            </a:extLst>
          </a:blip>
          <a:stretch>
            <a:fillRect/>
          </a:stretch>
        </p:blipFill>
        <p:spPr>
          <a:xfrm>
            <a:off x="8027007" y="4112923"/>
            <a:ext cx="1468120" cy="1620520"/>
          </a:xfrm>
          <a:prstGeom prst="rect">
            <a:avLst/>
          </a:prstGeom>
        </p:spPr>
      </p:pic>
      <p:pic>
        <p:nvPicPr>
          <p:cNvPr id="14" name="Picture 13"/>
          <p:cNvPicPr>
            <a:picLocks noChangeAspect="1"/>
          </p:cNvPicPr>
          <p:nvPr>
            <p:custDataLst>
              <p:tags r:id="rId9"/>
            </p:custDataLst>
          </p:nvPr>
        </p:nvPicPr>
        <p:blipFill>
          <a:blip r:embed="rId20" cstate="print">
            <a:extLst>
              <a:ext uri="{28A0092B-C50C-407E-A947-70E740481C1C}">
                <a14:useLocalDpi xmlns:a14="http://schemas.microsoft.com/office/drawing/2010/main" val="0"/>
              </a:ext>
            </a:extLst>
          </a:blip>
          <a:stretch>
            <a:fillRect/>
          </a:stretch>
        </p:blipFill>
        <p:spPr>
          <a:xfrm>
            <a:off x="2381574" y="6021288"/>
            <a:ext cx="2740660" cy="365760"/>
          </a:xfrm>
          <a:prstGeom prst="rect">
            <a:avLst/>
          </a:prstGeom>
        </p:spPr>
      </p:pic>
      <mc:AlternateContent xmlns:mc="http://schemas.openxmlformats.org/markup-compatibility/2006" xmlns:p14="http://schemas.microsoft.com/office/powerpoint/2010/main">
        <mc:Choice Requires="p14">
          <p:contentPart p14:bwMode="auto" r:id="rId21">
            <p14:nvContentPartPr>
              <p14:cNvPr id="15" name="Ink 14"/>
              <p14:cNvContentPartPr/>
              <p14:nvPr/>
            </p14:nvContentPartPr>
            <p14:xfrm>
              <a:off x="2210400" y="5951520"/>
              <a:ext cx="3677760" cy="630240"/>
            </p14:xfrm>
          </p:contentPart>
        </mc:Choice>
        <mc:Fallback xmlns="">
          <p:pic>
            <p:nvPicPr>
              <p:cNvPr id="15" name="Ink 14"/>
              <p:cNvPicPr/>
              <p:nvPr/>
            </p:nvPicPr>
            <p:blipFill>
              <a:blip r:embed="rId28"/>
              <a:stretch>
                <a:fillRect/>
              </a:stretch>
            </p:blipFill>
            <p:spPr>
              <a:xfrm>
                <a:off x="2201040" y="5942156"/>
                <a:ext cx="3696480" cy="648967"/>
              </a:xfrm>
              <a:prstGeom prst="rect">
                <a:avLst/>
              </a:prstGeom>
            </p:spPr>
          </p:pic>
        </mc:Fallback>
      </mc:AlternateContent>
      <p:sp>
        <p:nvSpPr>
          <p:cNvPr id="17" name="Título 16">
            <a:extLst>
              <a:ext uri="{FF2B5EF4-FFF2-40B4-BE49-F238E27FC236}">
                <a16:creationId xmlns:a16="http://schemas.microsoft.com/office/drawing/2014/main" id="{18E69DC4-A6C2-4FE4-B7B3-8001F261E0E4}"/>
              </a:ext>
            </a:extLst>
          </p:cNvPr>
          <p:cNvSpPr>
            <a:spLocks noGrp="1"/>
          </p:cNvSpPr>
          <p:nvPr>
            <p:ph type="title"/>
          </p:nvPr>
        </p:nvSpPr>
        <p:spPr>
          <a:xfrm>
            <a:off x="1097280" y="286603"/>
            <a:ext cx="10058400" cy="731679"/>
          </a:xfrm>
        </p:spPr>
        <p:txBody>
          <a:bodyPr/>
          <a:lstStyle/>
          <a:p>
            <a:r>
              <a:rPr lang="es-ES" dirty="0"/>
              <a:t>Ecuación de la normal</a:t>
            </a:r>
            <a:endParaRPr lang="es-BO" dirty="0"/>
          </a:p>
        </p:txBody>
      </p:sp>
    </p:spTree>
    <p:extLst>
      <p:ext uri="{BB962C8B-B14F-4D97-AF65-F5344CB8AC3E}">
        <p14:creationId xmlns:p14="http://schemas.microsoft.com/office/powerpoint/2010/main" val="2200798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4514548"/>
              </p:ext>
            </p:extLst>
          </p:nvPr>
        </p:nvGraphicFramePr>
        <p:xfrm>
          <a:off x="905932" y="1268760"/>
          <a:ext cx="10058398" cy="2946400"/>
        </p:xfrm>
        <a:graphic>
          <a:graphicData uri="http://schemas.openxmlformats.org/drawingml/2006/table">
            <a:tbl>
              <a:tblPr>
                <a:tableStyleId>{2D5ABB26-0587-4C30-8999-92F81FD0307C}</a:tableStyleId>
              </a:tblPr>
              <a:tblGrid>
                <a:gridCol w="1523999">
                  <a:extLst>
                    <a:ext uri="{9D8B030D-6E8A-4147-A177-3AD203B41FA5}">
                      <a16:colId xmlns:a16="http://schemas.microsoft.com/office/drawing/2014/main" val="20000"/>
                    </a:ext>
                  </a:extLst>
                </a:gridCol>
                <a:gridCol w="1523999">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930400">
                  <a:extLst>
                    <a:ext uri="{9D8B030D-6E8A-4147-A177-3AD203B41FA5}">
                      <a16:colId xmlns:a16="http://schemas.microsoft.com/office/drawing/2014/main" val="20004"/>
                    </a:ext>
                  </a:extLst>
                </a:gridCol>
                <a:gridCol w="2032000">
                  <a:extLst>
                    <a:ext uri="{9D8B030D-6E8A-4147-A177-3AD203B41FA5}">
                      <a16:colId xmlns:a16="http://schemas.microsoft.com/office/drawing/2014/main" val="20005"/>
                    </a:ext>
                  </a:extLst>
                </a:gridCol>
              </a:tblGrid>
              <a:tr h="1066800">
                <a:tc>
                  <a:txBody>
                    <a:bodyPr/>
                    <a:lstStyle/>
                    <a:p>
                      <a:pPr algn="ctr" fontAlgn="b"/>
                      <a:endParaRPr lang="en-US" sz="2700" b="1" i="0" u="none" strike="noStrike" dirty="0">
                        <a:solidFill>
                          <a:srgbClr val="000000"/>
                        </a:solidFill>
                        <a:effectLst/>
                        <a:latin typeface="+mj-lt"/>
                      </a:endParaRPr>
                    </a:p>
                  </a:txBody>
                  <a:tcPr marL="10160" marR="10160" marT="1016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u="none" strike="noStrike" dirty="0">
                          <a:effectLst/>
                          <a:latin typeface="+mj-lt"/>
                        </a:rPr>
                        <a:t>Size</a:t>
                      </a:r>
                      <a:r>
                        <a:rPr lang="en-US" sz="2100" b="1" u="none" strike="noStrike" baseline="0" dirty="0">
                          <a:effectLst/>
                          <a:latin typeface="+mj-lt"/>
                        </a:rPr>
                        <a:t> (</a:t>
                      </a:r>
                      <a:r>
                        <a:rPr lang="en-US" sz="2100" b="1" u="none" strike="noStrike" dirty="0">
                          <a:effectLst/>
                          <a:latin typeface="+mj-lt"/>
                        </a:rPr>
                        <a:t>feet</a:t>
                      </a:r>
                      <a:r>
                        <a:rPr lang="en-US" sz="2100" b="1" u="none" strike="noStrike" baseline="30000" dirty="0">
                          <a:effectLst/>
                          <a:latin typeface="+mj-lt"/>
                        </a:rPr>
                        <a:t>2</a:t>
                      </a:r>
                      <a:r>
                        <a:rPr lang="en-US" sz="2100" b="1" u="none" strike="noStrike" baseline="0" dirty="0">
                          <a:effectLst/>
                          <a:latin typeface="+mj-lt"/>
                        </a:rPr>
                        <a:t>)</a:t>
                      </a:r>
                    </a:p>
                    <a:p>
                      <a:pPr algn="ctr" fontAlgn="b"/>
                      <a:endParaRPr lang="en-US" sz="2100" b="1" u="none" strike="noStrike" baseline="0" dirty="0">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bedrooms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floors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Age</a:t>
                      </a:r>
                      <a:r>
                        <a:rPr lang="en-US" sz="2100" b="1" i="0" u="none" strike="noStrike" baseline="0" dirty="0">
                          <a:solidFill>
                            <a:srgbClr val="000000"/>
                          </a:solidFill>
                          <a:effectLst/>
                          <a:latin typeface="+mj-lt"/>
                        </a:rPr>
                        <a:t> of home (years)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Price ($1000)</a:t>
                      </a:r>
                    </a:p>
                    <a:p>
                      <a:pPr algn="ctr" fontAlgn="b"/>
                      <a:endParaRPr lang="en-US" sz="2100" b="1" i="0" u="none" strike="noStrike" dirty="0">
                        <a:solidFill>
                          <a:srgbClr val="000000"/>
                        </a:solidFill>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5920">
                <a:tc>
                  <a:txBody>
                    <a:bodyPr/>
                    <a:lstStyle/>
                    <a:p>
                      <a:pPr algn="ctr" fontAlgn="b"/>
                      <a:r>
                        <a:rPr lang="en-US" sz="2400" b="0" i="0" u="none" strike="noStrike">
                          <a:solidFill>
                            <a:srgbClr val="000000"/>
                          </a:solidFill>
                          <a:effectLst/>
                          <a:latin typeface="+mj-lt"/>
                        </a:rPr>
                        <a:t>1</a:t>
                      </a:r>
                      <a:endParaRPr lang="en-US" sz="2400" b="0" i="0" u="none" strike="noStrike" dirty="0">
                        <a:solidFill>
                          <a:srgbClr val="000000"/>
                        </a:solidFill>
                        <a:effectLst/>
                        <a:latin typeface="+mj-lt"/>
                      </a:endParaRPr>
                    </a:p>
                  </a:txBody>
                  <a:tcPr marL="10160" marR="10160" marT="1016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u="none" strike="noStrike" dirty="0">
                          <a:effectLst/>
                          <a:latin typeface="+mj-lt"/>
                        </a:rPr>
                        <a:t>2104</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45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460</a:t>
                      </a: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75920">
                <a:tc>
                  <a:txBody>
                    <a:bodyPr/>
                    <a:lstStyle/>
                    <a:p>
                      <a:pPr algn="ctr" fontAlgn="b"/>
                      <a:r>
                        <a:rPr lang="en-US" sz="2400" b="0" i="0" u="none" strike="noStrike" dirty="0">
                          <a:solidFill>
                            <a:srgbClr val="000000"/>
                          </a:solidFill>
                          <a:effectLst/>
                          <a:latin typeface="+mj-lt"/>
                        </a:rPr>
                        <a:t>1</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1416</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40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232</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75920">
                <a:tc>
                  <a:txBody>
                    <a:bodyPr/>
                    <a:lstStyle/>
                    <a:p>
                      <a:pPr algn="ctr" fontAlgn="b"/>
                      <a:r>
                        <a:rPr lang="en-US" sz="2400" b="0" i="0" u="none" strike="noStrike" dirty="0">
                          <a:solidFill>
                            <a:srgbClr val="000000"/>
                          </a:solidFill>
                          <a:effectLst/>
                          <a:latin typeface="+mj-lt"/>
                        </a:rPr>
                        <a:t>1</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1534</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315</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75920">
                <a:tc>
                  <a:txBody>
                    <a:bodyPr/>
                    <a:lstStyle/>
                    <a:p>
                      <a:pPr algn="ctr" fontAlgn="b"/>
                      <a:r>
                        <a:rPr lang="en-US" sz="2400" b="0" i="0" u="none" strike="noStrike" dirty="0">
                          <a:solidFill>
                            <a:srgbClr val="000000"/>
                          </a:solidFill>
                          <a:effectLst/>
                          <a:latin typeface="+mj-lt"/>
                        </a:rPr>
                        <a:t>1</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852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36</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178</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375920">
                <a:tc>
                  <a:txBody>
                    <a:bodyPr/>
                    <a:lstStyle/>
                    <a:p>
                      <a:pPr algn="ctr" fontAlgn="b"/>
                      <a:r>
                        <a:rPr lang="en-US" sz="2400" b="0" i="0" u="none" strike="noStrike" dirty="0">
                          <a:solidFill>
                            <a:srgbClr val="000000"/>
                          </a:solidFill>
                          <a:effectLst/>
                          <a:latin typeface="+mj-lt"/>
                        </a:rPr>
                        <a:t>1</a:t>
                      </a:r>
                    </a:p>
                  </a:txBody>
                  <a:tcPr marL="10160" marR="10160" marT="10160" marB="0" anchor="b">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556418692"/>
              </p:ext>
            </p:extLst>
          </p:nvPr>
        </p:nvGraphicFramePr>
        <p:xfrm>
          <a:off x="2442822" y="1268760"/>
          <a:ext cx="8534399" cy="2946400"/>
        </p:xfrm>
        <a:graphic>
          <a:graphicData uri="http://schemas.openxmlformats.org/drawingml/2006/table">
            <a:tbl>
              <a:tblPr>
                <a:tableStyleId>{2D5ABB26-0587-4C30-8999-92F81FD0307C}</a:tableStyleId>
              </a:tblPr>
              <a:tblGrid>
                <a:gridCol w="1523999">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930400">
                  <a:extLst>
                    <a:ext uri="{9D8B030D-6E8A-4147-A177-3AD203B41FA5}">
                      <a16:colId xmlns:a16="http://schemas.microsoft.com/office/drawing/2014/main" val="20003"/>
                    </a:ext>
                  </a:extLst>
                </a:gridCol>
                <a:gridCol w="2032000">
                  <a:extLst>
                    <a:ext uri="{9D8B030D-6E8A-4147-A177-3AD203B41FA5}">
                      <a16:colId xmlns:a16="http://schemas.microsoft.com/office/drawing/2014/main" val="20004"/>
                    </a:ext>
                  </a:extLst>
                </a:gridCol>
              </a:tblGrid>
              <a:tr h="1066800">
                <a:tc>
                  <a:txBody>
                    <a:bodyPr/>
                    <a:lstStyle/>
                    <a:p>
                      <a:pPr algn="ctr" fontAlgn="b"/>
                      <a:r>
                        <a:rPr lang="en-US" sz="2100" b="1" u="none" strike="noStrike" dirty="0">
                          <a:effectLst/>
                          <a:latin typeface="+mj-lt"/>
                        </a:rPr>
                        <a:t>Size</a:t>
                      </a:r>
                      <a:r>
                        <a:rPr lang="en-US" sz="2100" b="1" u="none" strike="noStrike" baseline="0" dirty="0">
                          <a:effectLst/>
                          <a:latin typeface="+mj-lt"/>
                        </a:rPr>
                        <a:t> (</a:t>
                      </a:r>
                      <a:r>
                        <a:rPr lang="en-US" sz="2100" b="1" u="none" strike="noStrike" dirty="0">
                          <a:effectLst/>
                          <a:latin typeface="+mj-lt"/>
                        </a:rPr>
                        <a:t>feet</a:t>
                      </a:r>
                      <a:r>
                        <a:rPr lang="en-US" sz="2100" b="1" u="none" strike="noStrike" baseline="30000" dirty="0">
                          <a:effectLst/>
                          <a:latin typeface="+mj-lt"/>
                        </a:rPr>
                        <a:t>2</a:t>
                      </a:r>
                      <a:r>
                        <a:rPr lang="en-US" sz="2100" b="1" u="none" strike="noStrike" baseline="0" dirty="0">
                          <a:effectLst/>
                          <a:latin typeface="+mj-lt"/>
                        </a:rPr>
                        <a:t>)</a:t>
                      </a:r>
                    </a:p>
                    <a:p>
                      <a:pPr algn="ctr" fontAlgn="b"/>
                      <a:endParaRPr lang="en-US" sz="2100" b="1" u="none" strike="noStrike" baseline="0" dirty="0">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bedrooms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Number of floors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Age</a:t>
                      </a:r>
                      <a:r>
                        <a:rPr lang="en-US" sz="2100" b="1" i="0" u="none" strike="noStrike" baseline="0" dirty="0">
                          <a:solidFill>
                            <a:srgbClr val="000000"/>
                          </a:solidFill>
                          <a:effectLst/>
                          <a:latin typeface="+mj-lt"/>
                        </a:rPr>
                        <a:t> of home (years)</a:t>
                      </a: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2100" b="1" i="0" u="none" strike="noStrike" dirty="0">
                          <a:solidFill>
                            <a:srgbClr val="000000"/>
                          </a:solidFill>
                          <a:effectLst/>
                          <a:latin typeface="+mj-lt"/>
                        </a:rPr>
                        <a:t>Price ($1000)</a:t>
                      </a:r>
                    </a:p>
                    <a:p>
                      <a:pPr algn="ctr" fontAlgn="b"/>
                      <a:endParaRPr lang="en-US" sz="2100" b="1" i="0" u="none" strike="noStrike" dirty="0">
                        <a:solidFill>
                          <a:srgbClr val="000000"/>
                        </a:solidFill>
                        <a:effectLst/>
                        <a:latin typeface="+mj-lt"/>
                      </a:endParaRPr>
                    </a:p>
                    <a:p>
                      <a:pPr algn="ctr" fontAlgn="b"/>
                      <a:endParaRPr lang="en-US" sz="2700" b="1"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5920">
                <a:tc>
                  <a:txBody>
                    <a:bodyPr/>
                    <a:lstStyle/>
                    <a:p>
                      <a:pPr algn="ctr" fontAlgn="b"/>
                      <a:r>
                        <a:rPr lang="en-US" sz="2400" u="none" strike="noStrike" dirty="0">
                          <a:effectLst/>
                          <a:latin typeface="+mj-lt"/>
                        </a:rPr>
                        <a:t>2104</a:t>
                      </a:r>
                      <a:endParaRPr lang="en-US" sz="2400" b="0" i="0" u="none" strike="noStrike" dirty="0">
                        <a:solidFill>
                          <a:srgbClr val="000000"/>
                        </a:solidFill>
                        <a:effectLst/>
                        <a:latin typeface="+mj-lt"/>
                      </a:endParaRP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chemeClr val="tx1"/>
                          </a:solidFill>
                          <a:effectLst/>
                          <a:latin typeface="+mj-lt"/>
                        </a:rPr>
                        <a:t>45</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fontAlgn="b"/>
                      <a:r>
                        <a:rPr lang="en-US" sz="2400" b="0" i="0" u="none" strike="noStrike" dirty="0">
                          <a:solidFill>
                            <a:srgbClr val="000000"/>
                          </a:solidFill>
                          <a:effectLst/>
                          <a:latin typeface="+mj-lt"/>
                        </a:rPr>
                        <a:t>460</a:t>
                      </a:r>
                    </a:p>
                  </a:txBody>
                  <a:tcPr marL="10160" marR="10160" marT="1016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375920">
                <a:tc>
                  <a:txBody>
                    <a:bodyPr/>
                    <a:lstStyle/>
                    <a:p>
                      <a:pPr algn="ctr" fontAlgn="b"/>
                      <a:r>
                        <a:rPr lang="en-US" sz="2400" u="none" strike="noStrike" dirty="0">
                          <a:effectLst/>
                          <a:latin typeface="+mj-lt"/>
                        </a:rPr>
                        <a:t>1416</a:t>
                      </a:r>
                      <a:endParaRPr lang="en-US" sz="2400" b="0" i="0" u="none" strike="noStrike" dirty="0">
                        <a:solidFill>
                          <a:srgbClr val="000000"/>
                        </a:solidFill>
                        <a:effectLst/>
                        <a:latin typeface="+mj-lt"/>
                      </a:endParaRP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chemeClr val="tx1"/>
                          </a:solidFill>
                          <a:effectLst/>
                          <a:latin typeface="+mj-lt"/>
                        </a:rPr>
                        <a:t>40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232</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2"/>
                  </a:ext>
                </a:extLst>
              </a:tr>
              <a:tr h="375920">
                <a:tc>
                  <a:txBody>
                    <a:bodyPr/>
                    <a:lstStyle/>
                    <a:p>
                      <a:pPr algn="ctr" fontAlgn="b"/>
                      <a:r>
                        <a:rPr lang="en-US" sz="2400" b="0" i="0" u="none" strike="noStrike" dirty="0">
                          <a:solidFill>
                            <a:srgbClr val="000000"/>
                          </a:solidFill>
                          <a:effectLst/>
                          <a:latin typeface="+mj-lt"/>
                        </a:rPr>
                        <a:t>1534</a:t>
                      </a: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u="none" strike="noStrike" dirty="0">
                          <a:effectLst/>
                          <a:latin typeface="+mj-lt"/>
                        </a:rPr>
                        <a:t>30</a:t>
                      </a:r>
                      <a:endParaRPr lang="en-US" sz="2400" b="0" i="0" u="none" strike="noStrike" dirty="0">
                        <a:solidFill>
                          <a:srgbClr val="000000"/>
                        </a:solidFill>
                        <a:effectLst/>
                        <a:latin typeface="+mj-lt"/>
                      </a:endParaRP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315</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3"/>
                  </a:ext>
                </a:extLst>
              </a:tr>
              <a:tr h="375920">
                <a:tc>
                  <a:txBody>
                    <a:bodyPr/>
                    <a:lstStyle/>
                    <a:p>
                      <a:pPr algn="ctr" fontAlgn="b"/>
                      <a:r>
                        <a:rPr lang="en-US" sz="2400" b="0" i="0" u="none" strike="noStrike" dirty="0">
                          <a:solidFill>
                            <a:srgbClr val="000000"/>
                          </a:solidFill>
                          <a:effectLst/>
                          <a:latin typeface="+mj-lt"/>
                        </a:rPr>
                        <a:t>852</a:t>
                      </a: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2</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36</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178</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4"/>
                  </a:ext>
                </a:extLst>
              </a:tr>
              <a:tr h="375920">
                <a:tc>
                  <a:txBody>
                    <a:bodyPr/>
                    <a:lstStyle/>
                    <a:p>
                      <a:pPr algn="ctr" fontAlgn="b"/>
                      <a:r>
                        <a:rPr lang="en-US" sz="2400" b="0" i="0" u="none" strike="noStrike" dirty="0">
                          <a:solidFill>
                            <a:srgbClr val="000000"/>
                          </a:solidFill>
                          <a:effectLst/>
                          <a:latin typeface="+mj-lt"/>
                        </a:rPr>
                        <a:t>3000</a:t>
                      </a:r>
                    </a:p>
                  </a:txBody>
                  <a:tcPr marL="10160" marR="10160" marT="1016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4</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1</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38</a:t>
                      </a:r>
                    </a:p>
                  </a:txBody>
                  <a:tcPr marL="10160" marR="10160" marT="1016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ctr" fontAlgn="b"/>
                      <a:r>
                        <a:rPr lang="en-US" sz="2400" b="0" i="0" u="none" strike="noStrike" dirty="0">
                          <a:solidFill>
                            <a:srgbClr val="000000"/>
                          </a:solidFill>
                          <a:effectLst/>
                          <a:latin typeface="+mj-lt"/>
                        </a:rPr>
                        <a:t>540</a:t>
                      </a:r>
                    </a:p>
                  </a:txBody>
                  <a:tcPr marL="10160" marR="10160" marT="10160" marB="0" anchor="b">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5"/>
                  </a:ext>
                </a:extLst>
              </a:tr>
            </a:tbl>
          </a:graphicData>
        </a:graphic>
      </p:graphicFrame>
      <p:pic>
        <p:nvPicPr>
          <p:cNvPr id="5" name="Picture 4"/>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1501913" y="2081561"/>
            <a:ext cx="307340" cy="205740"/>
          </a:xfrm>
          <a:prstGeom prst="rect">
            <a:avLst/>
          </a:prstGeom>
        </p:spPr>
      </p:pic>
      <p:pic>
        <p:nvPicPr>
          <p:cNvPr id="6" name="Picture 5"/>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3061253" y="2081561"/>
            <a:ext cx="297180" cy="200660"/>
          </a:xfrm>
          <a:prstGeom prst="rect">
            <a:avLst/>
          </a:prstGeom>
        </p:spPr>
      </p:pic>
      <p:pic>
        <p:nvPicPr>
          <p:cNvPr id="7" name="Picture 6"/>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4557863" y="2081559"/>
            <a:ext cx="304800" cy="200660"/>
          </a:xfrm>
          <a:prstGeom prst="rect">
            <a:avLst/>
          </a:prstGeom>
        </p:spPr>
      </p:pic>
      <p:pic>
        <p:nvPicPr>
          <p:cNvPr id="8" name="Picture 7"/>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6082749" y="2081558"/>
            <a:ext cx="307340" cy="205740"/>
          </a:xfrm>
          <a:prstGeom prst="rect">
            <a:avLst/>
          </a:prstGeom>
        </p:spPr>
      </p:pic>
      <p:pic>
        <p:nvPicPr>
          <p:cNvPr id="9" name="Picture 8"/>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9863041" y="2076479"/>
            <a:ext cx="160020" cy="218440"/>
          </a:xfrm>
          <a:prstGeom prst="rect">
            <a:avLst/>
          </a:prstGeom>
        </p:spPr>
      </p:pic>
      <p:pic>
        <p:nvPicPr>
          <p:cNvPr id="10" name="Picture 9"/>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7826625" y="2076479"/>
            <a:ext cx="312420" cy="200660"/>
          </a:xfrm>
          <a:prstGeom prst="rect">
            <a:avLst/>
          </a:prstGeom>
        </p:spPr>
      </p:pic>
      <p:pic>
        <p:nvPicPr>
          <p:cNvPr id="17" name="Picture 16"/>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1785643" y="4409527"/>
            <a:ext cx="3563875" cy="1824228"/>
          </a:xfrm>
          <a:prstGeom prst="rect">
            <a:avLst/>
          </a:prstGeom>
        </p:spPr>
      </p:pic>
      <p:pic>
        <p:nvPicPr>
          <p:cNvPr id="16" name="Picture 15"/>
          <p:cNvPicPr>
            <a:picLocks noChangeAspect="1"/>
          </p:cNvPicPr>
          <p:nvPr>
            <p:custDataLst>
              <p:tags r:id="rId8"/>
            </p:custDataLst>
          </p:nvPr>
        </p:nvPicPr>
        <p:blipFill>
          <a:blip r:embed="rId19" cstate="print">
            <a:extLst>
              <a:ext uri="{28A0092B-C50C-407E-A947-70E740481C1C}">
                <a14:useLocalDpi xmlns:a14="http://schemas.microsoft.com/office/drawing/2010/main" val="0"/>
              </a:ext>
            </a:extLst>
          </a:blip>
          <a:stretch>
            <a:fillRect/>
          </a:stretch>
        </p:blipFill>
        <p:spPr>
          <a:xfrm>
            <a:off x="8027009" y="4429185"/>
            <a:ext cx="1321308" cy="1824228"/>
          </a:xfrm>
          <a:prstGeom prst="rect">
            <a:avLst/>
          </a:prstGeom>
        </p:spPr>
      </p:pic>
      <p:pic>
        <p:nvPicPr>
          <p:cNvPr id="4" name="Picture 3"/>
          <p:cNvPicPr>
            <a:picLocks noChangeAspect="1"/>
          </p:cNvPicPr>
          <p:nvPr>
            <p:custDataLst>
              <p:tags r:id="rId9"/>
            </p:custDataLst>
          </p:nvPr>
        </p:nvPicPr>
        <p:blipFill>
          <a:blip r:embed="rId20" cstate="print">
            <a:extLst>
              <a:ext uri="{28A0092B-C50C-407E-A947-70E740481C1C}">
                <a14:useLocalDpi xmlns:a14="http://schemas.microsoft.com/office/drawing/2010/main" val="0"/>
              </a:ext>
            </a:extLst>
          </a:blip>
          <a:stretch>
            <a:fillRect/>
          </a:stretch>
        </p:blipFill>
        <p:spPr>
          <a:xfrm>
            <a:off x="1809253" y="6425292"/>
            <a:ext cx="2832100" cy="365760"/>
          </a:xfrm>
          <a:prstGeom prst="rect">
            <a:avLst/>
          </a:prstGeom>
        </p:spPr>
      </p:pic>
      <p:sp>
        <p:nvSpPr>
          <p:cNvPr id="14" name="Título 13">
            <a:extLst>
              <a:ext uri="{FF2B5EF4-FFF2-40B4-BE49-F238E27FC236}">
                <a16:creationId xmlns:a16="http://schemas.microsoft.com/office/drawing/2014/main" id="{19E5B4DE-3371-4975-B6C0-6A1AD6D9494D}"/>
              </a:ext>
            </a:extLst>
          </p:cNvPr>
          <p:cNvSpPr>
            <a:spLocks noGrp="1"/>
          </p:cNvSpPr>
          <p:nvPr>
            <p:ph type="title"/>
          </p:nvPr>
        </p:nvSpPr>
        <p:spPr>
          <a:xfrm>
            <a:off x="1097280" y="286604"/>
            <a:ext cx="10058400" cy="768132"/>
          </a:xfrm>
        </p:spPr>
        <p:txBody>
          <a:bodyPr/>
          <a:lstStyle/>
          <a:p>
            <a:r>
              <a:rPr lang="es-ES" dirty="0"/>
              <a:t>Ejemplo: m = 5</a:t>
            </a:r>
            <a:endParaRPr lang="es-BO" dirty="0"/>
          </a:p>
        </p:txBody>
      </p:sp>
    </p:spTree>
    <p:extLst>
      <p:ext uri="{BB962C8B-B14F-4D97-AF65-F5344CB8AC3E}">
        <p14:creationId xmlns:p14="http://schemas.microsoft.com/office/powerpoint/2010/main" val="17279766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A6551A74-CE3B-4EE0-820D-4006537472C1}"/>
              </a:ext>
            </a:extLst>
          </p:cNvPr>
          <p:cNvSpPr>
            <a:spLocks noGrp="1"/>
          </p:cNvSpPr>
          <p:nvPr>
            <p:ph type="title"/>
          </p:nvPr>
        </p:nvSpPr>
        <p:spPr/>
        <p:txBody>
          <a:bodyPr/>
          <a:lstStyle/>
          <a:p>
            <a:r>
              <a:rPr lang="es-ES" dirty="0"/>
              <a:t>m ejemplos de entrenamiento y n características</a:t>
            </a:r>
            <a:endParaRPr lang="es-BO" dirty="0"/>
          </a:p>
        </p:txBody>
      </p:sp>
      <p:sp>
        <p:nvSpPr>
          <p:cNvPr id="9" name="Rectangle 8"/>
          <p:cNvSpPr/>
          <p:nvPr/>
        </p:nvSpPr>
        <p:spPr>
          <a:xfrm>
            <a:off x="203200" y="1921877"/>
            <a:ext cx="5612637" cy="646331"/>
          </a:xfrm>
          <a:prstGeom prst="rect">
            <a:avLst/>
          </a:prstGeom>
        </p:spPr>
        <p:txBody>
          <a:bodyPr wrap="square">
            <a:spAutoFit/>
          </a:bodyPr>
          <a:lstStyle/>
          <a:p>
            <a:pPr algn="ctr"/>
            <a:r>
              <a:rPr lang="en-US" sz="3600" u="sng" dirty="0" err="1"/>
              <a:t>Descenso</a:t>
            </a:r>
            <a:r>
              <a:rPr lang="en-US" sz="3600" u="sng" dirty="0"/>
              <a:t> por el </a:t>
            </a:r>
            <a:r>
              <a:rPr lang="en-US" sz="3600" u="sng" dirty="0" err="1"/>
              <a:t>gradiente</a:t>
            </a:r>
            <a:endParaRPr lang="en-US" sz="3600" u="sng" dirty="0"/>
          </a:p>
        </p:txBody>
      </p:sp>
      <p:sp>
        <p:nvSpPr>
          <p:cNvPr id="10" name="Rectangle 9"/>
          <p:cNvSpPr/>
          <p:nvPr/>
        </p:nvSpPr>
        <p:spPr>
          <a:xfrm>
            <a:off x="6400800" y="1921877"/>
            <a:ext cx="5612637" cy="666786"/>
          </a:xfrm>
          <a:prstGeom prst="rect">
            <a:avLst/>
          </a:prstGeom>
        </p:spPr>
        <p:txBody>
          <a:bodyPr wrap="square">
            <a:spAutoFit/>
          </a:bodyPr>
          <a:lstStyle/>
          <a:p>
            <a:pPr algn="ctr"/>
            <a:r>
              <a:rPr lang="en-US" sz="3733" u="sng" dirty="0" err="1"/>
              <a:t>Ecuación</a:t>
            </a:r>
            <a:r>
              <a:rPr lang="en-US" sz="3733" u="sng" dirty="0"/>
              <a:t> de la normal</a:t>
            </a:r>
          </a:p>
        </p:txBody>
      </p:sp>
      <p:cxnSp>
        <p:nvCxnSpPr>
          <p:cNvPr id="6" name="Straight Connector 5"/>
          <p:cNvCxnSpPr/>
          <p:nvPr/>
        </p:nvCxnSpPr>
        <p:spPr>
          <a:xfrm>
            <a:off x="5892800" y="2136984"/>
            <a:ext cx="0" cy="4978400"/>
          </a:xfrm>
          <a:prstGeom prst="line">
            <a:avLst/>
          </a:prstGeom>
        </p:spPr>
        <p:style>
          <a:lnRef idx="1">
            <a:schemeClr val="dk1"/>
          </a:lnRef>
          <a:fillRef idx="0">
            <a:schemeClr val="dk1"/>
          </a:fillRef>
          <a:effectRef idx="0">
            <a:schemeClr val="dk1"/>
          </a:effectRef>
          <a:fontRef idx="minor">
            <a:schemeClr val="tx1"/>
          </a:fontRef>
        </p:style>
      </p:cxnSp>
      <p:sp>
        <p:nvSpPr>
          <p:cNvPr id="13" name="Rectangle 12"/>
          <p:cNvSpPr/>
          <p:nvPr/>
        </p:nvSpPr>
        <p:spPr>
          <a:xfrm>
            <a:off x="5892800" y="2790297"/>
            <a:ext cx="5994400" cy="2677656"/>
          </a:xfrm>
          <a:prstGeom prst="rect">
            <a:avLst/>
          </a:prstGeom>
        </p:spPr>
        <p:txBody>
          <a:bodyPr wrap="square">
            <a:spAutoFit/>
          </a:bodyPr>
          <a:lstStyle/>
          <a:p>
            <a:pPr marL="457189" indent="-457189">
              <a:buFont typeface="Arial" pitchFamily="34" charset="0"/>
              <a:buChar char="•"/>
            </a:pPr>
            <a:r>
              <a:rPr lang="en-US" sz="2800" dirty="0"/>
              <a:t>No require </a:t>
            </a:r>
            <a:r>
              <a:rPr lang="en-US" sz="2800" dirty="0" err="1"/>
              <a:t>elegir</a:t>
            </a:r>
            <a:r>
              <a:rPr lang="en-US" sz="2800" dirty="0"/>
              <a:t> el </a:t>
            </a:r>
            <a:r>
              <a:rPr lang="en-US" sz="2800" dirty="0" err="1"/>
              <a:t>coheficiente</a:t>
            </a:r>
            <a:r>
              <a:rPr lang="en-US" sz="2800" dirty="0"/>
              <a:t> de </a:t>
            </a:r>
            <a:r>
              <a:rPr lang="en-US" sz="2800" dirty="0" err="1"/>
              <a:t>aprendizaje</a:t>
            </a:r>
            <a:endParaRPr lang="en-US" sz="2800" dirty="0"/>
          </a:p>
          <a:p>
            <a:pPr marL="457189" indent="-457189">
              <a:buFont typeface="Arial" pitchFamily="34" charset="0"/>
              <a:buChar char="•"/>
            </a:pPr>
            <a:r>
              <a:rPr lang="en-US" sz="2800" dirty="0"/>
              <a:t>No </a:t>
            </a:r>
            <a:r>
              <a:rPr lang="en-US" sz="2800" dirty="0" err="1"/>
              <a:t>necesita</a:t>
            </a:r>
            <a:r>
              <a:rPr lang="en-US" sz="2800" dirty="0"/>
              <a:t> </a:t>
            </a:r>
            <a:r>
              <a:rPr lang="en-US" sz="2800" dirty="0" err="1"/>
              <a:t>iterar</a:t>
            </a:r>
            <a:r>
              <a:rPr lang="en-US" sz="2800" dirty="0"/>
              <a:t>.</a:t>
            </a:r>
          </a:p>
          <a:p>
            <a:pPr marL="457189" indent="-457189">
              <a:buFont typeface="Arial" pitchFamily="34" charset="0"/>
              <a:buChar char="•"/>
            </a:pPr>
            <a:r>
              <a:rPr lang="en-US" sz="2800" dirty="0" err="1"/>
              <a:t>Necesita</a:t>
            </a:r>
            <a:r>
              <a:rPr lang="en-US" sz="2800" dirty="0"/>
              <a:t> </a:t>
            </a:r>
            <a:r>
              <a:rPr lang="en-US" sz="2800" dirty="0" err="1"/>
              <a:t>calcular</a:t>
            </a:r>
            <a:r>
              <a:rPr lang="en-US" sz="2800" dirty="0"/>
              <a:t>:</a:t>
            </a:r>
          </a:p>
          <a:p>
            <a:pPr marL="457189" indent="-457189">
              <a:buFont typeface="Arial" pitchFamily="34" charset="0"/>
              <a:buChar char="•"/>
            </a:pPr>
            <a:endParaRPr lang="en-US" sz="2800" dirty="0"/>
          </a:p>
          <a:p>
            <a:pPr marL="457189" indent="-457189">
              <a:buFont typeface="Arial" pitchFamily="34" charset="0"/>
              <a:buChar char="•"/>
            </a:pPr>
            <a:r>
              <a:rPr lang="en-US" sz="2800" dirty="0"/>
              <a:t>Lento </a:t>
            </a:r>
            <a:r>
              <a:rPr lang="en-US" sz="2800" dirty="0" err="1"/>
              <a:t>si</a:t>
            </a:r>
            <a:r>
              <a:rPr lang="en-US" sz="2800" dirty="0"/>
              <a:t> n es </a:t>
            </a:r>
            <a:r>
              <a:rPr lang="en-US" sz="2800" dirty="0" err="1"/>
              <a:t>muy</a:t>
            </a:r>
            <a:r>
              <a:rPr lang="en-US" sz="2800" dirty="0"/>
              <a:t> </a:t>
            </a:r>
            <a:r>
              <a:rPr lang="en-US" sz="2800" dirty="0" err="1"/>
              <a:t>grande</a:t>
            </a:r>
            <a:endParaRPr lang="en-US" sz="2800" dirty="0"/>
          </a:p>
        </p:txBody>
      </p:sp>
      <p:sp>
        <p:nvSpPr>
          <p:cNvPr id="16" name="Rectangle 15"/>
          <p:cNvSpPr/>
          <p:nvPr/>
        </p:nvSpPr>
        <p:spPr>
          <a:xfrm>
            <a:off x="203200" y="2824563"/>
            <a:ext cx="5815838" cy="2246769"/>
          </a:xfrm>
          <a:prstGeom prst="rect">
            <a:avLst/>
          </a:prstGeom>
        </p:spPr>
        <p:txBody>
          <a:bodyPr wrap="square">
            <a:spAutoFit/>
          </a:bodyPr>
          <a:lstStyle/>
          <a:p>
            <a:pPr marL="457189" indent="-457189">
              <a:buFont typeface="Arial" pitchFamily="34" charset="0"/>
              <a:buChar char="•"/>
            </a:pPr>
            <a:r>
              <a:rPr lang="en-US" sz="2800" dirty="0"/>
              <a:t>Se require </a:t>
            </a:r>
            <a:r>
              <a:rPr lang="en-US" sz="2800" dirty="0" err="1"/>
              <a:t>elegir</a:t>
            </a:r>
            <a:r>
              <a:rPr lang="en-US" sz="2800" dirty="0"/>
              <a:t> el </a:t>
            </a:r>
            <a:r>
              <a:rPr lang="en-US" sz="2800" dirty="0" err="1"/>
              <a:t>coheficiente</a:t>
            </a:r>
            <a:r>
              <a:rPr lang="en-US" sz="2800" dirty="0"/>
              <a:t> de </a:t>
            </a:r>
            <a:r>
              <a:rPr lang="en-US" sz="2800" dirty="0" err="1"/>
              <a:t>aprendizaje</a:t>
            </a:r>
            <a:r>
              <a:rPr lang="en-US" sz="2800" dirty="0"/>
              <a:t> </a:t>
            </a:r>
          </a:p>
          <a:p>
            <a:pPr marL="457189" indent="-457189">
              <a:buFont typeface="Arial" pitchFamily="34" charset="0"/>
              <a:buChar char="•"/>
            </a:pPr>
            <a:r>
              <a:rPr lang="en-US" sz="2800" dirty="0"/>
              <a:t>Se require </a:t>
            </a:r>
            <a:r>
              <a:rPr lang="en-US" sz="2800" dirty="0" err="1"/>
              <a:t>muchas</a:t>
            </a:r>
            <a:r>
              <a:rPr lang="en-US" sz="2800" dirty="0"/>
              <a:t> </a:t>
            </a:r>
            <a:r>
              <a:rPr lang="en-US" sz="2800" dirty="0" err="1"/>
              <a:t>iteraciones</a:t>
            </a:r>
            <a:endParaRPr lang="en-US" sz="2800" dirty="0"/>
          </a:p>
          <a:p>
            <a:pPr marL="457189" indent="-457189">
              <a:buFont typeface="Arial" pitchFamily="34" charset="0"/>
              <a:buChar char="•"/>
            </a:pPr>
            <a:r>
              <a:rPr lang="en-US" sz="2800" dirty="0" err="1"/>
              <a:t>Trabaja</a:t>
            </a:r>
            <a:r>
              <a:rPr lang="en-US" sz="2800" dirty="0"/>
              <a:t> </a:t>
            </a:r>
            <a:r>
              <a:rPr lang="en-US" sz="2800" dirty="0" err="1"/>
              <a:t>muy</a:t>
            </a:r>
            <a:r>
              <a:rPr lang="en-US" sz="2800" dirty="0"/>
              <a:t> bien </a:t>
            </a:r>
            <a:r>
              <a:rPr lang="en-US" sz="2800" dirty="0" err="1"/>
              <a:t>aun</a:t>
            </a:r>
            <a:r>
              <a:rPr lang="en-US" sz="2800" dirty="0"/>
              <a:t> </a:t>
            </a:r>
            <a:r>
              <a:rPr lang="en-US" sz="2800" dirty="0" err="1"/>
              <a:t>cuando</a:t>
            </a:r>
            <a:r>
              <a:rPr lang="en-US" sz="2800" dirty="0"/>
              <a:t> n es </a:t>
            </a:r>
            <a:r>
              <a:rPr lang="en-US" sz="2800" dirty="0" err="1"/>
              <a:t>grande</a:t>
            </a:r>
            <a:endParaRPr lang="en-US" sz="2800" dirty="0"/>
          </a:p>
        </p:txBody>
      </p:sp>
      <p:pic>
        <p:nvPicPr>
          <p:cNvPr id="8" name="Picture 7"/>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639271" y="3442051"/>
            <a:ext cx="266700" cy="213360"/>
          </a:xfrm>
          <a:prstGeom prst="rect">
            <a:avLst/>
          </a:prstGeom>
        </p:spPr>
      </p:pic>
      <p:pic>
        <p:nvPicPr>
          <p:cNvPr id="14" name="Picture 13"/>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176119" y="4626184"/>
            <a:ext cx="1765189" cy="468116"/>
          </a:xfrm>
          <a:prstGeom prst="rect">
            <a:avLst/>
          </a:prstGeom>
        </p:spPr>
      </p:pic>
      <p:pic>
        <p:nvPicPr>
          <p:cNvPr id="20" name="Picture 19"/>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8321759" y="3370658"/>
            <a:ext cx="266700" cy="213360"/>
          </a:xfrm>
          <a:prstGeom prst="rect">
            <a:avLst/>
          </a:prstGeom>
        </p:spPr>
      </p:pic>
      <mc:AlternateContent xmlns:mc="http://schemas.openxmlformats.org/markup-compatibility/2006" xmlns:p14="http://schemas.microsoft.com/office/powerpoint/2010/main">
        <mc:Choice Requires="p14">
          <p:contentPart p14:bwMode="auto" r:id="rId8">
            <p14:nvContentPartPr>
              <p14:cNvPr id="3" name="Ink 2"/>
              <p14:cNvContentPartPr/>
              <p14:nvPr/>
            </p14:nvContentPartPr>
            <p14:xfrm>
              <a:off x="2000040" y="4516504"/>
              <a:ext cx="9710280" cy="2728800"/>
            </p14:xfrm>
          </p:contentPart>
        </mc:Choice>
        <mc:Fallback xmlns="">
          <p:pic>
            <p:nvPicPr>
              <p:cNvPr id="3" name="Ink 2"/>
              <p:cNvPicPr/>
              <p:nvPr/>
            </p:nvPicPr>
            <p:blipFill>
              <a:blip r:embed="rId9"/>
              <a:stretch>
                <a:fillRect/>
              </a:stretch>
            </p:blipFill>
            <p:spPr>
              <a:xfrm>
                <a:off x="1990680" y="4507144"/>
                <a:ext cx="9729000" cy="2747520"/>
              </a:xfrm>
              <a:prstGeom prst="rect">
                <a:avLst/>
              </a:prstGeom>
            </p:spPr>
          </p:pic>
        </mc:Fallback>
      </mc:AlternateContent>
    </p:spTree>
    <p:extLst>
      <p:ext uri="{BB962C8B-B14F-4D97-AF65-F5344CB8AC3E}">
        <p14:creationId xmlns:p14="http://schemas.microsoft.com/office/powerpoint/2010/main" val="15619122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976747E0-9D57-45F5-AE5A-D876882D2291}"/>
              </a:ext>
            </a:extLst>
          </p:cNvPr>
          <p:cNvSpPr>
            <a:spLocks noGrp="1"/>
          </p:cNvSpPr>
          <p:nvPr>
            <p:ph type="title"/>
          </p:nvPr>
        </p:nvSpPr>
        <p:spPr/>
        <p:txBody>
          <a:bodyPr/>
          <a:lstStyle/>
          <a:p>
            <a:r>
              <a:rPr lang="es-ES" dirty="0"/>
              <a:t>Ecuación de la normal y la no </a:t>
            </a:r>
            <a:r>
              <a:rPr lang="es-ES" dirty="0" err="1"/>
              <a:t>invertibilidad</a:t>
            </a:r>
            <a:endParaRPr lang="es-BO" dirty="0"/>
          </a:p>
        </p:txBody>
      </p:sp>
      <p:sp>
        <p:nvSpPr>
          <p:cNvPr id="4" name="Marcador de contenido 3">
            <a:extLst>
              <a:ext uri="{FF2B5EF4-FFF2-40B4-BE49-F238E27FC236}">
                <a16:creationId xmlns:a16="http://schemas.microsoft.com/office/drawing/2014/main" id="{9BD11CD7-14FD-4D17-B3E5-E738ABFB9122}"/>
              </a:ext>
            </a:extLst>
          </p:cNvPr>
          <p:cNvSpPr>
            <a:spLocks noGrp="1"/>
          </p:cNvSpPr>
          <p:nvPr>
            <p:ph idx="1"/>
          </p:nvPr>
        </p:nvSpPr>
        <p:spPr/>
        <p:txBody>
          <a:bodyPr>
            <a:normAutofit fontScale="92500" lnSpcReduction="10000"/>
          </a:bodyPr>
          <a:lstStyle/>
          <a:p>
            <a:pPr>
              <a:buClr>
                <a:schemeClr val="tx1"/>
              </a:buClr>
              <a:buFont typeface="Arial" panose="020B0604020202020204" pitchFamily="34" charset="0"/>
              <a:buChar char="•"/>
            </a:pPr>
            <a:r>
              <a:rPr lang="es-ES" b="1" dirty="0">
                <a:solidFill>
                  <a:schemeClr val="tx1"/>
                </a:solidFill>
              </a:rPr>
              <a:t>Este es un concepto avanzado</a:t>
            </a:r>
          </a:p>
          <a:p>
            <a:pPr>
              <a:buClr>
                <a:schemeClr val="tx1"/>
              </a:buClr>
              <a:buFont typeface="Arial" panose="020B0604020202020204" pitchFamily="34" charset="0"/>
              <a:buChar char="•"/>
            </a:pPr>
            <a:r>
              <a:rPr lang="es-ES" b="1" dirty="0">
                <a:solidFill>
                  <a:schemeClr val="tx1"/>
                </a:solidFill>
              </a:rPr>
              <a:t>La ecuación de la normal es:</a:t>
            </a:r>
          </a:p>
          <a:p>
            <a:pPr>
              <a:buClr>
                <a:schemeClr val="tx1"/>
              </a:buClr>
              <a:buFont typeface="Arial" panose="020B0604020202020204" pitchFamily="34" charset="0"/>
              <a:buChar char="•"/>
            </a:pPr>
            <a:r>
              <a:rPr lang="es-ES" b="1" dirty="0">
                <a:solidFill>
                  <a:schemeClr val="tx1"/>
                </a:solidFill>
              </a:rPr>
              <a:t>Que sucede si                      no se podría invertir? </a:t>
            </a:r>
          </a:p>
          <a:p>
            <a:pPr>
              <a:buClr>
                <a:schemeClr val="tx1"/>
              </a:buClr>
              <a:buFont typeface="Arial" panose="020B0604020202020204" pitchFamily="34" charset="0"/>
              <a:buChar char="•"/>
            </a:pPr>
            <a:r>
              <a:rPr lang="es-ES" b="1" dirty="0">
                <a:solidFill>
                  <a:schemeClr val="tx1"/>
                </a:solidFill>
              </a:rPr>
              <a:t>Hay matrices que se pueden invertir y otras que no se pueden invertir, estas son matrices singulares o degeneradas. </a:t>
            </a:r>
          </a:p>
          <a:p>
            <a:pPr>
              <a:buClr>
                <a:schemeClr val="tx1"/>
              </a:buClr>
              <a:buFont typeface="Arial" panose="020B0604020202020204" pitchFamily="34" charset="0"/>
              <a:buChar char="•"/>
            </a:pPr>
            <a:r>
              <a:rPr lang="es-ES" b="1" dirty="0">
                <a:solidFill>
                  <a:schemeClr val="tx1"/>
                </a:solidFill>
              </a:rPr>
              <a:t>Esto ocurre muy rara vez.</a:t>
            </a:r>
          </a:p>
          <a:p>
            <a:pPr>
              <a:buClr>
                <a:schemeClr val="tx1"/>
              </a:buClr>
              <a:buFont typeface="Arial" panose="020B0604020202020204" pitchFamily="34" charset="0"/>
              <a:buChar char="•"/>
            </a:pPr>
            <a:r>
              <a:rPr lang="es-ES" b="1" dirty="0">
                <a:solidFill>
                  <a:schemeClr val="tx1"/>
                </a:solidFill>
              </a:rPr>
              <a:t>Generalmente hay dos casos comunes:</a:t>
            </a:r>
          </a:p>
          <a:p>
            <a:pPr lvl="1">
              <a:buClr>
                <a:schemeClr val="tx1"/>
              </a:buClr>
              <a:buFont typeface="Arial" panose="020B0604020202020204" pitchFamily="34" charset="0"/>
              <a:buChar char="•"/>
            </a:pPr>
            <a:r>
              <a:rPr lang="es-ES" b="1" dirty="0">
                <a:solidFill>
                  <a:schemeClr val="tx1"/>
                </a:solidFill>
              </a:rPr>
              <a:t>La primera causa es que, de alguna manera, en el problema de aprendizaje tiene características redundantes. Por ejemplo si trata de predecir precios de casa y si x1 es el tamaño de un casa en metros cuadrados y x2 es el tamaño en pies cuadrados. Como 1 m cuadrado es igual a 3.28 pies, x1 = (3.28)*x2, de manera que si dos características están relacionadas por una ecuación como la anterior esa matriz no es invertible.</a:t>
            </a:r>
          </a:p>
          <a:p>
            <a:pPr lvl="1">
              <a:buClr>
                <a:schemeClr val="tx1"/>
              </a:buClr>
              <a:buFont typeface="Arial" panose="020B0604020202020204" pitchFamily="34" charset="0"/>
              <a:buChar char="•"/>
            </a:pPr>
            <a:r>
              <a:rPr lang="es-ES" b="1" dirty="0">
                <a:solidFill>
                  <a:schemeClr val="tx1"/>
                </a:solidFill>
              </a:rPr>
              <a:t>La segunda causa se debe a que cuando se entrena un algoritmo con muchas características (m &lt; n)</a:t>
            </a:r>
          </a:p>
          <a:p>
            <a:pPr lvl="1">
              <a:buClr>
                <a:schemeClr val="tx1"/>
              </a:buClr>
              <a:buFont typeface="Arial" panose="020B0604020202020204" pitchFamily="34" charset="0"/>
              <a:buChar char="•"/>
            </a:pPr>
            <a:endParaRPr lang="es-ES" b="1" dirty="0">
              <a:solidFill>
                <a:schemeClr val="tx1"/>
              </a:solidFill>
            </a:endParaRPr>
          </a:p>
          <a:p>
            <a:pPr>
              <a:buClr>
                <a:schemeClr val="tx1"/>
              </a:buClr>
              <a:buFont typeface="Arial" panose="020B0604020202020204" pitchFamily="34" charset="0"/>
              <a:buChar char="•"/>
            </a:pPr>
            <a:endParaRPr lang="es-ES" b="1" dirty="0">
              <a:solidFill>
                <a:schemeClr val="tx1"/>
              </a:solidFill>
            </a:endParaRPr>
          </a:p>
        </p:txBody>
      </p:sp>
      <p:sp>
        <p:nvSpPr>
          <p:cNvPr id="2" name="Marcador de número de diapositiva 1">
            <a:extLst>
              <a:ext uri="{FF2B5EF4-FFF2-40B4-BE49-F238E27FC236}">
                <a16:creationId xmlns:a16="http://schemas.microsoft.com/office/drawing/2014/main" id="{6DFE2323-EA81-491B-B77A-BB8A14E66D94}"/>
              </a:ext>
            </a:extLst>
          </p:cNvPr>
          <p:cNvSpPr>
            <a:spLocks noGrp="1"/>
          </p:cNvSpPr>
          <p:nvPr>
            <p:ph type="sldNum" sz="quarter" idx="12"/>
          </p:nvPr>
        </p:nvSpPr>
        <p:spPr/>
        <p:txBody>
          <a:bodyPr/>
          <a:lstStyle/>
          <a:p>
            <a:fld id="{6D22F896-40B5-4ADD-8801-0D06FADFA095}" type="slidenum">
              <a:rPr lang="en-US" smtClean="0"/>
              <a:t>56</a:t>
            </a:fld>
            <a:endParaRPr lang="en-US" dirty="0"/>
          </a:p>
        </p:txBody>
      </p:sp>
      <p:pic>
        <p:nvPicPr>
          <p:cNvPr id="5" name="Picture 1">
            <a:extLst>
              <a:ext uri="{FF2B5EF4-FFF2-40B4-BE49-F238E27FC236}">
                <a16:creationId xmlns:a16="http://schemas.microsoft.com/office/drawing/2014/main" id="{2FB39C54-D0FA-4EB1-B17C-F6AB65DF975D}"/>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223792" y="2204864"/>
            <a:ext cx="2952328" cy="394008"/>
          </a:xfrm>
          <a:prstGeom prst="rect">
            <a:avLst/>
          </a:prstGeom>
        </p:spPr>
      </p:pic>
      <p:pic>
        <p:nvPicPr>
          <p:cNvPr id="6" name="Picture 5">
            <a:extLst>
              <a:ext uri="{FF2B5EF4-FFF2-40B4-BE49-F238E27FC236}">
                <a16:creationId xmlns:a16="http://schemas.microsoft.com/office/drawing/2014/main" id="{800B8428-1D96-4871-886E-59F9747820D8}"/>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2711624" y="2631529"/>
            <a:ext cx="864096" cy="305461"/>
          </a:xfrm>
          <a:prstGeom prst="rect">
            <a:avLst/>
          </a:prstGeom>
        </p:spPr>
      </p:pic>
    </p:spTree>
    <p:extLst>
      <p:ext uri="{BB962C8B-B14F-4D97-AF65-F5344CB8AC3E}">
        <p14:creationId xmlns:p14="http://schemas.microsoft.com/office/powerpoint/2010/main" val="27171562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0D57152-996E-47ED-A679-9CF4412B2C90}"/>
              </a:ext>
            </a:extLst>
          </p:cNvPr>
          <p:cNvSpPr>
            <a:spLocks noGrp="1"/>
          </p:cNvSpPr>
          <p:nvPr>
            <p:ph type="title"/>
          </p:nvPr>
        </p:nvSpPr>
        <p:spPr/>
        <p:txBody>
          <a:bodyPr/>
          <a:lstStyle/>
          <a:p>
            <a:r>
              <a:rPr lang="es-ES" dirty="0"/>
              <a:t>REGRESIÓN LOGÍSTICA</a:t>
            </a:r>
            <a:endParaRPr lang="es-BO" dirty="0"/>
          </a:p>
        </p:txBody>
      </p:sp>
      <p:sp>
        <p:nvSpPr>
          <p:cNvPr id="5" name="Marcador de contenido 4">
            <a:extLst>
              <a:ext uri="{FF2B5EF4-FFF2-40B4-BE49-F238E27FC236}">
                <a16:creationId xmlns:a16="http://schemas.microsoft.com/office/drawing/2014/main" id="{5CE90416-885D-4A67-B24A-A8C9228A220A}"/>
              </a:ext>
            </a:extLst>
          </p:cNvPr>
          <p:cNvSpPr>
            <a:spLocks noGrp="1"/>
          </p:cNvSpPr>
          <p:nvPr>
            <p:ph idx="1"/>
          </p:nvPr>
        </p:nvSpPr>
        <p:spPr>
          <a:xfrm>
            <a:off x="677334" y="2160589"/>
            <a:ext cx="5634690" cy="3880773"/>
          </a:xfrm>
        </p:spPr>
        <p:txBody>
          <a:bodyPr>
            <a:normAutofit/>
          </a:bodyPr>
          <a:lstStyle/>
          <a:p>
            <a:pPr marL="0" indent="0">
              <a:buNone/>
            </a:pPr>
            <a:r>
              <a:rPr lang="es-ES" sz="2800" b="1" dirty="0"/>
              <a:t>CLASIFICACIÓN</a:t>
            </a:r>
          </a:p>
          <a:p>
            <a:r>
              <a:rPr lang="es-ES" sz="2800" dirty="0"/>
              <a:t>En los problemas de clasificación, el valor de la variable que se quiere predecir es discreto.</a:t>
            </a:r>
          </a:p>
          <a:p>
            <a:r>
              <a:rPr lang="es-ES" sz="2800" dirty="0"/>
              <a:t>Se utiliza el algoritmo de regresión logística.</a:t>
            </a:r>
            <a:endParaRPr lang="es-BO" sz="2800" dirty="0"/>
          </a:p>
        </p:txBody>
      </p:sp>
      <p:pic>
        <p:nvPicPr>
          <p:cNvPr id="1026" name="Picture 2" descr="Resultado de imagen para logistic regression">
            <a:extLst>
              <a:ext uri="{FF2B5EF4-FFF2-40B4-BE49-F238E27FC236}">
                <a16:creationId xmlns:a16="http://schemas.microsoft.com/office/drawing/2014/main" id="{E4B3B055-001C-4B6F-94B4-ECE68A60AE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2024" y="1791162"/>
            <a:ext cx="5010150" cy="461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15547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B1726-81F8-4F43-A5B3-5A0119427451}"/>
              </a:ext>
            </a:extLst>
          </p:cNvPr>
          <p:cNvSpPr>
            <a:spLocks noGrp="1"/>
          </p:cNvSpPr>
          <p:nvPr>
            <p:ph type="title"/>
          </p:nvPr>
        </p:nvSpPr>
        <p:spPr/>
        <p:txBody>
          <a:bodyPr/>
          <a:lstStyle/>
          <a:p>
            <a:r>
              <a:rPr lang="es-ES" dirty="0"/>
              <a:t>Problemas de clasificación</a:t>
            </a:r>
            <a:endParaRPr lang="es-BO" dirty="0"/>
          </a:p>
        </p:txBody>
      </p:sp>
      <p:sp>
        <p:nvSpPr>
          <p:cNvPr id="3" name="Marcador de contenido 2">
            <a:extLst>
              <a:ext uri="{FF2B5EF4-FFF2-40B4-BE49-F238E27FC236}">
                <a16:creationId xmlns:a16="http://schemas.microsoft.com/office/drawing/2014/main" id="{E8464C81-CF49-40D2-AC54-0CDBB704AD53}"/>
              </a:ext>
            </a:extLst>
          </p:cNvPr>
          <p:cNvSpPr>
            <a:spLocks noGrp="1"/>
          </p:cNvSpPr>
          <p:nvPr>
            <p:ph idx="1"/>
          </p:nvPr>
        </p:nvSpPr>
        <p:spPr>
          <a:xfrm>
            <a:off x="677334" y="2160589"/>
            <a:ext cx="8596668" cy="3284635"/>
          </a:xfrm>
        </p:spPr>
        <p:txBody>
          <a:bodyPr>
            <a:normAutofit fontScale="92500" lnSpcReduction="10000"/>
          </a:bodyPr>
          <a:lstStyle/>
          <a:p>
            <a:r>
              <a:rPr lang="es-ES" dirty="0"/>
              <a:t>Correo electrónico (spam / no spam)?</a:t>
            </a:r>
          </a:p>
          <a:p>
            <a:r>
              <a:rPr lang="es-ES" dirty="0"/>
              <a:t>Transacciones en línea fraudulentas (si / no)?</a:t>
            </a:r>
          </a:p>
          <a:p>
            <a:r>
              <a:rPr lang="es-ES" dirty="0"/>
              <a:t>Tumor (maligno / benigno)?</a:t>
            </a:r>
          </a:p>
          <a:p>
            <a:r>
              <a:rPr lang="es-ES" dirty="0"/>
              <a:t>Solicitud de crédito en un banco (aprobado / rechazado)?</a:t>
            </a:r>
          </a:p>
          <a:p>
            <a:r>
              <a:rPr lang="es-ES" dirty="0"/>
              <a:t>Introducción de un nuevo producto en el mercado (aceptado / rechazado)?</a:t>
            </a:r>
          </a:p>
          <a:p>
            <a:r>
              <a:rPr lang="es-ES" dirty="0"/>
              <a:t>….</a:t>
            </a:r>
          </a:p>
          <a:p>
            <a:endParaRPr lang="es-ES" dirty="0"/>
          </a:p>
          <a:p>
            <a:r>
              <a:rPr lang="es-ES" dirty="0"/>
              <a:t>La variable que se quiere predecir es: </a:t>
            </a:r>
            <a:endParaRPr lang="es-BO" dirty="0"/>
          </a:p>
        </p:txBody>
      </p:sp>
      <p:sp>
        <p:nvSpPr>
          <p:cNvPr id="5" name="Rectángulo 4">
            <a:extLst>
              <a:ext uri="{FF2B5EF4-FFF2-40B4-BE49-F238E27FC236}">
                <a16:creationId xmlns:a16="http://schemas.microsoft.com/office/drawing/2014/main" id="{20EF1258-EE3F-4EE8-9434-B9B25086CDEA}"/>
              </a:ext>
            </a:extLst>
          </p:cNvPr>
          <p:cNvSpPr/>
          <p:nvPr/>
        </p:nvSpPr>
        <p:spPr>
          <a:xfrm>
            <a:off x="4295800" y="5710502"/>
            <a:ext cx="4608512" cy="646331"/>
          </a:xfrm>
          <a:prstGeom prst="rect">
            <a:avLst/>
          </a:prstGeom>
        </p:spPr>
        <p:txBody>
          <a:bodyPr wrap="square">
            <a:spAutoFit/>
          </a:bodyPr>
          <a:lstStyle/>
          <a:p>
            <a:r>
              <a:rPr lang="es-BO" b="1" dirty="0"/>
              <a:t>0: “Clase negativa” (ej., tumor benigno) </a:t>
            </a:r>
          </a:p>
          <a:p>
            <a:r>
              <a:rPr lang="es-BO" b="1" dirty="0"/>
              <a:t>1: “Clase positiva” (ej., tumor maligno)</a:t>
            </a:r>
          </a:p>
        </p:txBody>
      </p:sp>
      <p:pic>
        <p:nvPicPr>
          <p:cNvPr id="6" name="Picture 4">
            <a:extLst>
              <a:ext uri="{FF2B5EF4-FFF2-40B4-BE49-F238E27FC236}">
                <a16:creationId xmlns:a16="http://schemas.microsoft.com/office/drawing/2014/main" id="{1AAC02AA-46BE-41B0-B98D-8C40E1E651BC}"/>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567608" y="5849872"/>
            <a:ext cx="1492301" cy="367589"/>
          </a:xfrm>
          <a:prstGeom prst="rect">
            <a:avLst/>
          </a:prstGeom>
        </p:spPr>
      </p:pic>
    </p:spTree>
    <p:extLst>
      <p:ext uri="{BB962C8B-B14F-4D97-AF65-F5344CB8AC3E}">
        <p14:creationId xmlns:p14="http://schemas.microsoft.com/office/powerpoint/2010/main" val="15703397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4B23B9-1F54-4F92-A7C6-92FB31B45101}"/>
              </a:ext>
            </a:extLst>
          </p:cNvPr>
          <p:cNvSpPr>
            <a:spLocks noGrp="1"/>
          </p:cNvSpPr>
          <p:nvPr>
            <p:ph type="title"/>
          </p:nvPr>
        </p:nvSpPr>
        <p:spPr/>
        <p:txBody>
          <a:bodyPr/>
          <a:lstStyle/>
          <a:p>
            <a:r>
              <a:rPr lang="es-ES" dirty="0"/>
              <a:t>Como se desarrolla un problema de clasificación?</a:t>
            </a:r>
            <a:endParaRPr lang="es-BO" dirty="0"/>
          </a:p>
        </p:txBody>
      </p:sp>
      <p:sp>
        <p:nvSpPr>
          <p:cNvPr id="4" name="Marcador de número de diapositiva 3">
            <a:extLst>
              <a:ext uri="{FF2B5EF4-FFF2-40B4-BE49-F238E27FC236}">
                <a16:creationId xmlns:a16="http://schemas.microsoft.com/office/drawing/2014/main" id="{D848DFBF-5D63-4260-8108-5CA9AEB148BB}"/>
              </a:ext>
            </a:extLst>
          </p:cNvPr>
          <p:cNvSpPr>
            <a:spLocks noGrp="1"/>
          </p:cNvSpPr>
          <p:nvPr>
            <p:ph type="sldNum" sz="quarter" idx="12"/>
          </p:nvPr>
        </p:nvSpPr>
        <p:spPr/>
        <p:txBody>
          <a:bodyPr/>
          <a:lstStyle/>
          <a:p>
            <a:fld id="{6D22F896-40B5-4ADD-8801-0D06FADFA095}" type="slidenum">
              <a:rPr lang="en-US" smtClean="0"/>
              <a:t>59</a:t>
            </a:fld>
            <a:endParaRPr lang="en-US" dirty="0"/>
          </a:p>
        </p:txBody>
      </p:sp>
      <p:pic>
        <p:nvPicPr>
          <p:cNvPr id="5" name="Imagen 4">
            <a:extLst>
              <a:ext uri="{FF2B5EF4-FFF2-40B4-BE49-F238E27FC236}">
                <a16:creationId xmlns:a16="http://schemas.microsoft.com/office/drawing/2014/main" id="{7422A4A6-6E1B-43A5-9FC1-4F0EA2856682}"/>
              </a:ext>
            </a:extLst>
          </p:cNvPr>
          <p:cNvPicPr>
            <a:picLocks noChangeAspect="1"/>
          </p:cNvPicPr>
          <p:nvPr/>
        </p:nvPicPr>
        <p:blipFill>
          <a:blip r:embed="rId5"/>
          <a:stretch>
            <a:fillRect/>
          </a:stretch>
        </p:blipFill>
        <p:spPr>
          <a:xfrm>
            <a:off x="2123503" y="2092612"/>
            <a:ext cx="6042302" cy="2772758"/>
          </a:xfrm>
          <a:prstGeom prst="rect">
            <a:avLst/>
          </a:prstGeom>
        </p:spPr>
      </p:pic>
      <p:grpSp>
        <p:nvGrpSpPr>
          <p:cNvPr id="6" name="Group 4">
            <a:extLst>
              <a:ext uri="{FF2B5EF4-FFF2-40B4-BE49-F238E27FC236}">
                <a16:creationId xmlns:a16="http://schemas.microsoft.com/office/drawing/2014/main" id="{7B17ABB1-D890-4BF3-B455-DB2497496138}"/>
              </a:ext>
            </a:extLst>
          </p:cNvPr>
          <p:cNvGrpSpPr/>
          <p:nvPr/>
        </p:nvGrpSpPr>
        <p:grpSpPr>
          <a:xfrm>
            <a:off x="839416" y="4878302"/>
            <a:ext cx="5638800" cy="461665"/>
            <a:chOff x="2286000" y="2573982"/>
            <a:chExt cx="5638800" cy="461665"/>
          </a:xfrm>
        </p:grpSpPr>
        <p:sp>
          <p:nvSpPr>
            <p:cNvPr id="7" name="TextBox 10">
              <a:extLst>
                <a:ext uri="{FF2B5EF4-FFF2-40B4-BE49-F238E27FC236}">
                  <a16:creationId xmlns:a16="http://schemas.microsoft.com/office/drawing/2014/main" id="{7C68E9BE-5B5B-4B78-8B80-5D4C4EE23BB5}"/>
                </a:ext>
              </a:extLst>
            </p:cNvPr>
            <p:cNvSpPr txBox="1"/>
            <p:nvPr/>
          </p:nvSpPr>
          <p:spPr>
            <a:xfrm>
              <a:off x="2286000" y="2573982"/>
              <a:ext cx="5638800" cy="461665"/>
            </a:xfrm>
            <a:prstGeom prst="rect">
              <a:avLst/>
            </a:prstGeom>
            <a:noFill/>
          </p:spPr>
          <p:txBody>
            <a:bodyPr wrap="square" rtlCol="0">
              <a:spAutoFit/>
            </a:bodyPr>
            <a:lstStyle/>
            <a:p>
              <a:r>
                <a:rPr lang="es-BO" sz="2400" dirty="0"/>
                <a:t>El umbral del clasificador           en 0.5:</a:t>
              </a:r>
            </a:p>
          </p:txBody>
        </p:sp>
        <p:pic>
          <p:nvPicPr>
            <p:cNvPr id="8" name="Picture 2">
              <a:extLst>
                <a:ext uri="{FF2B5EF4-FFF2-40B4-BE49-F238E27FC236}">
                  <a16:creationId xmlns:a16="http://schemas.microsoft.com/office/drawing/2014/main" id="{90F47E53-779D-4942-81D1-BD503D3D5923}"/>
                </a:ext>
              </a:extLst>
            </p:cNvPr>
            <p:cNvPicPr>
              <a:picLocks noChangeAspect="1"/>
            </p:cNvPicPr>
            <p:nvPr>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5495490" y="2671700"/>
              <a:ext cx="678942" cy="306324"/>
            </a:xfrm>
            <a:prstGeom prst="rect">
              <a:avLst/>
            </a:prstGeom>
          </p:spPr>
        </p:pic>
      </p:grpSp>
      <p:grpSp>
        <p:nvGrpSpPr>
          <p:cNvPr id="9" name="Group 13">
            <a:extLst>
              <a:ext uri="{FF2B5EF4-FFF2-40B4-BE49-F238E27FC236}">
                <a16:creationId xmlns:a16="http://schemas.microsoft.com/office/drawing/2014/main" id="{08184CC9-0077-4B73-A4B6-DD36CD1DC9C9}"/>
              </a:ext>
            </a:extLst>
          </p:cNvPr>
          <p:cNvGrpSpPr/>
          <p:nvPr/>
        </p:nvGrpSpPr>
        <p:grpSpPr>
          <a:xfrm>
            <a:off x="1631504" y="5421273"/>
            <a:ext cx="5638800" cy="461665"/>
            <a:chOff x="1219200" y="3311247"/>
            <a:chExt cx="5638800" cy="461665"/>
          </a:xfrm>
        </p:grpSpPr>
        <p:sp>
          <p:nvSpPr>
            <p:cNvPr id="10" name="TextBox 17">
              <a:extLst>
                <a:ext uri="{FF2B5EF4-FFF2-40B4-BE49-F238E27FC236}">
                  <a16:creationId xmlns:a16="http://schemas.microsoft.com/office/drawing/2014/main" id="{66D6DCD0-7DBA-445E-8DCC-41622B699DD4}"/>
                </a:ext>
              </a:extLst>
            </p:cNvPr>
            <p:cNvSpPr txBox="1"/>
            <p:nvPr/>
          </p:nvSpPr>
          <p:spPr>
            <a:xfrm>
              <a:off x="1219200" y="3311247"/>
              <a:ext cx="5638800" cy="461665"/>
            </a:xfrm>
            <a:prstGeom prst="rect">
              <a:avLst/>
            </a:prstGeom>
            <a:noFill/>
          </p:spPr>
          <p:txBody>
            <a:bodyPr wrap="square" rtlCol="0">
              <a:spAutoFit/>
            </a:bodyPr>
            <a:lstStyle/>
            <a:p>
              <a:r>
                <a:rPr lang="es-BO" sz="2400"/>
                <a:t>Si                        , predice “y = 1”</a:t>
              </a:r>
            </a:p>
          </p:txBody>
        </p:sp>
        <p:pic>
          <p:nvPicPr>
            <p:cNvPr id="11" name="Picture 6">
              <a:extLst>
                <a:ext uri="{FF2B5EF4-FFF2-40B4-BE49-F238E27FC236}">
                  <a16:creationId xmlns:a16="http://schemas.microsoft.com/office/drawing/2014/main" id="{1B33CFB6-15AB-448F-B638-EC36FBD0D826}"/>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607058" y="3408965"/>
              <a:ext cx="1483614" cy="306324"/>
            </a:xfrm>
            <a:prstGeom prst="rect">
              <a:avLst/>
            </a:prstGeom>
          </p:spPr>
        </p:pic>
      </p:grpSp>
      <p:grpSp>
        <p:nvGrpSpPr>
          <p:cNvPr id="12" name="Group 23">
            <a:extLst>
              <a:ext uri="{FF2B5EF4-FFF2-40B4-BE49-F238E27FC236}">
                <a16:creationId xmlns:a16="http://schemas.microsoft.com/office/drawing/2014/main" id="{8D8054DB-A800-4165-8E75-1C0C27D42E2A}"/>
              </a:ext>
            </a:extLst>
          </p:cNvPr>
          <p:cNvGrpSpPr/>
          <p:nvPr/>
        </p:nvGrpSpPr>
        <p:grpSpPr>
          <a:xfrm>
            <a:off x="1631504" y="6017567"/>
            <a:ext cx="5638800" cy="461665"/>
            <a:chOff x="1219200" y="3849379"/>
            <a:chExt cx="5638800" cy="461665"/>
          </a:xfrm>
        </p:grpSpPr>
        <p:sp>
          <p:nvSpPr>
            <p:cNvPr id="13" name="TextBox 20">
              <a:extLst>
                <a:ext uri="{FF2B5EF4-FFF2-40B4-BE49-F238E27FC236}">
                  <a16:creationId xmlns:a16="http://schemas.microsoft.com/office/drawing/2014/main" id="{7913D97C-9984-48D5-BFB0-E8F318B941D3}"/>
                </a:ext>
              </a:extLst>
            </p:cNvPr>
            <p:cNvSpPr txBox="1"/>
            <p:nvPr/>
          </p:nvSpPr>
          <p:spPr>
            <a:xfrm>
              <a:off x="1219200" y="3849379"/>
              <a:ext cx="5638800" cy="461665"/>
            </a:xfrm>
            <a:prstGeom prst="rect">
              <a:avLst/>
            </a:prstGeom>
            <a:noFill/>
          </p:spPr>
          <p:txBody>
            <a:bodyPr wrap="square" rtlCol="0">
              <a:spAutoFit/>
            </a:bodyPr>
            <a:lstStyle/>
            <a:p>
              <a:r>
                <a:rPr lang="en-US" sz="2400" dirty="0"/>
                <a:t>Si                        , </a:t>
              </a:r>
              <a:r>
                <a:rPr lang="es-BO" sz="2400" dirty="0"/>
                <a:t>predice</a:t>
              </a:r>
              <a:r>
                <a:rPr lang="en-US" sz="2400" dirty="0"/>
                <a:t> “y = 0”</a:t>
              </a:r>
            </a:p>
          </p:txBody>
        </p:sp>
        <p:pic>
          <p:nvPicPr>
            <p:cNvPr id="14" name="Picture 22">
              <a:extLst>
                <a:ext uri="{FF2B5EF4-FFF2-40B4-BE49-F238E27FC236}">
                  <a16:creationId xmlns:a16="http://schemas.microsoft.com/office/drawing/2014/main" id="{D05F1D5B-5EC2-4390-B541-68C3B068CAA8}"/>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1607058" y="3947097"/>
              <a:ext cx="1483614" cy="306324"/>
            </a:xfrm>
            <a:prstGeom prst="rect">
              <a:avLst/>
            </a:prstGeom>
          </p:spPr>
        </p:pic>
      </p:grpSp>
    </p:spTree>
    <p:extLst>
      <p:ext uri="{BB962C8B-B14F-4D97-AF65-F5344CB8AC3E}">
        <p14:creationId xmlns:p14="http://schemas.microsoft.com/office/powerpoint/2010/main" val="6958244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07B081-641F-482F-9F24-02AE8A24A40D}"/>
              </a:ext>
            </a:extLst>
          </p:cNvPr>
          <p:cNvSpPr>
            <a:spLocks noGrp="1"/>
          </p:cNvSpPr>
          <p:nvPr>
            <p:ph type="title"/>
          </p:nvPr>
        </p:nvSpPr>
        <p:spPr/>
        <p:txBody>
          <a:bodyPr>
            <a:normAutofit/>
          </a:bodyPr>
          <a:lstStyle/>
          <a:p>
            <a:r>
              <a:rPr lang="es-ES" dirty="0"/>
              <a:t>Otros aspectos relacionados a la regresión lineal aplicada a la clasificación</a:t>
            </a:r>
            <a:endParaRPr lang="es-BO" dirty="0"/>
          </a:p>
        </p:txBody>
      </p:sp>
      <p:sp>
        <p:nvSpPr>
          <p:cNvPr id="3" name="Marcador de contenido 2">
            <a:extLst>
              <a:ext uri="{FF2B5EF4-FFF2-40B4-BE49-F238E27FC236}">
                <a16:creationId xmlns:a16="http://schemas.microsoft.com/office/drawing/2014/main" id="{0ED2F081-D98D-442E-A620-7E0152F2964A}"/>
              </a:ext>
            </a:extLst>
          </p:cNvPr>
          <p:cNvSpPr>
            <a:spLocks noGrp="1"/>
          </p:cNvSpPr>
          <p:nvPr>
            <p:ph idx="1"/>
          </p:nvPr>
        </p:nvSpPr>
        <p:spPr/>
        <p:txBody>
          <a:bodyPr/>
          <a:lstStyle/>
          <a:p>
            <a:r>
              <a:rPr lang="es-ES" dirty="0"/>
              <a:t>Clasificación:</a:t>
            </a:r>
          </a:p>
          <a:p>
            <a:r>
              <a:rPr lang="es-ES" dirty="0"/>
              <a:t>Aplicando regresión lineal:</a:t>
            </a:r>
          </a:p>
          <a:p>
            <a:pPr lvl="1"/>
            <a:r>
              <a:rPr lang="es-ES" dirty="0"/>
              <a:t>y = 0 o y = 1 </a:t>
            </a:r>
          </a:p>
          <a:p>
            <a:pPr lvl="1"/>
            <a:r>
              <a:rPr lang="es-ES" dirty="0"/>
              <a:t>h(x) puede ser &gt; 1 o &lt; 0</a:t>
            </a:r>
          </a:p>
          <a:p>
            <a:r>
              <a:rPr lang="es-ES" dirty="0"/>
              <a:t>Aplicando algoritmo de regresión logística:</a:t>
            </a:r>
          </a:p>
          <a:p>
            <a:endParaRPr lang="es-ES" dirty="0"/>
          </a:p>
          <a:p>
            <a:endParaRPr lang="es-ES" dirty="0"/>
          </a:p>
          <a:p>
            <a:pPr lvl="1"/>
            <a:r>
              <a:rPr lang="es-ES" dirty="0"/>
              <a:t>Genera predicción de valores entre 0 y 1</a:t>
            </a:r>
          </a:p>
          <a:p>
            <a:pPr lvl="1"/>
            <a:r>
              <a:rPr lang="es-ES" dirty="0"/>
              <a:t>Se utiliza en procesos de clasificación</a:t>
            </a:r>
          </a:p>
          <a:p>
            <a:pPr lvl="1"/>
            <a:endParaRPr lang="es-BO" dirty="0"/>
          </a:p>
        </p:txBody>
      </p:sp>
      <p:sp>
        <p:nvSpPr>
          <p:cNvPr id="4" name="Marcador de número de diapositiva 3">
            <a:extLst>
              <a:ext uri="{FF2B5EF4-FFF2-40B4-BE49-F238E27FC236}">
                <a16:creationId xmlns:a16="http://schemas.microsoft.com/office/drawing/2014/main" id="{766BD73A-E72A-4E4E-81EB-3A3AA6780C35}"/>
              </a:ext>
            </a:extLst>
          </p:cNvPr>
          <p:cNvSpPr>
            <a:spLocks noGrp="1"/>
          </p:cNvSpPr>
          <p:nvPr>
            <p:ph type="sldNum" sz="quarter" idx="12"/>
          </p:nvPr>
        </p:nvSpPr>
        <p:spPr/>
        <p:txBody>
          <a:bodyPr/>
          <a:lstStyle/>
          <a:p>
            <a:fld id="{6D22F896-40B5-4ADD-8801-0D06FADFA095}" type="slidenum">
              <a:rPr lang="en-US" smtClean="0"/>
              <a:t>60</a:t>
            </a:fld>
            <a:endParaRPr lang="en-US" dirty="0"/>
          </a:p>
        </p:txBody>
      </p:sp>
      <p:pic>
        <p:nvPicPr>
          <p:cNvPr id="5" name="Picture 5">
            <a:extLst>
              <a:ext uri="{FF2B5EF4-FFF2-40B4-BE49-F238E27FC236}">
                <a16:creationId xmlns:a16="http://schemas.microsoft.com/office/drawing/2014/main" id="{73783785-400F-4CEC-96E2-BC8B980B3FF1}"/>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567608" y="4005064"/>
            <a:ext cx="2559178" cy="435190"/>
          </a:xfrm>
          <a:prstGeom prst="rect">
            <a:avLst/>
          </a:prstGeom>
        </p:spPr>
      </p:pic>
    </p:spTree>
    <p:extLst>
      <p:ext uri="{BB962C8B-B14F-4D97-AF65-F5344CB8AC3E}">
        <p14:creationId xmlns:p14="http://schemas.microsoft.com/office/powerpoint/2010/main" val="29915688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70661-3DC2-41B1-9DA4-405843D0F6F8}"/>
              </a:ext>
            </a:extLst>
          </p:cNvPr>
          <p:cNvSpPr>
            <a:spLocks noGrp="1"/>
          </p:cNvSpPr>
          <p:nvPr>
            <p:ph type="title"/>
          </p:nvPr>
        </p:nvSpPr>
        <p:spPr/>
        <p:txBody>
          <a:bodyPr/>
          <a:lstStyle/>
          <a:p>
            <a:r>
              <a:rPr lang="es-ES" dirty="0"/>
              <a:t>Representación de la hipótesis</a:t>
            </a:r>
            <a:endParaRPr lang="es-BO" dirty="0"/>
          </a:p>
        </p:txBody>
      </p:sp>
      <p:sp>
        <p:nvSpPr>
          <p:cNvPr id="3" name="Marcador de contenido 2">
            <a:extLst>
              <a:ext uri="{FF2B5EF4-FFF2-40B4-BE49-F238E27FC236}">
                <a16:creationId xmlns:a16="http://schemas.microsoft.com/office/drawing/2014/main" id="{913F697F-5097-4A34-B13B-587847352DD9}"/>
              </a:ext>
            </a:extLst>
          </p:cNvPr>
          <p:cNvSpPr>
            <a:spLocks noGrp="1"/>
          </p:cNvSpPr>
          <p:nvPr>
            <p:ph idx="1"/>
          </p:nvPr>
        </p:nvSpPr>
        <p:spPr/>
        <p:txBody>
          <a:bodyPr/>
          <a:lstStyle/>
          <a:p>
            <a:r>
              <a:rPr lang="es-ES" dirty="0"/>
              <a:t>Cual es la función que se utilizará para representar la hipótesis en un problema de clasificación.</a:t>
            </a:r>
          </a:p>
          <a:p>
            <a:r>
              <a:rPr lang="es-BO" dirty="0"/>
              <a:t>Un modelo de regresión logística busca:</a:t>
            </a:r>
          </a:p>
          <a:p>
            <a:endParaRPr lang="es-BO" dirty="0"/>
          </a:p>
        </p:txBody>
      </p:sp>
      <p:sp>
        <p:nvSpPr>
          <p:cNvPr id="4" name="Marcador de número de diapositiva 3">
            <a:extLst>
              <a:ext uri="{FF2B5EF4-FFF2-40B4-BE49-F238E27FC236}">
                <a16:creationId xmlns:a16="http://schemas.microsoft.com/office/drawing/2014/main" id="{B5B34B77-1E39-45E4-836E-D568462B4092}"/>
              </a:ext>
            </a:extLst>
          </p:cNvPr>
          <p:cNvSpPr>
            <a:spLocks noGrp="1"/>
          </p:cNvSpPr>
          <p:nvPr>
            <p:ph type="sldNum" sz="quarter" idx="12"/>
          </p:nvPr>
        </p:nvSpPr>
        <p:spPr/>
        <p:txBody>
          <a:bodyPr/>
          <a:lstStyle/>
          <a:p>
            <a:fld id="{6D22F896-40B5-4ADD-8801-0D06FADFA095}" type="slidenum">
              <a:rPr lang="en-US" smtClean="0"/>
              <a:t>61</a:t>
            </a:fld>
            <a:endParaRPr lang="en-US" dirty="0"/>
          </a:p>
        </p:txBody>
      </p:sp>
      <p:pic>
        <p:nvPicPr>
          <p:cNvPr id="5" name="Picture 4">
            <a:extLst>
              <a:ext uri="{FF2B5EF4-FFF2-40B4-BE49-F238E27FC236}">
                <a16:creationId xmlns:a16="http://schemas.microsoft.com/office/drawing/2014/main" id="{B690B158-1021-4E55-9411-B667F9A8E2DC}"/>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459109" y="3441215"/>
            <a:ext cx="2322957" cy="384048"/>
          </a:xfrm>
          <a:prstGeom prst="rect">
            <a:avLst/>
          </a:prstGeom>
        </p:spPr>
      </p:pic>
      <p:pic>
        <p:nvPicPr>
          <p:cNvPr id="6" name="Picture 7">
            <a:extLst>
              <a:ext uri="{FF2B5EF4-FFF2-40B4-BE49-F238E27FC236}">
                <a16:creationId xmlns:a16="http://schemas.microsoft.com/office/drawing/2014/main" id="{876DE26D-F95B-42DA-AA4C-7B62134106B1}"/>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1650182" y="4122404"/>
            <a:ext cx="1981581" cy="458724"/>
          </a:xfrm>
          <a:prstGeom prst="rect">
            <a:avLst/>
          </a:prstGeom>
        </p:spPr>
      </p:pic>
      <p:sp>
        <p:nvSpPr>
          <p:cNvPr id="7" name="TextBox 10">
            <a:extLst>
              <a:ext uri="{FF2B5EF4-FFF2-40B4-BE49-F238E27FC236}">
                <a16:creationId xmlns:a16="http://schemas.microsoft.com/office/drawing/2014/main" id="{0AD6B629-B4E3-4C1D-962F-01C281EC9875}"/>
              </a:ext>
            </a:extLst>
          </p:cNvPr>
          <p:cNvSpPr txBox="1"/>
          <p:nvPr/>
        </p:nvSpPr>
        <p:spPr>
          <a:xfrm>
            <a:off x="3935760" y="3962043"/>
            <a:ext cx="4248472" cy="707886"/>
          </a:xfrm>
          <a:prstGeom prst="rect">
            <a:avLst/>
          </a:prstGeom>
          <a:noFill/>
        </p:spPr>
        <p:txBody>
          <a:bodyPr wrap="square" rtlCol="0">
            <a:spAutoFit/>
          </a:bodyPr>
          <a:lstStyle/>
          <a:p>
            <a:r>
              <a:rPr lang="es-BO" sz="2000" b="1" dirty="0">
                <a:solidFill>
                  <a:prstClr val="black"/>
                </a:solidFill>
                <a:latin typeface="Calibri"/>
              </a:rPr>
              <a:t>Función sigmoidea </a:t>
            </a:r>
          </a:p>
          <a:p>
            <a:r>
              <a:rPr lang="es-BO" sz="2000" b="1" dirty="0">
                <a:solidFill>
                  <a:prstClr val="black"/>
                </a:solidFill>
                <a:latin typeface="Calibri"/>
              </a:rPr>
              <a:t>o función logística</a:t>
            </a:r>
          </a:p>
        </p:txBody>
      </p:sp>
      <p:pic>
        <p:nvPicPr>
          <p:cNvPr id="8" name="Picture 24">
            <a:extLst>
              <a:ext uri="{FF2B5EF4-FFF2-40B4-BE49-F238E27FC236}">
                <a16:creationId xmlns:a16="http://schemas.microsoft.com/office/drawing/2014/main" id="{B671CDDB-B72D-4B32-90C4-61C259F8D8C0}"/>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5591944" y="2908154"/>
            <a:ext cx="1801368" cy="306324"/>
          </a:xfrm>
          <a:prstGeom prst="rect">
            <a:avLst/>
          </a:prstGeom>
        </p:spPr>
      </p:pic>
      <p:pic>
        <p:nvPicPr>
          <p:cNvPr id="10" name="Imagen 9">
            <a:extLst>
              <a:ext uri="{FF2B5EF4-FFF2-40B4-BE49-F238E27FC236}">
                <a16:creationId xmlns:a16="http://schemas.microsoft.com/office/drawing/2014/main" id="{1564FC23-1806-4E8A-B3D6-7B5C6F8FCFFB}"/>
              </a:ext>
            </a:extLst>
          </p:cNvPr>
          <p:cNvPicPr>
            <a:picLocks noChangeAspect="1"/>
          </p:cNvPicPr>
          <p:nvPr/>
        </p:nvPicPr>
        <p:blipFill>
          <a:blip r:embed="rId8"/>
          <a:stretch>
            <a:fillRect/>
          </a:stretch>
        </p:blipFill>
        <p:spPr>
          <a:xfrm>
            <a:off x="1427867" y="4722465"/>
            <a:ext cx="2638425" cy="866775"/>
          </a:xfrm>
          <a:prstGeom prst="rect">
            <a:avLst/>
          </a:prstGeom>
        </p:spPr>
      </p:pic>
      <p:pic>
        <p:nvPicPr>
          <p:cNvPr id="12" name="Imagen 11">
            <a:extLst>
              <a:ext uri="{FF2B5EF4-FFF2-40B4-BE49-F238E27FC236}">
                <a16:creationId xmlns:a16="http://schemas.microsoft.com/office/drawing/2014/main" id="{C9EE5E7F-247D-42FB-AD38-9462F13DB9B8}"/>
              </a:ext>
            </a:extLst>
          </p:cNvPr>
          <p:cNvPicPr>
            <a:picLocks noChangeAspect="1"/>
          </p:cNvPicPr>
          <p:nvPr/>
        </p:nvPicPr>
        <p:blipFill>
          <a:blip r:embed="rId9"/>
          <a:stretch>
            <a:fillRect/>
          </a:stretch>
        </p:blipFill>
        <p:spPr>
          <a:xfrm>
            <a:off x="6011923" y="3643523"/>
            <a:ext cx="6096893" cy="3119865"/>
          </a:xfrm>
          <a:prstGeom prst="rect">
            <a:avLst/>
          </a:prstGeom>
        </p:spPr>
      </p:pic>
    </p:spTree>
    <p:extLst>
      <p:ext uri="{BB962C8B-B14F-4D97-AF65-F5344CB8AC3E}">
        <p14:creationId xmlns:p14="http://schemas.microsoft.com/office/powerpoint/2010/main" val="33595948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632D6F-152B-4D9D-94AC-1BA174733411}"/>
              </a:ext>
            </a:extLst>
          </p:cNvPr>
          <p:cNvSpPr>
            <a:spLocks noGrp="1"/>
          </p:cNvSpPr>
          <p:nvPr>
            <p:ph type="title"/>
          </p:nvPr>
        </p:nvSpPr>
        <p:spPr/>
        <p:txBody>
          <a:bodyPr/>
          <a:lstStyle/>
          <a:p>
            <a:r>
              <a:rPr lang="es-ES" dirty="0"/>
              <a:t>Interpretación de la salida de la hipótesis</a:t>
            </a:r>
            <a:endParaRPr lang="es-BO" dirty="0"/>
          </a:p>
        </p:txBody>
      </p:sp>
      <p:sp>
        <p:nvSpPr>
          <p:cNvPr id="3" name="Marcador de contenido 2">
            <a:extLst>
              <a:ext uri="{FF2B5EF4-FFF2-40B4-BE49-F238E27FC236}">
                <a16:creationId xmlns:a16="http://schemas.microsoft.com/office/drawing/2014/main" id="{AE8528C4-DB0F-4A99-ADE5-E3A0AEB99328}"/>
              </a:ext>
            </a:extLst>
          </p:cNvPr>
          <p:cNvSpPr>
            <a:spLocks noGrp="1"/>
          </p:cNvSpPr>
          <p:nvPr>
            <p:ph idx="1"/>
          </p:nvPr>
        </p:nvSpPr>
        <p:spPr>
          <a:xfrm>
            <a:off x="1097280" y="1844824"/>
            <a:ext cx="10058400" cy="4023360"/>
          </a:xfrm>
        </p:spPr>
        <p:txBody>
          <a:bodyPr/>
          <a:lstStyle/>
          <a:p>
            <a:r>
              <a:rPr lang="es-BO" dirty="0"/>
              <a:t>            = estima la probabilidad que y = 1 sobre una nueva entrada x. </a:t>
            </a:r>
          </a:p>
          <a:p>
            <a:endParaRPr lang="es-BO" dirty="0"/>
          </a:p>
          <a:p>
            <a:endParaRPr lang="es-BO" dirty="0"/>
          </a:p>
          <a:p>
            <a:endParaRPr lang="es-BO" dirty="0"/>
          </a:p>
          <a:p>
            <a:endParaRPr lang="es-BO" dirty="0"/>
          </a:p>
          <a:p>
            <a:r>
              <a:rPr lang="es-ES" dirty="0"/>
              <a:t>El paciente tiene el 70% de probabilidad de que el tumor sea maligno</a:t>
            </a:r>
          </a:p>
          <a:p>
            <a:r>
              <a:rPr lang="es-ES" dirty="0"/>
              <a:t>h</a:t>
            </a:r>
            <a:r>
              <a:rPr lang="es-BO" baseline="-25000" dirty="0"/>
              <a:t>Ɵ</a:t>
            </a:r>
            <a:r>
              <a:rPr lang="es-BO" dirty="0"/>
              <a:t>(x) = P(y=1|x,</a:t>
            </a:r>
            <a:r>
              <a:rPr lang="es-BO" baseline="-25000" dirty="0"/>
              <a:t> </a:t>
            </a:r>
            <a:r>
              <a:rPr lang="es-BO" dirty="0"/>
              <a:t>Ɵ)</a:t>
            </a:r>
          </a:p>
          <a:p>
            <a:r>
              <a:rPr lang="es-BO" dirty="0"/>
              <a:t>Probabilidad de que y = 1, dado un x parametrizado por Ɵ.</a:t>
            </a:r>
          </a:p>
          <a:p>
            <a:endParaRPr lang="es-BO" dirty="0"/>
          </a:p>
        </p:txBody>
      </p:sp>
      <p:sp>
        <p:nvSpPr>
          <p:cNvPr id="4" name="Marcador de número de diapositiva 3">
            <a:extLst>
              <a:ext uri="{FF2B5EF4-FFF2-40B4-BE49-F238E27FC236}">
                <a16:creationId xmlns:a16="http://schemas.microsoft.com/office/drawing/2014/main" id="{463EADC3-B6D1-40B3-96A0-B5F7946EF4AB}"/>
              </a:ext>
            </a:extLst>
          </p:cNvPr>
          <p:cNvSpPr>
            <a:spLocks noGrp="1"/>
          </p:cNvSpPr>
          <p:nvPr>
            <p:ph type="sldNum" sz="quarter" idx="12"/>
          </p:nvPr>
        </p:nvSpPr>
        <p:spPr/>
        <p:txBody>
          <a:bodyPr/>
          <a:lstStyle/>
          <a:p>
            <a:fld id="{6D22F896-40B5-4ADD-8801-0D06FADFA095}" type="slidenum">
              <a:rPr lang="en-US" smtClean="0"/>
              <a:t>62</a:t>
            </a:fld>
            <a:endParaRPr lang="en-US" dirty="0"/>
          </a:p>
        </p:txBody>
      </p:sp>
      <p:pic>
        <p:nvPicPr>
          <p:cNvPr id="5" name="Picture 1">
            <a:extLst>
              <a:ext uri="{FF2B5EF4-FFF2-40B4-BE49-F238E27FC236}">
                <a16:creationId xmlns:a16="http://schemas.microsoft.com/office/drawing/2014/main" id="{F96E4992-0A36-4DC0-B90B-F37B5E44C165}"/>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055440" y="1844824"/>
            <a:ext cx="678942" cy="306324"/>
          </a:xfrm>
          <a:prstGeom prst="rect">
            <a:avLst/>
          </a:prstGeom>
        </p:spPr>
      </p:pic>
      <p:pic>
        <p:nvPicPr>
          <p:cNvPr id="6" name="Picture 6">
            <a:extLst>
              <a:ext uri="{FF2B5EF4-FFF2-40B4-BE49-F238E27FC236}">
                <a16:creationId xmlns:a16="http://schemas.microsoft.com/office/drawing/2014/main" id="{4D286738-5B4D-4EE9-A02F-2E97B40E3EA2}"/>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647564" y="2708920"/>
            <a:ext cx="3808476" cy="731520"/>
          </a:xfrm>
          <a:prstGeom prst="rect">
            <a:avLst/>
          </a:prstGeom>
        </p:spPr>
      </p:pic>
      <p:pic>
        <p:nvPicPr>
          <p:cNvPr id="7" name="Picture 7">
            <a:extLst>
              <a:ext uri="{FF2B5EF4-FFF2-40B4-BE49-F238E27FC236}">
                <a16:creationId xmlns:a16="http://schemas.microsoft.com/office/drawing/2014/main" id="{67C8EB0E-1AF6-4436-AD1D-9AC1F360CE63}"/>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2607747" y="3575047"/>
            <a:ext cx="1495044" cy="306324"/>
          </a:xfrm>
          <a:prstGeom prst="rect">
            <a:avLst/>
          </a:prstGeom>
        </p:spPr>
      </p:pic>
      <p:sp>
        <p:nvSpPr>
          <p:cNvPr id="8" name="TextBox 28">
            <a:extLst>
              <a:ext uri="{FF2B5EF4-FFF2-40B4-BE49-F238E27FC236}">
                <a16:creationId xmlns:a16="http://schemas.microsoft.com/office/drawing/2014/main" id="{A3B3EB81-E111-460F-BD55-8E8A1F31BDC2}"/>
              </a:ext>
            </a:extLst>
          </p:cNvPr>
          <p:cNvSpPr txBox="1"/>
          <p:nvPr/>
        </p:nvSpPr>
        <p:spPr>
          <a:xfrm>
            <a:off x="767408" y="2809355"/>
            <a:ext cx="1871999" cy="461665"/>
          </a:xfrm>
          <a:prstGeom prst="rect">
            <a:avLst/>
          </a:prstGeom>
          <a:noFill/>
        </p:spPr>
        <p:txBody>
          <a:bodyPr wrap="square" rtlCol="0">
            <a:spAutoFit/>
          </a:bodyPr>
          <a:lstStyle/>
          <a:p>
            <a:r>
              <a:rPr lang="en-US" sz="2400" dirty="0" err="1"/>
              <a:t>Ejemplo</a:t>
            </a:r>
            <a:r>
              <a:rPr lang="en-US" sz="2400" dirty="0"/>
              <a:t>: Si </a:t>
            </a:r>
          </a:p>
        </p:txBody>
      </p:sp>
      <p:pic>
        <p:nvPicPr>
          <p:cNvPr id="9" name="Picture 2">
            <a:extLst>
              <a:ext uri="{FF2B5EF4-FFF2-40B4-BE49-F238E27FC236}">
                <a16:creationId xmlns:a16="http://schemas.microsoft.com/office/drawing/2014/main" id="{37C3D534-2EF5-4F08-8878-725D981F5335}"/>
              </a:ext>
            </a:extLst>
          </p:cNvPr>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2535422" y="5517232"/>
            <a:ext cx="4267200" cy="657525"/>
          </a:xfrm>
          <a:prstGeom prst="rect">
            <a:avLst/>
          </a:prstGeom>
        </p:spPr>
      </p:pic>
    </p:spTree>
    <p:extLst>
      <p:ext uri="{BB962C8B-B14F-4D97-AF65-F5344CB8AC3E}">
        <p14:creationId xmlns:p14="http://schemas.microsoft.com/office/powerpoint/2010/main" val="10934283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CDCE16-A350-455A-8DB0-FFD9C1C9BFF2}"/>
              </a:ext>
            </a:extLst>
          </p:cNvPr>
          <p:cNvSpPr>
            <a:spLocks noGrp="1"/>
          </p:cNvSpPr>
          <p:nvPr>
            <p:ph type="title"/>
          </p:nvPr>
        </p:nvSpPr>
        <p:spPr/>
        <p:txBody>
          <a:bodyPr/>
          <a:lstStyle/>
          <a:p>
            <a:r>
              <a:rPr lang="es-ES" dirty="0"/>
              <a:t>Representación de la hipótesis para la regresión logística</a:t>
            </a:r>
            <a:endParaRPr lang="es-BO" dirty="0"/>
          </a:p>
        </p:txBody>
      </p:sp>
      <p:sp>
        <p:nvSpPr>
          <p:cNvPr id="3" name="Marcador de contenido 2">
            <a:extLst>
              <a:ext uri="{FF2B5EF4-FFF2-40B4-BE49-F238E27FC236}">
                <a16:creationId xmlns:a16="http://schemas.microsoft.com/office/drawing/2014/main" id="{03F28A63-CE1C-4EC6-BFA2-FF5AE1CA0959}"/>
              </a:ext>
            </a:extLst>
          </p:cNvPr>
          <p:cNvSpPr>
            <a:spLocks noGrp="1"/>
          </p:cNvSpPr>
          <p:nvPr>
            <p:ph idx="1"/>
          </p:nvPr>
        </p:nvSpPr>
        <p:spPr/>
        <p:txBody>
          <a:bodyPr/>
          <a:lstStyle/>
          <a:p>
            <a:r>
              <a:rPr lang="es-ES" dirty="0"/>
              <a:t>Decisión de limites, esto da mas claridad de lo que la hipótesis de la regresión logística esta computando.</a:t>
            </a:r>
          </a:p>
          <a:p>
            <a:r>
              <a:rPr lang="es-ES" dirty="0"/>
              <a:t>En la regresión logística:</a:t>
            </a:r>
          </a:p>
        </p:txBody>
      </p:sp>
      <p:sp>
        <p:nvSpPr>
          <p:cNvPr id="4" name="Marcador de número de diapositiva 3">
            <a:extLst>
              <a:ext uri="{FF2B5EF4-FFF2-40B4-BE49-F238E27FC236}">
                <a16:creationId xmlns:a16="http://schemas.microsoft.com/office/drawing/2014/main" id="{52CFB004-18AC-4A54-B662-E78DA6EF1AB9}"/>
              </a:ext>
            </a:extLst>
          </p:cNvPr>
          <p:cNvSpPr>
            <a:spLocks noGrp="1"/>
          </p:cNvSpPr>
          <p:nvPr>
            <p:ph type="sldNum" sz="quarter" idx="12"/>
          </p:nvPr>
        </p:nvSpPr>
        <p:spPr/>
        <p:txBody>
          <a:bodyPr/>
          <a:lstStyle/>
          <a:p>
            <a:fld id="{6D22F896-40B5-4ADD-8801-0D06FADFA095}" type="slidenum">
              <a:rPr lang="en-US" smtClean="0"/>
              <a:t>63</a:t>
            </a:fld>
            <a:endParaRPr lang="en-US" dirty="0"/>
          </a:p>
        </p:txBody>
      </p:sp>
      <p:pic>
        <p:nvPicPr>
          <p:cNvPr id="16" name="Picture 4">
            <a:extLst>
              <a:ext uri="{FF2B5EF4-FFF2-40B4-BE49-F238E27FC236}">
                <a16:creationId xmlns:a16="http://schemas.microsoft.com/office/drawing/2014/main" id="{5F7824F4-7417-4F99-961A-16709556693D}"/>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1199456" y="3288169"/>
            <a:ext cx="2322957" cy="384048"/>
          </a:xfrm>
          <a:prstGeom prst="rect">
            <a:avLst/>
          </a:prstGeom>
        </p:spPr>
      </p:pic>
      <p:pic>
        <p:nvPicPr>
          <p:cNvPr id="17" name="Picture 7">
            <a:extLst>
              <a:ext uri="{FF2B5EF4-FFF2-40B4-BE49-F238E27FC236}">
                <a16:creationId xmlns:a16="http://schemas.microsoft.com/office/drawing/2014/main" id="{2344E1CB-6888-4942-8481-722A53A3D470}"/>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370143" y="3714498"/>
            <a:ext cx="1981581" cy="458724"/>
          </a:xfrm>
          <a:prstGeom prst="rect">
            <a:avLst/>
          </a:prstGeom>
        </p:spPr>
      </p:pic>
      <p:sp>
        <p:nvSpPr>
          <p:cNvPr id="18" name="TextBox 10">
            <a:extLst>
              <a:ext uri="{FF2B5EF4-FFF2-40B4-BE49-F238E27FC236}">
                <a16:creationId xmlns:a16="http://schemas.microsoft.com/office/drawing/2014/main" id="{59A2BA3C-C535-49AC-9F35-14DF1968C6C4}"/>
              </a:ext>
            </a:extLst>
          </p:cNvPr>
          <p:cNvSpPr txBox="1"/>
          <p:nvPr/>
        </p:nvSpPr>
        <p:spPr>
          <a:xfrm>
            <a:off x="1055440" y="4403208"/>
            <a:ext cx="5410200" cy="1569660"/>
          </a:xfrm>
          <a:prstGeom prst="rect">
            <a:avLst/>
          </a:prstGeom>
          <a:noFill/>
        </p:spPr>
        <p:txBody>
          <a:bodyPr wrap="square" rtlCol="0">
            <a:spAutoFit/>
          </a:bodyPr>
          <a:lstStyle/>
          <a:p>
            <a:r>
              <a:rPr lang="en-US" sz="2400" dirty="0" err="1">
                <a:solidFill>
                  <a:prstClr val="black"/>
                </a:solidFill>
                <a:latin typeface="Calibri"/>
              </a:rPr>
              <a:t>Asumimos</a:t>
            </a:r>
            <a:r>
              <a:rPr lang="en-US" sz="2400" dirty="0">
                <a:solidFill>
                  <a:prstClr val="black"/>
                </a:solidFill>
                <a:latin typeface="Calibri"/>
              </a:rPr>
              <a:t>:</a:t>
            </a:r>
          </a:p>
          <a:p>
            <a:r>
              <a:rPr lang="en-US" sz="2400" dirty="0">
                <a:solidFill>
                  <a:prstClr val="black"/>
                </a:solidFill>
                <a:latin typeface="Calibri"/>
              </a:rPr>
              <a:t>	</a:t>
            </a:r>
            <a:r>
              <a:rPr lang="en-US" sz="2400" dirty="0" err="1">
                <a:solidFill>
                  <a:prstClr val="black"/>
                </a:solidFill>
                <a:latin typeface="Calibri"/>
              </a:rPr>
              <a:t>predecir</a:t>
            </a:r>
            <a:r>
              <a:rPr lang="en-US" sz="2400" dirty="0">
                <a:solidFill>
                  <a:prstClr val="black"/>
                </a:solidFill>
                <a:latin typeface="Calibri"/>
              </a:rPr>
              <a:t> “           “ </a:t>
            </a:r>
            <a:r>
              <a:rPr lang="en-US" sz="2400" dirty="0" err="1">
                <a:solidFill>
                  <a:prstClr val="black"/>
                </a:solidFill>
                <a:latin typeface="Calibri"/>
              </a:rPr>
              <a:t>si</a:t>
            </a:r>
            <a:endParaRPr lang="en-US" sz="2400" dirty="0">
              <a:solidFill>
                <a:prstClr val="black"/>
              </a:solidFill>
              <a:latin typeface="Calibri"/>
            </a:endParaRPr>
          </a:p>
          <a:p>
            <a:endParaRPr lang="en-US" sz="2400" dirty="0">
              <a:solidFill>
                <a:prstClr val="black"/>
              </a:solidFill>
              <a:latin typeface="Calibri"/>
            </a:endParaRPr>
          </a:p>
          <a:p>
            <a:r>
              <a:rPr lang="en-US" sz="2400" dirty="0">
                <a:solidFill>
                  <a:prstClr val="black"/>
                </a:solidFill>
                <a:latin typeface="Calibri"/>
              </a:rPr>
              <a:t>	</a:t>
            </a:r>
            <a:r>
              <a:rPr lang="en-US" sz="2400" dirty="0" err="1">
                <a:solidFill>
                  <a:prstClr val="black"/>
                </a:solidFill>
                <a:latin typeface="Calibri"/>
              </a:rPr>
              <a:t>predecir</a:t>
            </a:r>
            <a:r>
              <a:rPr lang="en-US" sz="2400" dirty="0">
                <a:solidFill>
                  <a:prstClr val="black"/>
                </a:solidFill>
                <a:latin typeface="Calibri"/>
              </a:rPr>
              <a:t> “ 	  “ </a:t>
            </a:r>
            <a:r>
              <a:rPr lang="en-US" sz="2400" dirty="0" err="1">
                <a:solidFill>
                  <a:prstClr val="black"/>
                </a:solidFill>
                <a:latin typeface="Calibri"/>
              </a:rPr>
              <a:t>si</a:t>
            </a:r>
            <a:endParaRPr lang="en-US" sz="2400" dirty="0">
              <a:solidFill>
                <a:prstClr val="black"/>
              </a:solidFill>
              <a:latin typeface="Calibri"/>
            </a:endParaRPr>
          </a:p>
        </p:txBody>
      </p:sp>
      <p:pic>
        <p:nvPicPr>
          <p:cNvPr id="27" name="Picture 9">
            <a:extLst>
              <a:ext uri="{FF2B5EF4-FFF2-40B4-BE49-F238E27FC236}">
                <a16:creationId xmlns:a16="http://schemas.microsoft.com/office/drawing/2014/main" id="{38516DA9-C886-4E0E-8BD8-03C96E997893}"/>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3312739" y="4894584"/>
            <a:ext cx="657225" cy="254127"/>
          </a:xfrm>
          <a:prstGeom prst="rect">
            <a:avLst/>
          </a:prstGeom>
        </p:spPr>
      </p:pic>
      <p:pic>
        <p:nvPicPr>
          <p:cNvPr id="28" name="Picture 12">
            <a:extLst>
              <a:ext uri="{FF2B5EF4-FFF2-40B4-BE49-F238E27FC236}">
                <a16:creationId xmlns:a16="http://schemas.microsoft.com/office/drawing/2014/main" id="{73A92958-424D-4F45-9794-88605DAB7C29}"/>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4522414" y="4835719"/>
            <a:ext cx="1421797" cy="293561"/>
          </a:xfrm>
          <a:prstGeom prst="rect">
            <a:avLst/>
          </a:prstGeom>
        </p:spPr>
      </p:pic>
      <p:pic>
        <p:nvPicPr>
          <p:cNvPr id="29" name="Picture 14">
            <a:extLst>
              <a:ext uri="{FF2B5EF4-FFF2-40B4-BE49-F238E27FC236}">
                <a16:creationId xmlns:a16="http://schemas.microsoft.com/office/drawing/2014/main" id="{3E338A9A-FA3C-488F-B2B6-6F4B77203E0D}"/>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3323786" y="5623145"/>
            <a:ext cx="670370" cy="254127"/>
          </a:xfrm>
          <a:prstGeom prst="rect">
            <a:avLst/>
          </a:prstGeom>
        </p:spPr>
      </p:pic>
      <p:pic>
        <p:nvPicPr>
          <p:cNvPr id="30" name="Picture 18">
            <a:extLst>
              <a:ext uri="{FF2B5EF4-FFF2-40B4-BE49-F238E27FC236}">
                <a16:creationId xmlns:a16="http://schemas.microsoft.com/office/drawing/2014/main" id="{9B2E2F32-EFB6-47D9-AC79-36254D25AD17}"/>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4533461" y="5583330"/>
            <a:ext cx="1421797" cy="293561"/>
          </a:xfrm>
          <a:prstGeom prst="rect">
            <a:avLst/>
          </a:prstGeom>
        </p:spPr>
      </p:pic>
    </p:spTree>
    <p:extLst>
      <p:ext uri="{BB962C8B-B14F-4D97-AF65-F5344CB8AC3E}">
        <p14:creationId xmlns:p14="http://schemas.microsoft.com/office/powerpoint/2010/main" val="969916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AB50B7-A1EB-40C9-B7A9-695E61B803BB}"/>
              </a:ext>
            </a:extLst>
          </p:cNvPr>
          <p:cNvSpPr>
            <a:spLocks noGrp="1"/>
          </p:cNvSpPr>
          <p:nvPr>
            <p:ph type="title"/>
          </p:nvPr>
        </p:nvSpPr>
        <p:spPr/>
        <p:txBody>
          <a:bodyPr/>
          <a:lstStyle/>
          <a:p>
            <a:r>
              <a:rPr lang="es-ES" dirty="0"/>
              <a:t>Decisión de límites</a:t>
            </a:r>
            <a:endParaRPr lang="es-BO" dirty="0"/>
          </a:p>
        </p:txBody>
      </p:sp>
      <p:sp>
        <p:nvSpPr>
          <p:cNvPr id="3" name="Marcador de contenido 2">
            <a:extLst>
              <a:ext uri="{FF2B5EF4-FFF2-40B4-BE49-F238E27FC236}">
                <a16:creationId xmlns:a16="http://schemas.microsoft.com/office/drawing/2014/main" id="{95270E25-71B1-43D6-ACD4-27906D2D3146}"/>
              </a:ext>
            </a:extLst>
          </p:cNvPr>
          <p:cNvSpPr>
            <a:spLocks noGrp="1"/>
          </p:cNvSpPr>
          <p:nvPr>
            <p:ph idx="1"/>
          </p:nvPr>
        </p:nvSpPr>
        <p:spPr/>
        <p:txBody>
          <a:bodyPr/>
          <a:lstStyle/>
          <a:p>
            <a:r>
              <a:rPr lang="es-ES" sz="3200" dirty="0"/>
              <a:t>Dado:</a:t>
            </a:r>
          </a:p>
          <a:p>
            <a:pPr lvl="1"/>
            <a:r>
              <a:rPr lang="es-ES" sz="2800" i="1" dirty="0"/>
              <a:t>h</a:t>
            </a:r>
            <a:r>
              <a:rPr lang="es-BO" sz="2800" i="1" baseline="-25000" dirty="0"/>
              <a:t>Ɵ</a:t>
            </a:r>
            <a:r>
              <a:rPr lang="es-BO" sz="2800" i="1" dirty="0"/>
              <a:t>(x) = g(Ɵ</a:t>
            </a:r>
            <a:r>
              <a:rPr lang="es-BO" sz="2800" i="1" baseline="-25000" dirty="0"/>
              <a:t>0</a:t>
            </a:r>
            <a:r>
              <a:rPr lang="es-BO" sz="2800" i="1" dirty="0"/>
              <a:t> + Ɵ</a:t>
            </a:r>
            <a:r>
              <a:rPr lang="es-BO" sz="2800" i="1" baseline="-25000" dirty="0"/>
              <a:t>1</a:t>
            </a:r>
            <a:r>
              <a:rPr lang="es-BO" sz="2800" i="1" dirty="0"/>
              <a:t>x</a:t>
            </a:r>
            <a:r>
              <a:rPr lang="es-BO" sz="2800" i="1" baseline="-25000" dirty="0"/>
              <a:t>1</a:t>
            </a:r>
            <a:r>
              <a:rPr lang="es-BO" sz="2800" i="1" dirty="0"/>
              <a:t> + Ɵ</a:t>
            </a:r>
            <a:r>
              <a:rPr lang="es-BO" sz="2800" i="1" baseline="-25000" dirty="0"/>
              <a:t>2</a:t>
            </a:r>
            <a:r>
              <a:rPr lang="es-BO" sz="2800" i="1" dirty="0"/>
              <a:t>x</a:t>
            </a:r>
            <a:r>
              <a:rPr lang="es-BO" sz="2800" i="1" baseline="-25000" dirty="0"/>
              <a:t>2</a:t>
            </a:r>
            <a:r>
              <a:rPr lang="es-BO" sz="2800" i="1" dirty="0"/>
              <a:t>)</a:t>
            </a:r>
          </a:p>
          <a:p>
            <a:r>
              <a:rPr lang="es-BO" sz="3200" dirty="0"/>
              <a:t>Predecir “y = 1” si -3 + x</a:t>
            </a:r>
            <a:r>
              <a:rPr lang="es-BO" sz="3200" baseline="-25000" dirty="0"/>
              <a:t>1</a:t>
            </a:r>
            <a:r>
              <a:rPr lang="es-BO" sz="3200" dirty="0"/>
              <a:t> + x</a:t>
            </a:r>
            <a:r>
              <a:rPr lang="es-BO" sz="3200" baseline="-25000" dirty="0"/>
              <a:t>2</a:t>
            </a:r>
            <a:r>
              <a:rPr lang="es-BO" sz="3200" dirty="0"/>
              <a:t> ≥ 0</a:t>
            </a:r>
          </a:p>
          <a:p>
            <a:pPr lvl="6">
              <a:buFont typeface="Arial" panose="020B0604020202020204" pitchFamily="34" charset="0"/>
              <a:buChar char="•"/>
            </a:pPr>
            <a:r>
              <a:rPr lang="es-BO" sz="2400" i="1" dirty="0"/>
              <a:t>x</a:t>
            </a:r>
            <a:r>
              <a:rPr lang="es-BO" sz="2400" i="1" baseline="-25000" dirty="0"/>
              <a:t>1</a:t>
            </a:r>
            <a:r>
              <a:rPr lang="es-BO" sz="2400" i="1" dirty="0"/>
              <a:t> + x</a:t>
            </a:r>
            <a:r>
              <a:rPr lang="es-BO" sz="2400" i="1" baseline="-25000" dirty="0"/>
              <a:t>2</a:t>
            </a:r>
            <a:r>
              <a:rPr lang="es-BO" sz="2400" i="1" dirty="0"/>
              <a:t> = 3</a:t>
            </a:r>
          </a:p>
          <a:p>
            <a:pPr lvl="6">
              <a:buFont typeface="Arial" panose="020B0604020202020204" pitchFamily="34" charset="0"/>
              <a:buChar char="•"/>
            </a:pPr>
            <a:r>
              <a:rPr lang="es-BO" sz="2800" i="1" dirty="0" err="1">
                <a:latin typeface="+mj-lt"/>
              </a:rPr>
              <a:t>Ɵ</a:t>
            </a:r>
            <a:r>
              <a:rPr lang="es-BO" sz="2800" i="1" baseline="30000" dirty="0" err="1">
                <a:latin typeface="+mj-lt"/>
              </a:rPr>
              <a:t>T</a:t>
            </a:r>
            <a:r>
              <a:rPr lang="es-BO" sz="2800" i="1" dirty="0" err="1">
                <a:latin typeface="+mj-lt"/>
              </a:rPr>
              <a:t>x</a:t>
            </a:r>
            <a:r>
              <a:rPr lang="es-BO" sz="2800" i="1" dirty="0">
                <a:latin typeface="+mj-lt"/>
              </a:rPr>
              <a:t> </a:t>
            </a:r>
          </a:p>
          <a:p>
            <a:pPr lvl="6">
              <a:buFont typeface="Arial" panose="020B0604020202020204" pitchFamily="34" charset="0"/>
              <a:buChar char="•"/>
            </a:pPr>
            <a:r>
              <a:rPr lang="es-BO" sz="2800" i="1" dirty="0"/>
              <a:t>x</a:t>
            </a:r>
            <a:r>
              <a:rPr lang="es-BO" sz="2800" i="1" baseline="-25000" dirty="0"/>
              <a:t>1</a:t>
            </a:r>
            <a:r>
              <a:rPr lang="es-BO" sz="2800" i="1" dirty="0"/>
              <a:t> + x</a:t>
            </a:r>
            <a:r>
              <a:rPr lang="es-BO" sz="2800" i="1" baseline="-25000" dirty="0"/>
              <a:t>2</a:t>
            </a:r>
            <a:r>
              <a:rPr lang="es-BO" sz="2800" i="1" dirty="0"/>
              <a:t> ≥ 3</a:t>
            </a:r>
          </a:p>
          <a:p>
            <a:pPr marL="2743200" lvl="6" indent="0">
              <a:buNone/>
            </a:pPr>
            <a:endParaRPr lang="es-BO" sz="2000" i="1" dirty="0">
              <a:latin typeface="+mj-lt"/>
            </a:endParaRPr>
          </a:p>
          <a:p>
            <a:pPr marL="2743200" lvl="6" indent="0">
              <a:buNone/>
            </a:pPr>
            <a:endParaRPr lang="es-BO" sz="2000" dirty="0">
              <a:latin typeface="+mj-lt"/>
            </a:endParaRPr>
          </a:p>
        </p:txBody>
      </p:sp>
      <p:sp>
        <p:nvSpPr>
          <p:cNvPr id="4" name="Marcador de número de diapositiva 3">
            <a:extLst>
              <a:ext uri="{FF2B5EF4-FFF2-40B4-BE49-F238E27FC236}">
                <a16:creationId xmlns:a16="http://schemas.microsoft.com/office/drawing/2014/main" id="{A3D2F4F7-8257-4DDA-8427-95B4FFD64B85}"/>
              </a:ext>
            </a:extLst>
          </p:cNvPr>
          <p:cNvSpPr>
            <a:spLocks noGrp="1"/>
          </p:cNvSpPr>
          <p:nvPr>
            <p:ph type="sldNum" sz="quarter" idx="12"/>
          </p:nvPr>
        </p:nvSpPr>
        <p:spPr/>
        <p:txBody>
          <a:bodyPr/>
          <a:lstStyle/>
          <a:p>
            <a:fld id="{6D22F896-40B5-4ADD-8801-0D06FADFA095}" type="slidenum">
              <a:rPr lang="en-US" smtClean="0"/>
              <a:t>64</a:t>
            </a:fld>
            <a:endParaRPr lang="en-US" dirty="0"/>
          </a:p>
        </p:txBody>
      </p:sp>
      <p:pic>
        <p:nvPicPr>
          <p:cNvPr id="12" name="Imagen 11">
            <a:extLst>
              <a:ext uri="{FF2B5EF4-FFF2-40B4-BE49-F238E27FC236}">
                <a16:creationId xmlns:a16="http://schemas.microsoft.com/office/drawing/2014/main" id="{7BAA027D-FD5E-4A99-8C05-613DCC789907}"/>
              </a:ext>
            </a:extLst>
          </p:cNvPr>
          <p:cNvPicPr>
            <a:picLocks noChangeAspect="1"/>
          </p:cNvPicPr>
          <p:nvPr/>
        </p:nvPicPr>
        <p:blipFill>
          <a:blip r:embed="rId2"/>
          <a:stretch>
            <a:fillRect/>
          </a:stretch>
        </p:blipFill>
        <p:spPr>
          <a:xfrm>
            <a:off x="7086766" y="2996952"/>
            <a:ext cx="4950900" cy="2743572"/>
          </a:xfrm>
          <a:prstGeom prst="rect">
            <a:avLst/>
          </a:prstGeom>
        </p:spPr>
      </p:pic>
    </p:spTree>
    <p:extLst>
      <p:ext uri="{BB962C8B-B14F-4D97-AF65-F5344CB8AC3E}">
        <p14:creationId xmlns:p14="http://schemas.microsoft.com/office/powerpoint/2010/main" val="8014235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5429B0-7DD8-45E0-A04E-1EE3588D19C7}"/>
              </a:ext>
            </a:extLst>
          </p:cNvPr>
          <p:cNvSpPr>
            <a:spLocks noGrp="1"/>
          </p:cNvSpPr>
          <p:nvPr>
            <p:ph type="title"/>
          </p:nvPr>
        </p:nvSpPr>
        <p:spPr/>
        <p:txBody>
          <a:bodyPr/>
          <a:lstStyle/>
          <a:p>
            <a:r>
              <a:rPr lang="es-ES" dirty="0"/>
              <a:t>Decisión de limites no lineales</a:t>
            </a:r>
            <a:endParaRPr lang="es-BO" dirty="0"/>
          </a:p>
        </p:txBody>
      </p:sp>
      <p:sp>
        <p:nvSpPr>
          <p:cNvPr id="3" name="Marcador de contenido 2">
            <a:extLst>
              <a:ext uri="{FF2B5EF4-FFF2-40B4-BE49-F238E27FC236}">
                <a16:creationId xmlns:a16="http://schemas.microsoft.com/office/drawing/2014/main" id="{2148399D-A2BA-4B1C-8587-0F5C25546E9C}"/>
              </a:ext>
            </a:extLst>
          </p:cNvPr>
          <p:cNvSpPr>
            <a:spLocks noGrp="1"/>
          </p:cNvSpPr>
          <p:nvPr>
            <p:ph idx="1"/>
          </p:nvPr>
        </p:nvSpPr>
        <p:spPr>
          <a:xfrm>
            <a:off x="263352" y="1950003"/>
            <a:ext cx="7087333" cy="4697411"/>
          </a:xfrm>
        </p:spPr>
        <p:txBody>
          <a:bodyPr>
            <a:normAutofit fontScale="85000" lnSpcReduction="20000"/>
          </a:bodyPr>
          <a:lstStyle/>
          <a:p>
            <a:r>
              <a:rPr lang="es-ES" dirty="0"/>
              <a:t>Dado un conjunto de entrenamiento como el siguiente:</a:t>
            </a:r>
          </a:p>
          <a:p>
            <a:r>
              <a:rPr lang="es-ES" dirty="0"/>
              <a:t>Como puede el algoritmo de regresión logística, ajustarse a  este tipo de datos</a:t>
            </a:r>
          </a:p>
          <a:p>
            <a:r>
              <a:rPr lang="es-BO" dirty="0"/>
              <a:t>Como en el caso de la regresión lineal simple o polinómica, se puede agregar grado a la ecuación de la hipótesis.</a:t>
            </a:r>
          </a:p>
          <a:p>
            <a:r>
              <a:rPr lang="es-ES" i="1" dirty="0"/>
              <a:t>h</a:t>
            </a:r>
            <a:r>
              <a:rPr lang="es-BO" i="1" baseline="-25000" dirty="0"/>
              <a:t>Ɵ</a:t>
            </a:r>
            <a:r>
              <a:rPr lang="es-BO" i="1" dirty="0"/>
              <a:t>(x) = g(Ɵ</a:t>
            </a:r>
            <a:r>
              <a:rPr lang="es-BO" i="1" baseline="-25000" dirty="0"/>
              <a:t>0</a:t>
            </a:r>
            <a:r>
              <a:rPr lang="es-BO" i="1" dirty="0"/>
              <a:t> + Ɵ</a:t>
            </a:r>
            <a:r>
              <a:rPr lang="es-BO" i="1" baseline="-25000" dirty="0"/>
              <a:t>1</a:t>
            </a:r>
            <a:r>
              <a:rPr lang="es-BO" i="1" dirty="0"/>
              <a:t>x</a:t>
            </a:r>
            <a:r>
              <a:rPr lang="es-BO" i="1" baseline="-25000" dirty="0"/>
              <a:t>1</a:t>
            </a:r>
            <a:r>
              <a:rPr lang="es-BO" i="1" dirty="0"/>
              <a:t> + Ɵ</a:t>
            </a:r>
            <a:r>
              <a:rPr lang="es-BO" i="1" baseline="-25000" dirty="0"/>
              <a:t>2</a:t>
            </a:r>
            <a:r>
              <a:rPr lang="es-BO" i="1" dirty="0"/>
              <a:t>x</a:t>
            </a:r>
            <a:r>
              <a:rPr lang="es-BO" i="1" baseline="-25000" dirty="0"/>
              <a:t>2</a:t>
            </a:r>
            <a:r>
              <a:rPr lang="es-BO" i="1" dirty="0"/>
              <a:t> + Ɵ</a:t>
            </a:r>
            <a:r>
              <a:rPr lang="es-BO" i="1" baseline="-25000" dirty="0"/>
              <a:t>3</a:t>
            </a:r>
            <a:r>
              <a:rPr lang="es-BO" i="1" dirty="0"/>
              <a:t>x</a:t>
            </a:r>
            <a:r>
              <a:rPr lang="es-BO" i="1" baseline="-25000" dirty="0"/>
              <a:t>1</a:t>
            </a:r>
            <a:r>
              <a:rPr lang="es-BO" i="1" baseline="30000" dirty="0"/>
              <a:t>2</a:t>
            </a:r>
            <a:r>
              <a:rPr lang="es-BO" i="1" dirty="0"/>
              <a:t> + Ɵ</a:t>
            </a:r>
            <a:r>
              <a:rPr lang="es-BO" i="1" baseline="-25000" dirty="0"/>
              <a:t>4</a:t>
            </a:r>
            <a:r>
              <a:rPr lang="es-BO" i="1" dirty="0"/>
              <a:t>x</a:t>
            </a:r>
            <a:r>
              <a:rPr lang="es-BO" i="1" baseline="-25000" dirty="0"/>
              <a:t>2</a:t>
            </a:r>
            <a:r>
              <a:rPr lang="es-BO" i="1" baseline="30000" dirty="0"/>
              <a:t>2</a:t>
            </a:r>
            <a:r>
              <a:rPr lang="es-BO" i="1" dirty="0"/>
              <a:t>)</a:t>
            </a:r>
          </a:p>
          <a:p>
            <a:r>
              <a:rPr lang="es-BO" i="1" dirty="0"/>
              <a:t>Asumiendo:</a:t>
            </a:r>
          </a:p>
          <a:p>
            <a:pPr lvl="1"/>
            <a:r>
              <a:rPr lang="es-BO" i="1" dirty="0"/>
              <a:t>Ɵ</a:t>
            </a:r>
            <a:r>
              <a:rPr lang="es-BO" i="1" baseline="-25000" dirty="0"/>
              <a:t>0</a:t>
            </a:r>
            <a:r>
              <a:rPr lang="es-BO" i="1" dirty="0"/>
              <a:t> = -1, Ɵ</a:t>
            </a:r>
            <a:r>
              <a:rPr lang="es-BO" i="1" baseline="-25000" dirty="0"/>
              <a:t>1 </a:t>
            </a:r>
            <a:r>
              <a:rPr lang="es-BO" i="1" dirty="0"/>
              <a:t>= 0, Ɵ</a:t>
            </a:r>
            <a:r>
              <a:rPr lang="es-BO" i="1" baseline="-25000" dirty="0"/>
              <a:t>2 </a:t>
            </a:r>
            <a:r>
              <a:rPr lang="es-BO" i="1" dirty="0"/>
              <a:t>= 0, Ɵ</a:t>
            </a:r>
            <a:r>
              <a:rPr lang="es-BO" i="1" baseline="-25000" dirty="0"/>
              <a:t>3 </a:t>
            </a:r>
            <a:r>
              <a:rPr lang="es-BO" i="1" dirty="0"/>
              <a:t>= 1, Ɵ</a:t>
            </a:r>
            <a:r>
              <a:rPr lang="es-BO" i="1" baseline="-25000" dirty="0"/>
              <a:t>4 </a:t>
            </a:r>
            <a:r>
              <a:rPr lang="es-BO" i="1" dirty="0"/>
              <a:t>= 1</a:t>
            </a:r>
          </a:p>
          <a:p>
            <a:r>
              <a:rPr lang="es-BO" i="1" dirty="0"/>
              <a:t>Predecir, y = 1 si -1 + 1x</a:t>
            </a:r>
            <a:r>
              <a:rPr lang="es-BO" i="1" baseline="-25000" dirty="0"/>
              <a:t>1</a:t>
            </a:r>
            <a:r>
              <a:rPr lang="es-BO" i="1" baseline="30000" dirty="0"/>
              <a:t>2</a:t>
            </a:r>
            <a:r>
              <a:rPr lang="es-BO" i="1" dirty="0"/>
              <a:t> + 1x</a:t>
            </a:r>
            <a:r>
              <a:rPr lang="es-BO" i="1" baseline="-25000" dirty="0"/>
              <a:t>2</a:t>
            </a:r>
            <a:r>
              <a:rPr lang="es-BO" i="1" baseline="30000" dirty="0"/>
              <a:t>2</a:t>
            </a:r>
          </a:p>
          <a:p>
            <a:r>
              <a:rPr lang="es-BO" i="1" dirty="0"/>
              <a:t>x</a:t>
            </a:r>
            <a:r>
              <a:rPr lang="es-BO" i="1" baseline="-25000" dirty="0"/>
              <a:t>1</a:t>
            </a:r>
            <a:r>
              <a:rPr lang="es-BO" i="1" baseline="30000" dirty="0"/>
              <a:t>2</a:t>
            </a:r>
            <a:r>
              <a:rPr lang="es-BO" i="1" dirty="0"/>
              <a:t> + x</a:t>
            </a:r>
            <a:r>
              <a:rPr lang="es-BO" i="1" baseline="-25000" dirty="0"/>
              <a:t>2</a:t>
            </a:r>
            <a:r>
              <a:rPr lang="es-BO" i="1" baseline="30000" dirty="0"/>
              <a:t>2 </a:t>
            </a:r>
            <a:r>
              <a:rPr lang="es-BO" dirty="0"/>
              <a:t>≥ 1</a:t>
            </a:r>
            <a:endParaRPr lang="es-BO" i="1" dirty="0"/>
          </a:p>
          <a:p>
            <a:r>
              <a:rPr lang="es-BO" dirty="0"/>
              <a:t>La decisión del limite, no es una propiedad de los datos de entrenamiento, sino de la función de hipótesis y los parámetros.</a:t>
            </a:r>
          </a:p>
          <a:p>
            <a:r>
              <a:rPr lang="es-ES" i="1" dirty="0"/>
              <a:t>Polinomios mas complejos:</a:t>
            </a:r>
          </a:p>
          <a:p>
            <a:pPr lvl="1"/>
            <a:r>
              <a:rPr lang="es-ES" i="1" dirty="0"/>
              <a:t>h</a:t>
            </a:r>
            <a:r>
              <a:rPr lang="es-BO" i="1" baseline="-25000" dirty="0"/>
              <a:t>Ɵ</a:t>
            </a:r>
            <a:r>
              <a:rPr lang="es-BO" i="1" dirty="0"/>
              <a:t>(x) = g(Ɵ</a:t>
            </a:r>
            <a:r>
              <a:rPr lang="es-BO" i="1" baseline="-25000" dirty="0"/>
              <a:t>0</a:t>
            </a:r>
            <a:r>
              <a:rPr lang="es-BO" i="1" dirty="0"/>
              <a:t> + Ɵ</a:t>
            </a:r>
            <a:r>
              <a:rPr lang="es-BO" i="1" baseline="-25000" dirty="0"/>
              <a:t>1</a:t>
            </a:r>
            <a:r>
              <a:rPr lang="es-BO" i="1" dirty="0"/>
              <a:t>x</a:t>
            </a:r>
            <a:r>
              <a:rPr lang="es-BO" i="1" baseline="-25000" dirty="0"/>
              <a:t>1</a:t>
            </a:r>
            <a:r>
              <a:rPr lang="es-BO" i="1" dirty="0"/>
              <a:t> + Ɵ</a:t>
            </a:r>
            <a:r>
              <a:rPr lang="es-BO" i="1" baseline="-25000" dirty="0"/>
              <a:t>2</a:t>
            </a:r>
            <a:r>
              <a:rPr lang="es-BO" i="1" dirty="0"/>
              <a:t>x</a:t>
            </a:r>
            <a:r>
              <a:rPr lang="es-BO" i="1" baseline="-25000" dirty="0"/>
              <a:t>2</a:t>
            </a:r>
            <a:r>
              <a:rPr lang="es-BO" i="1" dirty="0"/>
              <a:t> + Ɵ</a:t>
            </a:r>
            <a:r>
              <a:rPr lang="es-BO" i="1" baseline="-25000" dirty="0"/>
              <a:t>3</a:t>
            </a:r>
            <a:r>
              <a:rPr lang="es-BO" i="1" dirty="0"/>
              <a:t>x</a:t>
            </a:r>
            <a:r>
              <a:rPr lang="es-BO" i="1" baseline="-25000" dirty="0"/>
              <a:t>1</a:t>
            </a:r>
            <a:r>
              <a:rPr lang="es-BO" i="1" baseline="30000" dirty="0"/>
              <a:t>2</a:t>
            </a:r>
            <a:r>
              <a:rPr lang="es-BO" i="1" dirty="0"/>
              <a:t> + Ɵ</a:t>
            </a:r>
            <a:r>
              <a:rPr lang="es-BO" i="1" baseline="-25000" dirty="0"/>
              <a:t>4</a:t>
            </a:r>
            <a:r>
              <a:rPr lang="es-BO" i="1" dirty="0"/>
              <a:t>x</a:t>
            </a:r>
            <a:r>
              <a:rPr lang="es-BO" i="1" baseline="-25000" dirty="0"/>
              <a:t>2</a:t>
            </a:r>
            <a:r>
              <a:rPr lang="es-BO" i="1" baseline="30000" dirty="0"/>
              <a:t>2</a:t>
            </a:r>
            <a:r>
              <a:rPr lang="es-BO" i="1" dirty="0"/>
              <a:t> + Ɵ</a:t>
            </a:r>
            <a:r>
              <a:rPr lang="es-BO" i="1" baseline="-25000" dirty="0"/>
              <a:t>5</a:t>
            </a:r>
            <a:r>
              <a:rPr lang="es-BO" i="1" dirty="0"/>
              <a:t>x</a:t>
            </a:r>
            <a:r>
              <a:rPr lang="es-BO" i="1" baseline="-25000" dirty="0"/>
              <a:t>1</a:t>
            </a:r>
            <a:r>
              <a:rPr lang="es-BO" i="1" baseline="30000" dirty="0"/>
              <a:t>2</a:t>
            </a:r>
            <a:r>
              <a:rPr lang="es-BO" i="1" dirty="0"/>
              <a:t>x</a:t>
            </a:r>
            <a:r>
              <a:rPr lang="es-BO" i="1" baseline="-25000" dirty="0"/>
              <a:t>2</a:t>
            </a:r>
            <a:r>
              <a:rPr lang="es-BO" i="1" baseline="30000" dirty="0"/>
              <a:t>2</a:t>
            </a:r>
            <a:r>
              <a:rPr lang="es-BO" i="1" dirty="0"/>
              <a:t> + Ɵ</a:t>
            </a:r>
            <a:r>
              <a:rPr lang="es-BO" i="1" baseline="-25000" dirty="0"/>
              <a:t>6</a:t>
            </a:r>
            <a:r>
              <a:rPr lang="es-BO" i="1" dirty="0"/>
              <a:t>x</a:t>
            </a:r>
            <a:r>
              <a:rPr lang="es-BO" i="1" baseline="-25000" dirty="0"/>
              <a:t>1</a:t>
            </a:r>
            <a:r>
              <a:rPr lang="es-BO" i="1" baseline="30000" dirty="0"/>
              <a:t>3</a:t>
            </a:r>
            <a:r>
              <a:rPr lang="es-BO" i="1" dirty="0"/>
              <a:t>x</a:t>
            </a:r>
            <a:r>
              <a:rPr lang="es-BO" i="1" baseline="-25000" dirty="0"/>
              <a:t>2 </a:t>
            </a:r>
            <a:r>
              <a:rPr lang="es-BO" i="1" dirty="0"/>
              <a:t>….)</a:t>
            </a:r>
          </a:p>
          <a:p>
            <a:r>
              <a:rPr lang="es-BO" i="1" dirty="0"/>
              <a:t>Generan figuras y limites mas complejos de identificar.</a:t>
            </a:r>
            <a:endParaRPr lang="es-BO" dirty="0"/>
          </a:p>
        </p:txBody>
      </p:sp>
      <p:sp>
        <p:nvSpPr>
          <p:cNvPr id="4" name="Marcador de número de diapositiva 3">
            <a:extLst>
              <a:ext uri="{FF2B5EF4-FFF2-40B4-BE49-F238E27FC236}">
                <a16:creationId xmlns:a16="http://schemas.microsoft.com/office/drawing/2014/main" id="{8F70B094-14F4-4774-B8C8-F541FDBA28AB}"/>
              </a:ext>
            </a:extLst>
          </p:cNvPr>
          <p:cNvSpPr>
            <a:spLocks noGrp="1"/>
          </p:cNvSpPr>
          <p:nvPr>
            <p:ph type="sldNum" sz="quarter" idx="12"/>
          </p:nvPr>
        </p:nvSpPr>
        <p:spPr/>
        <p:txBody>
          <a:bodyPr/>
          <a:lstStyle/>
          <a:p>
            <a:fld id="{6D22F896-40B5-4ADD-8801-0D06FADFA095}" type="slidenum">
              <a:rPr lang="en-US" smtClean="0"/>
              <a:t>65</a:t>
            </a:fld>
            <a:endParaRPr lang="en-US" dirty="0"/>
          </a:p>
        </p:txBody>
      </p:sp>
      <p:pic>
        <p:nvPicPr>
          <p:cNvPr id="7" name="Imagen 6">
            <a:extLst>
              <a:ext uri="{FF2B5EF4-FFF2-40B4-BE49-F238E27FC236}">
                <a16:creationId xmlns:a16="http://schemas.microsoft.com/office/drawing/2014/main" id="{7DAC4219-520A-4FDB-9F58-40257EC0E329}"/>
              </a:ext>
            </a:extLst>
          </p:cNvPr>
          <p:cNvPicPr>
            <a:picLocks noChangeAspect="1"/>
          </p:cNvPicPr>
          <p:nvPr/>
        </p:nvPicPr>
        <p:blipFill>
          <a:blip r:embed="rId3"/>
          <a:stretch>
            <a:fillRect/>
          </a:stretch>
        </p:blipFill>
        <p:spPr>
          <a:xfrm>
            <a:off x="7294824" y="2564904"/>
            <a:ext cx="4849848" cy="3698212"/>
          </a:xfrm>
          <a:prstGeom prst="rect">
            <a:avLst/>
          </a:prstGeom>
        </p:spPr>
      </p:pic>
    </p:spTree>
    <p:extLst>
      <p:ext uri="{BB962C8B-B14F-4D97-AF65-F5344CB8AC3E}">
        <p14:creationId xmlns:p14="http://schemas.microsoft.com/office/powerpoint/2010/main" val="2030635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3D4F6B-17EB-4610-AFAC-BE0D0361AF0E}"/>
              </a:ext>
            </a:extLst>
          </p:cNvPr>
          <p:cNvSpPr>
            <a:spLocks noGrp="1"/>
          </p:cNvSpPr>
          <p:nvPr>
            <p:ph type="title"/>
          </p:nvPr>
        </p:nvSpPr>
        <p:spPr/>
        <p:txBody>
          <a:bodyPr/>
          <a:lstStyle/>
          <a:p>
            <a:r>
              <a:rPr lang="es-ES" dirty="0"/>
              <a:t>Función de costo</a:t>
            </a:r>
            <a:endParaRPr lang="es-BO" dirty="0"/>
          </a:p>
        </p:txBody>
      </p:sp>
      <p:sp>
        <p:nvSpPr>
          <p:cNvPr id="3" name="Marcador de contenido 2">
            <a:extLst>
              <a:ext uri="{FF2B5EF4-FFF2-40B4-BE49-F238E27FC236}">
                <a16:creationId xmlns:a16="http://schemas.microsoft.com/office/drawing/2014/main" id="{950B9987-9526-4435-A11F-1256364E1F85}"/>
              </a:ext>
            </a:extLst>
          </p:cNvPr>
          <p:cNvSpPr>
            <a:spLocks noGrp="1"/>
          </p:cNvSpPr>
          <p:nvPr>
            <p:ph idx="1"/>
          </p:nvPr>
        </p:nvSpPr>
        <p:spPr>
          <a:xfrm>
            <a:off x="677334" y="1988840"/>
            <a:ext cx="10315210" cy="4417647"/>
          </a:xfrm>
        </p:spPr>
        <p:txBody>
          <a:bodyPr>
            <a:normAutofit fontScale="92500" lnSpcReduction="20000"/>
          </a:bodyPr>
          <a:lstStyle/>
          <a:p>
            <a:r>
              <a:rPr lang="es-ES" sz="1600" dirty="0"/>
              <a:t>Como se consigue obtener los parámetros theta, para la regresión logística?</a:t>
            </a:r>
          </a:p>
          <a:p>
            <a:r>
              <a:rPr lang="es-ES" sz="1600" dirty="0"/>
              <a:t>Se define el objetivo de optimización o la función de costo que se utilizara para ajustar los parámetros theta.</a:t>
            </a:r>
          </a:p>
          <a:p>
            <a:r>
              <a:rPr lang="es-ES" sz="1600" dirty="0"/>
              <a:t>Dado el conjunto de entrenamiento:</a:t>
            </a:r>
          </a:p>
          <a:p>
            <a:endParaRPr lang="es-ES" sz="1600" dirty="0"/>
          </a:p>
          <a:p>
            <a:pPr lvl="1"/>
            <a:r>
              <a:rPr lang="es-ES" b="1" i="1" dirty="0"/>
              <a:t> {(x</a:t>
            </a:r>
            <a:r>
              <a:rPr lang="es-ES" b="1" i="1" baseline="30000" dirty="0"/>
              <a:t>(1)</a:t>
            </a:r>
            <a:r>
              <a:rPr lang="es-ES" b="1" i="1" dirty="0"/>
              <a:t>, y</a:t>
            </a:r>
            <a:r>
              <a:rPr lang="es-ES" b="1" i="1" baseline="30000" dirty="0"/>
              <a:t>(1)</a:t>
            </a:r>
            <a:r>
              <a:rPr lang="es-ES" b="1" i="1" dirty="0"/>
              <a:t>), (x</a:t>
            </a:r>
            <a:r>
              <a:rPr lang="es-ES" b="1" i="1" baseline="30000" dirty="0"/>
              <a:t>(2)</a:t>
            </a:r>
            <a:r>
              <a:rPr lang="es-ES" b="1" i="1" dirty="0"/>
              <a:t>, y</a:t>
            </a:r>
            <a:r>
              <a:rPr lang="es-ES" b="1" i="1" baseline="30000" dirty="0"/>
              <a:t>(2)</a:t>
            </a:r>
            <a:r>
              <a:rPr lang="es-ES" b="1" i="1" dirty="0"/>
              <a:t>), …, (x</a:t>
            </a:r>
            <a:r>
              <a:rPr lang="es-ES" b="1" i="1" baseline="30000" dirty="0"/>
              <a:t>(m)</a:t>
            </a:r>
            <a:r>
              <a:rPr lang="es-ES" b="1" i="1" dirty="0"/>
              <a:t>, y</a:t>
            </a:r>
            <a:r>
              <a:rPr lang="es-ES" b="1" i="1" baseline="30000" dirty="0"/>
              <a:t>(m)</a:t>
            </a:r>
            <a:r>
              <a:rPr lang="es-ES" b="1" i="1" dirty="0"/>
              <a:t>)}</a:t>
            </a:r>
          </a:p>
          <a:p>
            <a:pPr lvl="1"/>
            <a:r>
              <a:rPr lang="es-ES" b="1" i="1" dirty="0"/>
              <a:t>Con m ejemplos</a:t>
            </a:r>
          </a:p>
          <a:p>
            <a:pPr lvl="1"/>
            <a:endParaRPr lang="es-ES" b="1" i="1" dirty="0"/>
          </a:p>
          <a:p>
            <a:pPr lvl="1"/>
            <a:endParaRPr lang="es-ES" b="1" i="1" dirty="0"/>
          </a:p>
          <a:p>
            <a:pPr lvl="1"/>
            <a:endParaRPr lang="es-ES" b="1" i="1" dirty="0"/>
          </a:p>
          <a:p>
            <a:pPr lvl="1"/>
            <a:endParaRPr lang="es-ES" b="1" i="1" dirty="0"/>
          </a:p>
          <a:p>
            <a:pPr lvl="1"/>
            <a:endParaRPr lang="es-ES" b="1" i="1" dirty="0"/>
          </a:p>
          <a:p>
            <a:endParaRPr lang="es-ES" b="1" i="1" dirty="0"/>
          </a:p>
          <a:p>
            <a:endParaRPr lang="es-ES" b="1" i="1" dirty="0"/>
          </a:p>
          <a:p>
            <a:r>
              <a:rPr lang="es-ES" b="1" i="1" dirty="0"/>
              <a:t>Como se calcula los parámetros </a:t>
            </a:r>
            <a:r>
              <a:rPr lang="es-BO" i="1" dirty="0"/>
              <a:t>Ɵ?</a:t>
            </a:r>
            <a:endParaRPr lang="es-ES" b="1" i="1" dirty="0"/>
          </a:p>
          <a:p>
            <a:endParaRPr lang="es-BO" sz="1600" dirty="0"/>
          </a:p>
        </p:txBody>
      </p:sp>
      <p:sp>
        <p:nvSpPr>
          <p:cNvPr id="4" name="Marcador de número de diapositiva 3">
            <a:extLst>
              <a:ext uri="{FF2B5EF4-FFF2-40B4-BE49-F238E27FC236}">
                <a16:creationId xmlns:a16="http://schemas.microsoft.com/office/drawing/2014/main" id="{633A95B1-90B7-4FB0-AF8C-C96948D128FA}"/>
              </a:ext>
            </a:extLst>
          </p:cNvPr>
          <p:cNvSpPr>
            <a:spLocks noGrp="1"/>
          </p:cNvSpPr>
          <p:nvPr>
            <p:ph type="sldNum" sz="quarter" idx="12"/>
          </p:nvPr>
        </p:nvSpPr>
        <p:spPr/>
        <p:txBody>
          <a:bodyPr/>
          <a:lstStyle/>
          <a:p>
            <a:fld id="{6D22F896-40B5-4ADD-8801-0D06FADFA095}" type="slidenum">
              <a:rPr lang="en-US" smtClean="0"/>
              <a:t>66</a:t>
            </a:fld>
            <a:endParaRPr lang="en-US" dirty="0"/>
          </a:p>
        </p:txBody>
      </p:sp>
      <p:pic>
        <p:nvPicPr>
          <p:cNvPr id="7" name="Picture 4">
            <a:extLst>
              <a:ext uri="{FF2B5EF4-FFF2-40B4-BE49-F238E27FC236}">
                <a16:creationId xmlns:a16="http://schemas.microsoft.com/office/drawing/2014/main" id="{8F9F67B2-20EF-4C27-9D42-125C595646F4}"/>
              </a:ext>
            </a:extLst>
          </p:cNvPr>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394639" y="3227141"/>
            <a:ext cx="1499616" cy="1456182"/>
          </a:xfrm>
          <a:prstGeom prst="rect">
            <a:avLst/>
          </a:prstGeom>
        </p:spPr>
      </p:pic>
      <p:pic>
        <p:nvPicPr>
          <p:cNvPr id="8" name="Picture 9">
            <a:extLst>
              <a:ext uri="{FF2B5EF4-FFF2-40B4-BE49-F238E27FC236}">
                <a16:creationId xmlns:a16="http://schemas.microsoft.com/office/drawing/2014/main" id="{5BF9BF17-5F7E-4AFD-8032-35BAD93081A2}"/>
              </a:ext>
            </a:extLst>
          </p:cNvPr>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096000" y="3745527"/>
            <a:ext cx="2244852" cy="306324"/>
          </a:xfrm>
          <a:prstGeom prst="rect">
            <a:avLst/>
          </a:prstGeom>
        </p:spPr>
      </p:pic>
      <p:pic>
        <p:nvPicPr>
          <p:cNvPr id="9" name="Picture 13">
            <a:extLst>
              <a:ext uri="{FF2B5EF4-FFF2-40B4-BE49-F238E27FC236}">
                <a16:creationId xmlns:a16="http://schemas.microsoft.com/office/drawing/2014/main" id="{20DECFD2-3BB0-4FE7-9326-1A27ED6B5BB2}"/>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4434118" y="4683323"/>
            <a:ext cx="2935224" cy="781812"/>
          </a:xfrm>
          <a:prstGeom prst="rect">
            <a:avLst/>
          </a:prstGeom>
        </p:spPr>
      </p:pic>
    </p:spTree>
    <p:extLst>
      <p:ext uri="{BB962C8B-B14F-4D97-AF65-F5344CB8AC3E}">
        <p14:creationId xmlns:p14="http://schemas.microsoft.com/office/powerpoint/2010/main" val="41611394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0EEA9-81BD-43D0-9BC7-D63C5861D8D9}"/>
              </a:ext>
            </a:extLst>
          </p:cNvPr>
          <p:cNvSpPr>
            <a:spLocks noGrp="1"/>
          </p:cNvSpPr>
          <p:nvPr>
            <p:ph type="title"/>
          </p:nvPr>
        </p:nvSpPr>
        <p:spPr>
          <a:xfrm>
            <a:off x="677333" y="451513"/>
            <a:ext cx="10535149" cy="1478887"/>
          </a:xfrm>
        </p:spPr>
        <p:txBody>
          <a:bodyPr>
            <a:normAutofit fontScale="90000"/>
          </a:bodyPr>
          <a:lstStyle/>
          <a:p>
            <a:r>
              <a:rPr lang="es-ES" dirty="0"/>
              <a:t>Problema con la función de costo de la regresión lineal aplicado a la regresión logística</a:t>
            </a:r>
            <a:endParaRPr lang="es-BO" dirty="0"/>
          </a:p>
        </p:txBody>
      </p:sp>
      <p:sp>
        <p:nvSpPr>
          <p:cNvPr id="3" name="Marcador de contenido 2">
            <a:extLst>
              <a:ext uri="{FF2B5EF4-FFF2-40B4-BE49-F238E27FC236}">
                <a16:creationId xmlns:a16="http://schemas.microsoft.com/office/drawing/2014/main" id="{F019C2DF-CE3B-4DAA-B6A0-FCB01E7C31F1}"/>
              </a:ext>
            </a:extLst>
          </p:cNvPr>
          <p:cNvSpPr>
            <a:spLocks noGrp="1"/>
          </p:cNvSpPr>
          <p:nvPr>
            <p:ph idx="1"/>
          </p:nvPr>
        </p:nvSpPr>
        <p:spPr/>
        <p:txBody>
          <a:bodyPr/>
          <a:lstStyle/>
          <a:p>
            <a:r>
              <a:rPr lang="es-ES" dirty="0"/>
              <a:t>En regresión lineal, la función de costo es:</a:t>
            </a:r>
            <a:endParaRPr lang="es-BO" dirty="0"/>
          </a:p>
        </p:txBody>
      </p:sp>
      <p:sp>
        <p:nvSpPr>
          <p:cNvPr id="4" name="Marcador de número de diapositiva 3">
            <a:extLst>
              <a:ext uri="{FF2B5EF4-FFF2-40B4-BE49-F238E27FC236}">
                <a16:creationId xmlns:a16="http://schemas.microsoft.com/office/drawing/2014/main" id="{FCC099D3-7DA6-43D6-BA3B-8085E9808114}"/>
              </a:ext>
            </a:extLst>
          </p:cNvPr>
          <p:cNvSpPr>
            <a:spLocks noGrp="1"/>
          </p:cNvSpPr>
          <p:nvPr>
            <p:ph type="sldNum" sz="quarter" idx="12"/>
          </p:nvPr>
        </p:nvSpPr>
        <p:spPr/>
        <p:txBody>
          <a:bodyPr/>
          <a:lstStyle/>
          <a:p>
            <a:fld id="{6D22F896-40B5-4ADD-8801-0D06FADFA095}" type="slidenum">
              <a:rPr lang="en-US" smtClean="0"/>
              <a:t>67</a:t>
            </a:fld>
            <a:endParaRPr lang="en-US" dirty="0"/>
          </a:p>
        </p:txBody>
      </p:sp>
      <p:pic>
        <p:nvPicPr>
          <p:cNvPr id="5" name="Picture 5">
            <a:extLst>
              <a:ext uri="{FF2B5EF4-FFF2-40B4-BE49-F238E27FC236}">
                <a16:creationId xmlns:a16="http://schemas.microsoft.com/office/drawing/2014/main" id="{D15F3B8D-6CBA-40A8-A46A-CF057206E0A5}"/>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5591944" y="2026414"/>
            <a:ext cx="4219956" cy="651510"/>
          </a:xfrm>
          <a:prstGeom prst="rect">
            <a:avLst/>
          </a:prstGeom>
        </p:spPr>
      </p:pic>
      <p:pic>
        <p:nvPicPr>
          <p:cNvPr id="6" name="Picture 7">
            <a:extLst>
              <a:ext uri="{FF2B5EF4-FFF2-40B4-BE49-F238E27FC236}">
                <a16:creationId xmlns:a16="http://schemas.microsoft.com/office/drawing/2014/main" id="{81CDBE93-CD06-4D96-B471-689649B4C01A}"/>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838200" y="2996952"/>
            <a:ext cx="5298948" cy="445770"/>
          </a:xfrm>
          <a:prstGeom prst="rect">
            <a:avLst/>
          </a:prstGeom>
        </p:spPr>
      </p:pic>
      <p:pic>
        <p:nvPicPr>
          <p:cNvPr id="7" name="Imagen 6">
            <a:extLst>
              <a:ext uri="{FF2B5EF4-FFF2-40B4-BE49-F238E27FC236}">
                <a16:creationId xmlns:a16="http://schemas.microsoft.com/office/drawing/2014/main" id="{1CE99836-62F0-4B06-95B6-D4505014FEEC}"/>
              </a:ext>
            </a:extLst>
          </p:cNvPr>
          <p:cNvPicPr>
            <a:picLocks noChangeAspect="1"/>
          </p:cNvPicPr>
          <p:nvPr/>
        </p:nvPicPr>
        <p:blipFill>
          <a:blip r:embed="rId6"/>
          <a:stretch>
            <a:fillRect/>
          </a:stretch>
        </p:blipFill>
        <p:spPr>
          <a:xfrm>
            <a:off x="1713613" y="4272887"/>
            <a:ext cx="6877050" cy="2133600"/>
          </a:xfrm>
          <a:prstGeom prst="rect">
            <a:avLst/>
          </a:prstGeom>
        </p:spPr>
      </p:pic>
    </p:spTree>
    <p:extLst>
      <p:ext uri="{BB962C8B-B14F-4D97-AF65-F5344CB8AC3E}">
        <p14:creationId xmlns:p14="http://schemas.microsoft.com/office/powerpoint/2010/main" val="20435193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172A88-1E5B-4E60-BA36-EF9FA3169C04}"/>
              </a:ext>
            </a:extLst>
          </p:cNvPr>
          <p:cNvSpPr>
            <a:spLocks noGrp="1"/>
          </p:cNvSpPr>
          <p:nvPr>
            <p:ph type="title"/>
          </p:nvPr>
        </p:nvSpPr>
        <p:spPr/>
        <p:txBody>
          <a:bodyPr/>
          <a:lstStyle/>
          <a:p>
            <a:r>
              <a:rPr lang="es-ES" dirty="0"/>
              <a:t>Función de costo para la regresión logística</a:t>
            </a:r>
            <a:endParaRPr lang="es-BO" dirty="0"/>
          </a:p>
        </p:txBody>
      </p:sp>
      <p:sp>
        <p:nvSpPr>
          <p:cNvPr id="3" name="Marcador de contenido 2">
            <a:extLst>
              <a:ext uri="{FF2B5EF4-FFF2-40B4-BE49-F238E27FC236}">
                <a16:creationId xmlns:a16="http://schemas.microsoft.com/office/drawing/2014/main" id="{D8713DA6-2DF7-4B63-BCD2-65CCFD1A1680}"/>
              </a:ext>
            </a:extLst>
          </p:cNvPr>
          <p:cNvSpPr>
            <a:spLocks noGrp="1"/>
          </p:cNvSpPr>
          <p:nvPr>
            <p:ph idx="1"/>
          </p:nvPr>
        </p:nvSpPr>
        <p:spPr/>
        <p:txBody>
          <a:bodyPr/>
          <a:lstStyle/>
          <a:p>
            <a:endParaRPr lang="es-BO" dirty="0"/>
          </a:p>
        </p:txBody>
      </p:sp>
      <p:sp>
        <p:nvSpPr>
          <p:cNvPr id="4" name="Marcador de número de diapositiva 3">
            <a:extLst>
              <a:ext uri="{FF2B5EF4-FFF2-40B4-BE49-F238E27FC236}">
                <a16:creationId xmlns:a16="http://schemas.microsoft.com/office/drawing/2014/main" id="{5CCF57C1-E45A-4388-9615-5A3654499722}"/>
              </a:ext>
            </a:extLst>
          </p:cNvPr>
          <p:cNvSpPr>
            <a:spLocks noGrp="1"/>
          </p:cNvSpPr>
          <p:nvPr>
            <p:ph type="sldNum" sz="quarter" idx="12"/>
          </p:nvPr>
        </p:nvSpPr>
        <p:spPr/>
        <p:txBody>
          <a:bodyPr/>
          <a:lstStyle/>
          <a:p>
            <a:fld id="{6D22F896-40B5-4ADD-8801-0D06FADFA095}" type="slidenum">
              <a:rPr lang="en-US" smtClean="0"/>
              <a:t>68</a:t>
            </a:fld>
            <a:endParaRPr lang="en-US" dirty="0"/>
          </a:p>
        </p:txBody>
      </p:sp>
      <p:pic>
        <p:nvPicPr>
          <p:cNvPr id="5" name="Picture 8">
            <a:extLst>
              <a:ext uri="{FF2B5EF4-FFF2-40B4-BE49-F238E27FC236}">
                <a16:creationId xmlns:a16="http://schemas.microsoft.com/office/drawing/2014/main" id="{068469CF-7B9F-4FEB-93CA-3DA9C0E97A5E}"/>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343472" y="2420888"/>
            <a:ext cx="6030468" cy="731520"/>
          </a:xfrm>
          <a:prstGeom prst="rect">
            <a:avLst/>
          </a:prstGeom>
        </p:spPr>
      </p:pic>
      <p:pic>
        <p:nvPicPr>
          <p:cNvPr id="6" name="Picture 2">
            <a:extLst>
              <a:ext uri="{FF2B5EF4-FFF2-40B4-BE49-F238E27FC236}">
                <a16:creationId xmlns:a16="http://schemas.microsoft.com/office/drawing/2014/main" id="{0B66E313-5695-44F8-B634-88E1A00944F9}"/>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1404186" y="3705593"/>
            <a:ext cx="4712970" cy="2221230"/>
          </a:xfrm>
          <a:prstGeom prst="rect">
            <a:avLst/>
          </a:prstGeom>
        </p:spPr>
      </p:pic>
      <p:pic>
        <p:nvPicPr>
          <p:cNvPr id="7" name="Imagen 6">
            <a:extLst>
              <a:ext uri="{FF2B5EF4-FFF2-40B4-BE49-F238E27FC236}">
                <a16:creationId xmlns:a16="http://schemas.microsoft.com/office/drawing/2014/main" id="{6DACF0C1-0B3C-49EB-8EA2-FDF16BD90C7A}"/>
              </a:ext>
            </a:extLst>
          </p:cNvPr>
          <p:cNvPicPr>
            <a:picLocks noChangeAspect="1"/>
          </p:cNvPicPr>
          <p:nvPr/>
        </p:nvPicPr>
        <p:blipFill>
          <a:blip r:embed="rId6"/>
          <a:stretch>
            <a:fillRect/>
          </a:stretch>
        </p:blipFill>
        <p:spPr>
          <a:xfrm>
            <a:off x="6600056" y="3495408"/>
            <a:ext cx="5324427" cy="1210971"/>
          </a:xfrm>
          <a:prstGeom prst="rect">
            <a:avLst/>
          </a:prstGeom>
        </p:spPr>
      </p:pic>
    </p:spTree>
    <p:extLst>
      <p:ext uri="{BB962C8B-B14F-4D97-AF65-F5344CB8AC3E}">
        <p14:creationId xmlns:p14="http://schemas.microsoft.com/office/powerpoint/2010/main" val="13997189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49FE4A-803C-48F2-88C5-A605DC791436}"/>
              </a:ext>
            </a:extLst>
          </p:cNvPr>
          <p:cNvSpPr>
            <a:spLocks noGrp="1"/>
          </p:cNvSpPr>
          <p:nvPr>
            <p:ph type="title"/>
          </p:nvPr>
        </p:nvSpPr>
        <p:spPr/>
        <p:txBody>
          <a:bodyPr/>
          <a:lstStyle/>
          <a:p>
            <a:r>
              <a:rPr lang="es-ES" dirty="0"/>
              <a:t>Descenso por el gradiente aplicado a la regresión logística</a:t>
            </a:r>
            <a:endParaRPr lang="es-BO" dirty="0"/>
          </a:p>
        </p:txBody>
      </p:sp>
      <p:sp>
        <p:nvSpPr>
          <p:cNvPr id="4" name="Marcador de número de diapositiva 3">
            <a:extLst>
              <a:ext uri="{FF2B5EF4-FFF2-40B4-BE49-F238E27FC236}">
                <a16:creationId xmlns:a16="http://schemas.microsoft.com/office/drawing/2014/main" id="{55665B14-D4A6-4238-B26A-D5E7F21F5C20}"/>
              </a:ext>
            </a:extLst>
          </p:cNvPr>
          <p:cNvSpPr>
            <a:spLocks noGrp="1"/>
          </p:cNvSpPr>
          <p:nvPr>
            <p:ph type="sldNum" sz="quarter" idx="12"/>
          </p:nvPr>
        </p:nvSpPr>
        <p:spPr>
          <a:xfrm>
            <a:off x="8590663" y="5321282"/>
            <a:ext cx="683339" cy="365125"/>
          </a:xfrm>
        </p:spPr>
        <p:txBody>
          <a:bodyPr/>
          <a:lstStyle/>
          <a:p>
            <a:fld id="{6D22F896-40B5-4ADD-8801-0D06FADFA095}" type="slidenum">
              <a:rPr lang="en-US" smtClean="0"/>
              <a:t>69</a:t>
            </a:fld>
            <a:endParaRPr lang="en-US" dirty="0"/>
          </a:p>
        </p:txBody>
      </p:sp>
      <p:pic>
        <p:nvPicPr>
          <p:cNvPr id="5" name="Picture 3">
            <a:extLst>
              <a:ext uri="{FF2B5EF4-FFF2-40B4-BE49-F238E27FC236}">
                <a16:creationId xmlns:a16="http://schemas.microsoft.com/office/drawing/2014/main" id="{8708EC1A-803F-47E9-848B-2CC9D6F12E40}"/>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798443" y="2564904"/>
            <a:ext cx="6030468" cy="731520"/>
          </a:xfrm>
          <a:prstGeom prst="rect">
            <a:avLst/>
          </a:prstGeom>
        </p:spPr>
      </p:pic>
      <p:pic>
        <p:nvPicPr>
          <p:cNvPr id="6" name="Picture 1">
            <a:extLst>
              <a:ext uri="{FF2B5EF4-FFF2-40B4-BE49-F238E27FC236}">
                <a16:creationId xmlns:a16="http://schemas.microsoft.com/office/drawing/2014/main" id="{51585AAE-D542-4B18-9475-14E4C5946579}"/>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838200" y="1916832"/>
            <a:ext cx="4169664" cy="651510"/>
          </a:xfrm>
          <a:prstGeom prst="rect">
            <a:avLst/>
          </a:prstGeom>
        </p:spPr>
      </p:pic>
      <p:pic>
        <p:nvPicPr>
          <p:cNvPr id="7" name="Picture 6">
            <a:extLst>
              <a:ext uri="{FF2B5EF4-FFF2-40B4-BE49-F238E27FC236}">
                <a16:creationId xmlns:a16="http://schemas.microsoft.com/office/drawing/2014/main" id="{C34921ED-D22A-45DD-B8CE-5F1BA26C2B5D}"/>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38200" y="3554937"/>
            <a:ext cx="2895600" cy="252339"/>
          </a:xfrm>
          <a:prstGeom prst="rect">
            <a:avLst/>
          </a:prstGeom>
        </p:spPr>
      </p:pic>
      <p:pic>
        <p:nvPicPr>
          <p:cNvPr id="8" name="Picture 29">
            <a:extLst>
              <a:ext uri="{FF2B5EF4-FFF2-40B4-BE49-F238E27FC236}">
                <a16:creationId xmlns:a16="http://schemas.microsoft.com/office/drawing/2014/main" id="{BB8F5596-F0B1-472E-B425-256652BDB8F1}"/>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1257756" y="4774081"/>
            <a:ext cx="7214616" cy="651510"/>
          </a:xfrm>
          <a:prstGeom prst="rect">
            <a:avLst/>
          </a:prstGeom>
        </p:spPr>
      </p:pic>
      <p:pic>
        <p:nvPicPr>
          <p:cNvPr id="9" name="Picture 3">
            <a:extLst>
              <a:ext uri="{FF2B5EF4-FFF2-40B4-BE49-F238E27FC236}">
                <a16:creationId xmlns:a16="http://schemas.microsoft.com/office/drawing/2014/main" id="{C1E5F4BC-B588-45F3-8E35-BAB22D82D207}"/>
              </a:ext>
            </a:extLst>
          </p:cNvPr>
          <p:cNvPicPr>
            <a:picLocks noChangeAspect="1"/>
          </p:cNvPicPr>
          <p:nvPr>
            <p:custDataLst>
              <p:tags r:id="rId5"/>
            </p:custDataLst>
          </p:nvPr>
        </p:nvPicPr>
        <p:blipFill>
          <a:blip r:embed="rId8" cstate="print">
            <a:extLst>
              <a:ext uri="{28A0092B-C50C-407E-A947-70E740481C1C}">
                <a14:useLocalDpi xmlns:a14="http://schemas.microsoft.com/office/drawing/2010/main" val="0"/>
              </a:ext>
            </a:extLst>
          </a:blip>
          <a:stretch>
            <a:fillRect/>
          </a:stretch>
        </p:blipFill>
        <p:spPr>
          <a:xfrm>
            <a:off x="695400" y="3986778"/>
            <a:ext cx="4169664" cy="651510"/>
          </a:xfrm>
          <a:prstGeom prst="rect">
            <a:avLst/>
          </a:prstGeom>
        </p:spPr>
      </p:pic>
      <p:pic>
        <p:nvPicPr>
          <p:cNvPr id="10" name="Imagen 9">
            <a:extLst>
              <a:ext uri="{FF2B5EF4-FFF2-40B4-BE49-F238E27FC236}">
                <a16:creationId xmlns:a16="http://schemas.microsoft.com/office/drawing/2014/main" id="{6BE8544A-AAC4-4CF3-9239-FAB6E51FB988}"/>
              </a:ext>
            </a:extLst>
          </p:cNvPr>
          <p:cNvPicPr>
            <a:picLocks noChangeAspect="1"/>
          </p:cNvPicPr>
          <p:nvPr/>
        </p:nvPicPr>
        <p:blipFill>
          <a:blip r:embed="rId11"/>
          <a:stretch>
            <a:fillRect/>
          </a:stretch>
        </p:blipFill>
        <p:spPr>
          <a:xfrm>
            <a:off x="703986" y="5449120"/>
            <a:ext cx="5468422" cy="1093684"/>
          </a:xfrm>
          <a:prstGeom prst="rect">
            <a:avLst/>
          </a:prstGeom>
        </p:spPr>
      </p:pic>
      <p:sp>
        <p:nvSpPr>
          <p:cNvPr id="11" name="CuadroTexto 10">
            <a:extLst>
              <a:ext uri="{FF2B5EF4-FFF2-40B4-BE49-F238E27FC236}">
                <a16:creationId xmlns:a16="http://schemas.microsoft.com/office/drawing/2014/main" id="{49EB466E-4F12-4DD6-A954-075CA26EA614}"/>
              </a:ext>
            </a:extLst>
          </p:cNvPr>
          <p:cNvSpPr txBox="1"/>
          <p:nvPr/>
        </p:nvSpPr>
        <p:spPr>
          <a:xfrm>
            <a:off x="6281640" y="6018299"/>
            <a:ext cx="2205604" cy="369332"/>
          </a:xfrm>
          <a:prstGeom prst="rect">
            <a:avLst/>
          </a:prstGeom>
          <a:noFill/>
        </p:spPr>
        <p:txBody>
          <a:bodyPr wrap="none" rtlCol="0">
            <a:spAutoFit/>
          </a:bodyPr>
          <a:lstStyle/>
          <a:p>
            <a:r>
              <a:rPr lang="es-ES" dirty="0"/>
              <a:t>Versión vectorizada</a:t>
            </a:r>
            <a:endParaRPr lang="es-BO" dirty="0"/>
          </a:p>
        </p:txBody>
      </p:sp>
    </p:spTree>
    <p:extLst>
      <p:ext uri="{BB962C8B-B14F-4D97-AF65-F5344CB8AC3E}">
        <p14:creationId xmlns:p14="http://schemas.microsoft.com/office/powerpoint/2010/main" val="38788971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CF311E-E417-4253-B080-D6A3391F22BA}"/>
              </a:ext>
            </a:extLst>
          </p:cNvPr>
          <p:cNvSpPr>
            <a:spLocks noGrp="1"/>
          </p:cNvSpPr>
          <p:nvPr>
            <p:ph type="title"/>
          </p:nvPr>
        </p:nvSpPr>
        <p:spPr/>
        <p:txBody>
          <a:bodyPr/>
          <a:lstStyle/>
          <a:p>
            <a:endParaRPr lang="es-BO"/>
          </a:p>
        </p:txBody>
      </p:sp>
      <p:sp>
        <p:nvSpPr>
          <p:cNvPr id="3" name="Marcador de contenido 2">
            <a:extLst>
              <a:ext uri="{FF2B5EF4-FFF2-40B4-BE49-F238E27FC236}">
                <a16:creationId xmlns:a16="http://schemas.microsoft.com/office/drawing/2014/main" id="{3BE19ED0-5FC2-42E6-98AE-6D018DA6C276}"/>
              </a:ext>
            </a:extLst>
          </p:cNvPr>
          <p:cNvSpPr>
            <a:spLocks noGrp="1"/>
          </p:cNvSpPr>
          <p:nvPr>
            <p:ph idx="1"/>
          </p:nvPr>
        </p:nvSpPr>
        <p:spPr/>
        <p:txBody>
          <a:bodyPr/>
          <a:lstStyle/>
          <a:p>
            <a:r>
              <a:rPr lang="es-ES" dirty="0"/>
              <a:t>Para ajustar los parámetros theta</a:t>
            </a:r>
          </a:p>
          <a:p>
            <a:endParaRPr lang="es-ES" dirty="0"/>
          </a:p>
          <a:p>
            <a:endParaRPr lang="es-ES" dirty="0"/>
          </a:p>
          <a:p>
            <a:r>
              <a:rPr lang="es-ES" dirty="0"/>
              <a:t>Para hacer una predicción dado un nuevo valor de x</a:t>
            </a:r>
          </a:p>
          <a:p>
            <a:endParaRPr lang="es-ES" dirty="0"/>
          </a:p>
          <a:p>
            <a:endParaRPr lang="es-BO" dirty="0"/>
          </a:p>
        </p:txBody>
      </p:sp>
      <p:sp>
        <p:nvSpPr>
          <p:cNvPr id="4" name="Marcador de número de diapositiva 3">
            <a:extLst>
              <a:ext uri="{FF2B5EF4-FFF2-40B4-BE49-F238E27FC236}">
                <a16:creationId xmlns:a16="http://schemas.microsoft.com/office/drawing/2014/main" id="{B1BA265B-B44B-4690-A712-EFACD2062DB5}"/>
              </a:ext>
            </a:extLst>
          </p:cNvPr>
          <p:cNvSpPr>
            <a:spLocks noGrp="1"/>
          </p:cNvSpPr>
          <p:nvPr>
            <p:ph type="sldNum" sz="quarter" idx="12"/>
          </p:nvPr>
        </p:nvSpPr>
        <p:spPr/>
        <p:txBody>
          <a:bodyPr/>
          <a:lstStyle/>
          <a:p>
            <a:fld id="{6D22F896-40B5-4ADD-8801-0D06FADFA095}" type="slidenum">
              <a:rPr lang="en-US" smtClean="0"/>
              <a:t>70</a:t>
            </a:fld>
            <a:endParaRPr lang="en-US" dirty="0"/>
          </a:p>
        </p:txBody>
      </p:sp>
      <p:pic>
        <p:nvPicPr>
          <p:cNvPr id="5" name="Picture 2">
            <a:extLst>
              <a:ext uri="{FF2B5EF4-FFF2-40B4-BE49-F238E27FC236}">
                <a16:creationId xmlns:a16="http://schemas.microsoft.com/office/drawing/2014/main" id="{A9064BB4-B8F8-4272-AB34-9857E0804CFA}"/>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75720" y="2708920"/>
            <a:ext cx="1104138" cy="429768"/>
          </a:xfrm>
          <a:prstGeom prst="rect">
            <a:avLst/>
          </a:prstGeom>
        </p:spPr>
      </p:pic>
      <p:pic>
        <p:nvPicPr>
          <p:cNvPr id="6" name="Picture 5">
            <a:extLst>
              <a:ext uri="{FF2B5EF4-FFF2-40B4-BE49-F238E27FC236}">
                <a16:creationId xmlns:a16="http://schemas.microsoft.com/office/drawing/2014/main" id="{2B6842F7-351C-4C50-B037-351D178BDEEE}"/>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3071664" y="3933056"/>
            <a:ext cx="4225970" cy="864096"/>
          </a:xfrm>
          <a:prstGeom prst="rect">
            <a:avLst/>
          </a:prstGeom>
        </p:spPr>
      </p:pic>
    </p:spTree>
    <p:extLst>
      <p:ext uri="{BB962C8B-B14F-4D97-AF65-F5344CB8AC3E}">
        <p14:creationId xmlns:p14="http://schemas.microsoft.com/office/powerpoint/2010/main" val="40068977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95F95F-000F-4AA5-9D4C-20A447C21D63}"/>
              </a:ext>
            </a:extLst>
          </p:cNvPr>
          <p:cNvSpPr>
            <a:spLocks noGrp="1"/>
          </p:cNvSpPr>
          <p:nvPr>
            <p:ph type="title"/>
          </p:nvPr>
        </p:nvSpPr>
        <p:spPr/>
        <p:txBody>
          <a:bodyPr/>
          <a:lstStyle/>
          <a:p>
            <a:endParaRPr lang="es-BO"/>
          </a:p>
        </p:txBody>
      </p:sp>
      <p:sp>
        <p:nvSpPr>
          <p:cNvPr id="3" name="Marcador de contenido 2">
            <a:extLst>
              <a:ext uri="{FF2B5EF4-FFF2-40B4-BE49-F238E27FC236}">
                <a16:creationId xmlns:a16="http://schemas.microsoft.com/office/drawing/2014/main" id="{69C7FFDE-CA0D-4B07-8BE8-25ABB0A9444E}"/>
              </a:ext>
            </a:extLst>
          </p:cNvPr>
          <p:cNvSpPr>
            <a:spLocks noGrp="1"/>
          </p:cNvSpPr>
          <p:nvPr>
            <p:ph idx="1"/>
          </p:nvPr>
        </p:nvSpPr>
        <p:spPr>
          <a:xfrm>
            <a:off x="677334" y="2160589"/>
            <a:ext cx="8596668" cy="4357706"/>
          </a:xfrm>
        </p:spPr>
        <p:txBody>
          <a:bodyPr/>
          <a:lstStyle/>
          <a:p>
            <a:endParaRPr lang="es-ES" dirty="0"/>
          </a:p>
          <a:p>
            <a:endParaRPr lang="es-BO" dirty="0"/>
          </a:p>
          <a:p>
            <a:endParaRPr lang="es-BO" dirty="0"/>
          </a:p>
          <a:p>
            <a:endParaRPr lang="es-BO" dirty="0"/>
          </a:p>
          <a:p>
            <a:endParaRPr lang="es-BO" dirty="0"/>
          </a:p>
          <a:p>
            <a:endParaRPr lang="es-BO" dirty="0"/>
          </a:p>
          <a:p>
            <a:endParaRPr lang="es-BO" dirty="0"/>
          </a:p>
          <a:p>
            <a:endParaRPr lang="es-BO" dirty="0"/>
          </a:p>
          <a:p>
            <a:r>
              <a:rPr lang="es-BO" dirty="0"/>
              <a:t>Versión vectorizada</a:t>
            </a:r>
          </a:p>
        </p:txBody>
      </p:sp>
      <p:sp>
        <p:nvSpPr>
          <p:cNvPr id="4" name="Marcador de número de diapositiva 3">
            <a:extLst>
              <a:ext uri="{FF2B5EF4-FFF2-40B4-BE49-F238E27FC236}">
                <a16:creationId xmlns:a16="http://schemas.microsoft.com/office/drawing/2014/main" id="{3A587B62-7F8E-46AC-A04A-706BDAB49CD8}"/>
              </a:ext>
            </a:extLst>
          </p:cNvPr>
          <p:cNvSpPr>
            <a:spLocks noGrp="1"/>
          </p:cNvSpPr>
          <p:nvPr>
            <p:ph type="sldNum" sz="quarter" idx="12"/>
          </p:nvPr>
        </p:nvSpPr>
        <p:spPr/>
        <p:txBody>
          <a:bodyPr/>
          <a:lstStyle/>
          <a:p>
            <a:fld id="{6D22F896-40B5-4ADD-8801-0D06FADFA095}" type="slidenum">
              <a:rPr lang="en-US" smtClean="0"/>
              <a:t>71</a:t>
            </a:fld>
            <a:endParaRPr lang="en-US" dirty="0"/>
          </a:p>
        </p:txBody>
      </p:sp>
      <p:sp>
        <p:nvSpPr>
          <p:cNvPr id="5" name="TextBox 10">
            <a:extLst>
              <a:ext uri="{FF2B5EF4-FFF2-40B4-BE49-F238E27FC236}">
                <a16:creationId xmlns:a16="http://schemas.microsoft.com/office/drawing/2014/main" id="{A4CBB193-E34B-4703-A879-E3AA42A30D28}"/>
              </a:ext>
            </a:extLst>
          </p:cNvPr>
          <p:cNvSpPr txBox="1"/>
          <p:nvPr/>
        </p:nvSpPr>
        <p:spPr>
          <a:xfrm>
            <a:off x="608746" y="2963990"/>
            <a:ext cx="5410200" cy="461665"/>
          </a:xfrm>
          <a:prstGeom prst="rect">
            <a:avLst/>
          </a:prstGeom>
          <a:noFill/>
        </p:spPr>
        <p:txBody>
          <a:bodyPr wrap="square" rtlCol="0">
            <a:spAutoFit/>
          </a:bodyPr>
          <a:lstStyle/>
          <a:p>
            <a:r>
              <a:rPr lang="en-US" sz="2400" dirty="0"/>
              <a:t>Se </a:t>
            </a:r>
            <a:r>
              <a:rPr lang="en-US" sz="2400" dirty="0" err="1"/>
              <a:t>busca</a:t>
            </a:r>
            <a:r>
              <a:rPr lang="en-US" sz="2400" dirty="0"/>
              <a:t>:</a:t>
            </a:r>
          </a:p>
        </p:txBody>
      </p:sp>
      <p:pic>
        <p:nvPicPr>
          <p:cNvPr id="6" name="Picture 12">
            <a:extLst>
              <a:ext uri="{FF2B5EF4-FFF2-40B4-BE49-F238E27FC236}">
                <a16:creationId xmlns:a16="http://schemas.microsoft.com/office/drawing/2014/main" id="{BFB00B7A-E310-49AD-8C50-4EC254C49956}"/>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046390" y="3062208"/>
            <a:ext cx="1241298" cy="306324"/>
          </a:xfrm>
          <a:prstGeom prst="rect">
            <a:avLst/>
          </a:prstGeom>
        </p:spPr>
      </p:pic>
      <p:pic>
        <p:nvPicPr>
          <p:cNvPr id="7" name="Picture 2">
            <a:extLst>
              <a:ext uri="{FF2B5EF4-FFF2-40B4-BE49-F238E27FC236}">
                <a16:creationId xmlns:a16="http://schemas.microsoft.com/office/drawing/2014/main" id="{AE01942F-2D25-4164-8B1C-2B39E13A2A85}"/>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1065946" y="2216546"/>
            <a:ext cx="7879842" cy="651510"/>
          </a:xfrm>
          <a:prstGeom prst="rect">
            <a:avLst/>
          </a:prstGeom>
        </p:spPr>
      </p:pic>
      <p:sp>
        <p:nvSpPr>
          <p:cNvPr id="8" name="TextBox 31">
            <a:extLst>
              <a:ext uri="{FF2B5EF4-FFF2-40B4-BE49-F238E27FC236}">
                <a16:creationId xmlns:a16="http://schemas.microsoft.com/office/drawing/2014/main" id="{428F8F17-4E76-4CC1-BD43-5F3FCE99642C}"/>
              </a:ext>
            </a:extLst>
          </p:cNvPr>
          <p:cNvSpPr txBox="1"/>
          <p:nvPr/>
        </p:nvSpPr>
        <p:spPr>
          <a:xfrm>
            <a:off x="780163" y="3461726"/>
            <a:ext cx="2667000" cy="400110"/>
          </a:xfrm>
          <a:prstGeom prst="rect">
            <a:avLst/>
          </a:prstGeom>
          <a:noFill/>
        </p:spPr>
        <p:txBody>
          <a:bodyPr wrap="square" rtlCol="0">
            <a:spAutoFit/>
          </a:bodyPr>
          <a:lstStyle/>
          <a:p>
            <a:r>
              <a:rPr lang="en-US" sz="2000" dirty="0" err="1"/>
              <a:t>repetir</a:t>
            </a:r>
            <a:endParaRPr lang="en-US" sz="2400" dirty="0"/>
          </a:p>
        </p:txBody>
      </p:sp>
      <p:pic>
        <p:nvPicPr>
          <p:cNvPr id="9" name="Picture 33">
            <a:extLst>
              <a:ext uri="{FF2B5EF4-FFF2-40B4-BE49-F238E27FC236}">
                <a16:creationId xmlns:a16="http://schemas.microsoft.com/office/drawing/2014/main" id="{85ACED70-CD26-4F39-97A0-9DCBAEC3220D}"/>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1741426" y="3517893"/>
            <a:ext cx="109728" cy="304038"/>
          </a:xfrm>
          <a:prstGeom prst="rect">
            <a:avLst/>
          </a:prstGeom>
        </p:spPr>
      </p:pic>
      <p:pic>
        <p:nvPicPr>
          <p:cNvPr id="10" name="Picture 46">
            <a:extLst>
              <a:ext uri="{FF2B5EF4-FFF2-40B4-BE49-F238E27FC236}">
                <a16:creationId xmlns:a16="http://schemas.microsoft.com/office/drawing/2014/main" id="{E986551F-F165-48B4-9E12-A5D173D55714}"/>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199263" y="4793552"/>
            <a:ext cx="109728" cy="304038"/>
          </a:xfrm>
          <a:prstGeom prst="rect">
            <a:avLst/>
          </a:prstGeom>
        </p:spPr>
      </p:pic>
      <p:pic>
        <p:nvPicPr>
          <p:cNvPr id="11" name="Picture 4">
            <a:extLst>
              <a:ext uri="{FF2B5EF4-FFF2-40B4-BE49-F238E27FC236}">
                <a16:creationId xmlns:a16="http://schemas.microsoft.com/office/drawing/2014/main" id="{915488A7-F299-46A2-BDE6-9039E1B65C43}"/>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1434894" y="4010268"/>
            <a:ext cx="2587752" cy="436626"/>
          </a:xfrm>
          <a:prstGeom prst="rect">
            <a:avLst/>
          </a:prstGeom>
        </p:spPr>
      </p:pic>
      <p:sp>
        <p:nvSpPr>
          <p:cNvPr id="12" name="TextBox 48">
            <a:extLst>
              <a:ext uri="{FF2B5EF4-FFF2-40B4-BE49-F238E27FC236}">
                <a16:creationId xmlns:a16="http://schemas.microsoft.com/office/drawing/2014/main" id="{346D00BE-69D0-4ACE-BE23-236FA99EEAE7}"/>
              </a:ext>
            </a:extLst>
          </p:cNvPr>
          <p:cNvSpPr txBox="1"/>
          <p:nvPr/>
        </p:nvSpPr>
        <p:spPr>
          <a:xfrm>
            <a:off x="1317546" y="4584278"/>
            <a:ext cx="5410200" cy="400110"/>
          </a:xfrm>
          <a:prstGeom prst="rect">
            <a:avLst/>
          </a:prstGeom>
          <a:noFill/>
        </p:spPr>
        <p:txBody>
          <a:bodyPr wrap="square" rtlCol="0">
            <a:spAutoFit/>
          </a:bodyPr>
          <a:lstStyle/>
          <a:p>
            <a:r>
              <a:rPr lang="en-US" sz="2000" dirty="0"/>
              <a:t>(</a:t>
            </a:r>
            <a:r>
              <a:rPr lang="en-US" sz="2000" dirty="0" err="1"/>
              <a:t>actualizando</a:t>
            </a:r>
            <a:r>
              <a:rPr lang="en-US" sz="2000" dirty="0"/>
              <a:t> </a:t>
            </a:r>
            <a:r>
              <a:rPr lang="en-US" sz="2000" dirty="0" err="1"/>
              <a:t>simultaneamente</a:t>
            </a:r>
            <a:r>
              <a:rPr lang="en-US" sz="2000" dirty="0"/>
              <a:t> </a:t>
            </a:r>
            <a:r>
              <a:rPr lang="en-US" sz="2000" dirty="0" err="1"/>
              <a:t>todos</a:t>
            </a:r>
            <a:r>
              <a:rPr lang="en-US" sz="2000" dirty="0"/>
              <a:t> los     )</a:t>
            </a:r>
          </a:p>
        </p:txBody>
      </p:sp>
      <p:pic>
        <p:nvPicPr>
          <p:cNvPr id="13" name="Picture 49">
            <a:extLst>
              <a:ext uri="{FF2B5EF4-FFF2-40B4-BE49-F238E27FC236}">
                <a16:creationId xmlns:a16="http://schemas.microsoft.com/office/drawing/2014/main" id="{227C12A5-03D8-4851-A797-B62375ABDDE1}"/>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5735960" y="4656698"/>
            <a:ext cx="186690" cy="255270"/>
          </a:xfrm>
          <a:prstGeom prst="rect">
            <a:avLst/>
          </a:prstGeom>
        </p:spPr>
      </p:pic>
      <p:pic>
        <p:nvPicPr>
          <p:cNvPr id="15" name="Imagen 14">
            <a:extLst>
              <a:ext uri="{FF2B5EF4-FFF2-40B4-BE49-F238E27FC236}">
                <a16:creationId xmlns:a16="http://schemas.microsoft.com/office/drawing/2014/main" id="{F7FAB1AA-7D32-4455-B72D-63711F3A8643}"/>
              </a:ext>
            </a:extLst>
          </p:cNvPr>
          <p:cNvPicPr>
            <a:picLocks noChangeAspect="1"/>
          </p:cNvPicPr>
          <p:nvPr/>
        </p:nvPicPr>
        <p:blipFill>
          <a:blip r:embed="rId14"/>
          <a:stretch>
            <a:fillRect/>
          </a:stretch>
        </p:blipFill>
        <p:spPr>
          <a:xfrm>
            <a:off x="3447163" y="5577972"/>
            <a:ext cx="3575071" cy="744806"/>
          </a:xfrm>
          <a:prstGeom prst="rect">
            <a:avLst/>
          </a:prstGeom>
        </p:spPr>
      </p:pic>
      <p:pic>
        <p:nvPicPr>
          <p:cNvPr id="16" name="Imagen 15">
            <a:extLst>
              <a:ext uri="{FF2B5EF4-FFF2-40B4-BE49-F238E27FC236}">
                <a16:creationId xmlns:a16="http://schemas.microsoft.com/office/drawing/2014/main" id="{564BDB62-A613-4998-BC6F-9A28D71816A5}"/>
              </a:ext>
            </a:extLst>
          </p:cNvPr>
          <p:cNvPicPr>
            <a:picLocks noChangeAspect="1"/>
          </p:cNvPicPr>
          <p:nvPr/>
        </p:nvPicPr>
        <p:blipFill>
          <a:blip r:embed="rId15"/>
          <a:stretch>
            <a:fillRect/>
          </a:stretch>
        </p:blipFill>
        <p:spPr>
          <a:xfrm>
            <a:off x="6992083" y="3611693"/>
            <a:ext cx="5019675" cy="1543050"/>
          </a:xfrm>
          <a:prstGeom prst="rect">
            <a:avLst/>
          </a:prstGeom>
        </p:spPr>
      </p:pic>
    </p:spTree>
    <p:extLst>
      <p:ext uri="{BB962C8B-B14F-4D97-AF65-F5344CB8AC3E}">
        <p14:creationId xmlns:p14="http://schemas.microsoft.com/office/powerpoint/2010/main" val="188536743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3ED6A1-407D-4579-A1A0-4E5D342CB65B}"/>
              </a:ext>
            </a:extLst>
          </p:cNvPr>
          <p:cNvSpPr>
            <a:spLocks noGrp="1"/>
          </p:cNvSpPr>
          <p:nvPr>
            <p:ph type="title"/>
          </p:nvPr>
        </p:nvSpPr>
        <p:spPr/>
        <p:txBody>
          <a:bodyPr/>
          <a:lstStyle/>
          <a:p>
            <a:r>
              <a:rPr lang="es-BO" dirty="0"/>
              <a:t>Algoritmos de optimización </a:t>
            </a:r>
            <a:r>
              <a:rPr lang="es-ES" dirty="0"/>
              <a:t>avanzada</a:t>
            </a:r>
            <a:endParaRPr lang="es-BO" dirty="0"/>
          </a:p>
        </p:txBody>
      </p:sp>
      <p:sp>
        <p:nvSpPr>
          <p:cNvPr id="3" name="Marcador de contenido 2">
            <a:extLst>
              <a:ext uri="{FF2B5EF4-FFF2-40B4-BE49-F238E27FC236}">
                <a16:creationId xmlns:a16="http://schemas.microsoft.com/office/drawing/2014/main" id="{731794BF-4EB1-42C4-8C8F-8C472200398B}"/>
              </a:ext>
            </a:extLst>
          </p:cNvPr>
          <p:cNvSpPr>
            <a:spLocks noGrp="1"/>
          </p:cNvSpPr>
          <p:nvPr>
            <p:ph idx="1"/>
          </p:nvPr>
        </p:nvSpPr>
        <p:spPr/>
        <p:txBody>
          <a:bodyPr/>
          <a:lstStyle/>
          <a:p>
            <a:r>
              <a:rPr lang="es-ES" dirty="0"/>
              <a:t>Con estas ideas se pretende tomar la regresión logística, y hacerla funcionar mas rápidamente que utilizando el descenso por el gradiente.</a:t>
            </a:r>
          </a:p>
          <a:p>
            <a:r>
              <a:rPr lang="es-ES" dirty="0"/>
              <a:t>Mas cantidades de datos</a:t>
            </a:r>
          </a:p>
          <a:p>
            <a:r>
              <a:rPr lang="es-ES" dirty="0"/>
              <a:t>Mas características</a:t>
            </a:r>
            <a:endParaRPr lang="es-BO" dirty="0"/>
          </a:p>
        </p:txBody>
      </p:sp>
      <p:sp>
        <p:nvSpPr>
          <p:cNvPr id="4" name="Marcador de número de diapositiva 3">
            <a:extLst>
              <a:ext uri="{FF2B5EF4-FFF2-40B4-BE49-F238E27FC236}">
                <a16:creationId xmlns:a16="http://schemas.microsoft.com/office/drawing/2014/main" id="{46E4C486-8182-46A1-91D2-DBC02FD05E3C}"/>
              </a:ext>
            </a:extLst>
          </p:cNvPr>
          <p:cNvSpPr>
            <a:spLocks noGrp="1"/>
          </p:cNvSpPr>
          <p:nvPr>
            <p:ph type="sldNum" sz="quarter" idx="12"/>
          </p:nvPr>
        </p:nvSpPr>
        <p:spPr/>
        <p:txBody>
          <a:bodyPr/>
          <a:lstStyle/>
          <a:p>
            <a:fld id="{6D22F896-40B5-4ADD-8801-0D06FADFA095}" type="slidenum">
              <a:rPr lang="en-US" smtClean="0"/>
              <a:t>72</a:t>
            </a:fld>
            <a:endParaRPr lang="en-US" dirty="0"/>
          </a:p>
        </p:txBody>
      </p:sp>
    </p:spTree>
    <p:extLst>
      <p:ext uri="{BB962C8B-B14F-4D97-AF65-F5344CB8AC3E}">
        <p14:creationId xmlns:p14="http://schemas.microsoft.com/office/powerpoint/2010/main" val="41832535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AB0FA3-D8F6-4F0F-9913-F1F13DDA678A}"/>
              </a:ext>
            </a:extLst>
          </p:cNvPr>
          <p:cNvSpPr>
            <a:spLocks noGrp="1"/>
          </p:cNvSpPr>
          <p:nvPr>
            <p:ph type="title"/>
          </p:nvPr>
        </p:nvSpPr>
        <p:spPr/>
        <p:txBody>
          <a:bodyPr/>
          <a:lstStyle/>
          <a:p>
            <a:r>
              <a:rPr lang="es-ES" dirty="0"/>
              <a:t>Algoritmo de optimización</a:t>
            </a:r>
            <a:endParaRPr lang="es-BO" dirty="0"/>
          </a:p>
        </p:txBody>
      </p:sp>
      <p:sp>
        <p:nvSpPr>
          <p:cNvPr id="3" name="Marcador de contenido 2">
            <a:extLst>
              <a:ext uri="{FF2B5EF4-FFF2-40B4-BE49-F238E27FC236}">
                <a16:creationId xmlns:a16="http://schemas.microsoft.com/office/drawing/2014/main" id="{6F7C0FD2-9336-4459-9DC1-BED16779720F}"/>
              </a:ext>
            </a:extLst>
          </p:cNvPr>
          <p:cNvSpPr>
            <a:spLocks noGrp="1"/>
          </p:cNvSpPr>
          <p:nvPr>
            <p:ph idx="1"/>
          </p:nvPr>
        </p:nvSpPr>
        <p:spPr>
          <a:xfrm>
            <a:off x="677334" y="2160588"/>
            <a:ext cx="8803042" cy="4697412"/>
          </a:xfrm>
        </p:spPr>
        <p:txBody>
          <a:bodyPr>
            <a:normAutofit fontScale="92500" lnSpcReduction="20000"/>
          </a:bodyPr>
          <a:lstStyle/>
          <a:p>
            <a:r>
              <a:rPr lang="es-ES" dirty="0"/>
              <a:t>A partir de la función de costo            se quiere</a:t>
            </a:r>
          </a:p>
          <a:p>
            <a:r>
              <a:rPr lang="es-ES" dirty="0"/>
              <a:t>Dado </a:t>
            </a:r>
            <a:r>
              <a:rPr lang="es-BO" dirty="0"/>
              <a:t>Ɵ, se considera el código que computa</a:t>
            </a:r>
          </a:p>
          <a:p>
            <a:endParaRPr lang="es-BO" dirty="0"/>
          </a:p>
          <a:p>
            <a:pPr marL="1828800" lvl="4" indent="0">
              <a:buNone/>
            </a:pPr>
            <a:r>
              <a:rPr lang="es-BO" sz="1600" dirty="0"/>
              <a:t>  </a:t>
            </a:r>
            <a:r>
              <a:rPr lang="es-BO" sz="1800" dirty="0"/>
              <a:t>(para j = 0, 1, .., n)</a:t>
            </a:r>
          </a:p>
          <a:p>
            <a:pPr marL="1828800" lvl="4" indent="0">
              <a:buNone/>
            </a:pPr>
            <a:endParaRPr lang="es-BO" sz="1800" dirty="0"/>
          </a:p>
          <a:p>
            <a:r>
              <a:rPr lang="es-BO" dirty="0"/>
              <a:t>Descenso por el gradiente</a:t>
            </a:r>
          </a:p>
          <a:p>
            <a:pPr marL="0" indent="0">
              <a:buNone/>
            </a:pPr>
            <a:r>
              <a:rPr lang="es-BO" dirty="0"/>
              <a:t>Repetir{</a:t>
            </a:r>
          </a:p>
          <a:p>
            <a:pPr marL="0" indent="0">
              <a:buNone/>
            </a:pPr>
            <a:endParaRPr lang="es-BO" dirty="0"/>
          </a:p>
          <a:p>
            <a:pPr marL="0" indent="0">
              <a:buNone/>
            </a:pPr>
            <a:r>
              <a:rPr lang="es-BO" dirty="0"/>
              <a:t>}</a:t>
            </a:r>
          </a:p>
          <a:p>
            <a:r>
              <a:rPr lang="es-BO" dirty="0"/>
              <a:t>Algoritmos de optimización</a:t>
            </a:r>
          </a:p>
          <a:p>
            <a:pPr lvl="1"/>
            <a:r>
              <a:rPr lang="es-BO" dirty="0"/>
              <a:t>Descenso por el gradiente</a:t>
            </a:r>
          </a:p>
          <a:p>
            <a:pPr lvl="1"/>
            <a:r>
              <a:rPr lang="es-BO" dirty="0"/>
              <a:t>Gradiente conjugado</a:t>
            </a:r>
          </a:p>
          <a:p>
            <a:pPr lvl="1"/>
            <a:r>
              <a:rPr lang="es-BO" dirty="0"/>
              <a:t>BFGS</a:t>
            </a:r>
          </a:p>
          <a:p>
            <a:pPr lvl="1"/>
            <a:r>
              <a:rPr lang="es-BO" dirty="0"/>
              <a:t>L-BFGS</a:t>
            </a:r>
          </a:p>
        </p:txBody>
      </p:sp>
      <p:sp>
        <p:nvSpPr>
          <p:cNvPr id="4" name="Marcador de número de diapositiva 3">
            <a:extLst>
              <a:ext uri="{FF2B5EF4-FFF2-40B4-BE49-F238E27FC236}">
                <a16:creationId xmlns:a16="http://schemas.microsoft.com/office/drawing/2014/main" id="{521BCDF2-AF5D-45EE-A0D4-088B323F48A6}"/>
              </a:ext>
            </a:extLst>
          </p:cNvPr>
          <p:cNvSpPr>
            <a:spLocks noGrp="1"/>
          </p:cNvSpPr>
          <p:nvPr>
            <p:ph type="sldNum" sz="quarter" idx="12"/>
          </p:nvPr>
        </p:nvSpPr>
        <p:spPr/>
        <p:txBody>
          <a:bodyPr/>
          <a:lstStyle/>
          <a:p>
            <a:fld id="{6D22F896-40B5-4ADD-8801-0D06FADFA095}" type="slidenum">
              <a:rPr lang="en-US" smtClean="0"/>
              <a:t>73</a:t>
            </a:fld>
            <a:endParaRPr lang="en-US" dirty="0"/>
          </a:p>
        </p:txBody>
      </p:sp>
      <p:pic>
        <p:nvPicPr>
          <p:cNvPr id="5" name="Picture 4">
            <a:extLst>
              <a:ext uri="{FF2B5EF4-FFF2-40B4-BE49-F238E27FC236}">
                <a16:creationId xmlns:a16="http://schemas.microsoft.com/office/drawing/2014/main" id="{51398442-35BF-4FEF-B42F-4060004669E7}"/>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3760876" y="2169455"/>
            <a:ext cx="534924" cy="306324"/>
          </a:xfrm>
          <a:prstGeom prst="rect">
            <a:avLst/>
          </a:prstGeom>
        </p:spPr>
      </p:pic>
      <p:pic>
        <p:nvPicPr>
          <p:cNvPr id="6" name="Picture 14">
            <a:extLst>
              <a:ext uri="{FF2B5EF4-FFF2-40B4-BE49-F238E27FC236}">
                <a16:creationId xmlns:a16="http://schemas.microsoft.com/office/drawing/2014/main" id="{5C68DC12-6CF8-4729-A439-FB346F25A15F}"/>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5375920" y="2169455"/>
            <a:ext cx="1241298" cy="306324"/>
          </a:xfrm>
          <a:prstGeom prst="rect">
            <a:avLst/>
          </a:prstGeom>
        </p:spPr>
      </p:pic>
      <p:pic>
        <p:nvPicPr>
          <p:cNvPr id="7" name="Picture 20">
            <a:extLst>
              <a:ext uri="{FF2B5EF4-FFF2-40B4-BE49-F238E27FC236}">
                <a16:creationId xmlns:a16="http://schemas.microsoft.com/office/drawing/2014/main" id="{315CEACA-9935-499C-9A1B-1D5451A97722}"/>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1631504" y="2996952"/>
            <a:ext cx="534924" cy="306324"/>
          </a:xfrm>
          <a:prstGeom prst="rect">
            <a:avLst/>
          </a:prstGeom>
        </p:spPr>
      </p:pic>
      <p:pic>
        <p:nvPicPr>
          <p:cNvPr id="8" name="Picture 21">
            <a:extLst>
              <a:ext uri="{FF2B5EF4-FFF2-40B4-BE49-F238E27FC236}">
                <a16:creationId xmlns:a16="http://schemas.microsoft.com/office/drawing/2014/main" id="{73D54E46-5AE1-4DA1-A169-32411243FAC6}"/>
              </a:ext>
            </a:extLst>
          </p:cNvPr>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565167" y="3349581"/>
            <a:ext cx="964692" cy="436626"/>
          </a:xfrm>
          <a:prstGeom prst="rect">
            <a:avLst/>
          </a:prstGeom>
        </p:spPr>
      </p:pic>
      <p:pic>
        <p:nvPicPr>
          <p:cNvPr id="9" name="Picture 5">
            <a:extLst>
              <a:ext uri="{FF2B5EF4-FFF2-40B4-BE49-F238E27FC236}">
                <a16:creationId xmlns:a16="http://schemas.microsoft.com/office/drawing/2014/main" id="{A16EB7EB-DC7C-459D-BE58-ACAD0FDF0012}"/>
              </a:ext>
            </a:extLst>
          </p:cNvPr>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1235983" y="4558919"/>
            <a:ext cx="2587752" cy="436626"/>
          </a:xfrm>
          <a:prstGeom prst="rect">
            <a:avLst/>
          </a:prstGeom>
        </p:spPr>
      </p:pic>
    </p:spTree>
    <p:extLst>
      <p:ext uri="{BB962C8B-B14F-4D97-AF65-F5344CB8AC3E}">
        <p14:creationId xmlns:p14="http://schemas.microsoft.com/office/powerpoint/2010/main" val="40092307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B80813-3085-4821-B92B-A13C9A9C869F}"/>
              </a:ext>
            </a:extLst>
          </p:cNvPr>
          <p:cNvSpPr>
            <a:spLocks noGrp="1"/>
          </p:cNvSpPr>
          <p:nvPr>
            <p:ph type="title"/>
          </p:nvPr>
        </p:nvSpPr>
        <p:spPr/>
        <p:txBody>
          <a:bodyPr/>
          <a:lstStyle/>
          <a:p>
            <a:r>
              <a:rPr lang="es-ES" dirty="0"/>
              <a:t>Ventajas y desventajas de algoritmos de optimización</a:t>
            </a:r>
            <a:endParaRPr lang="es-BO" dirty="0"/>
          </a:p>
        </p:txBody>
      </p:sp>
      <p:sp>
        <p:nvSpPr>
          <p:cNvPr id="3" name="Marcador de contenido 2">
            <a:extLst>
              <a:ext uri="{FF2B5EF4-FFF2-40B4-BE49-F238E27FC236}">
                <a16:creationId xmlns:a16="http://schemas.microsoft.com/office/drawing/2014/main" id="{F3585AC7-AED0-46CB-8A8C-834C2067C0E5}"/>
              </a:ext>
            </a:extLst>
          </p:cNvPr>
          <p:cNvSpPr>
            <a:spLocks noGrp="1"/>
          </p:cNvSpPr>
          <p:nvPr>
            <p:ph idx="1"/>
          </p:nvPr>
        </p:nvSpPr>
        <p:spPr/>
        <p:txBody>
          <a:bodyPr/>
          <a:lstStyle/>
          <a:p>
            <a:r>
              <a:rPr lang="es-ES" dirty="0"/>
              <a:t>Ventajas</a:t>
            </a:r>
          </a:p>
          <a:p>
            <a:pPr lvl="1"/>
            <a:r>
              <a:rPr lang="es-ES" dirty="0"/>
              <a:t>No se necesita asignar manualmente un valor para </a:t>
            </a:r>
            <a:r>
              <a:rPr lang="el-GR" dirty="0"/>
              <a:t>α</a:t>
            </a:r>
            <a:endParaRPr lang="es-ES" dirty="0"/>
          </a:p>
          <a:p>
            <a:pPr lvl="1"/>
            <a:r>
              <a:rPr lang="es-ES" dirty="0"/>
              <a:t>Son mas rápidos que el descenso por el gradiente</a:t>
            </a:r>
            <a:endParaRPr lang="el-GR" dirty="0"/>
          </a:p>
          <a:p>
            <a:r>
              <a:rPr lang="es-BO" dirty="0"/>
              <a:t>Desventajas</a:t>
            </a:r>
          </a:p>
          <a:p>
            <a:pPr lvl="1"/>
            <a:r>
              <a:rPr lang="es-BO" dirty="0"/>
              <a:t>Mas complejos</a:t>
            </a:r>
          </a:p>
        </p:txBody>
      </p:sp>
      <p:sp>
        <p:nvSpPr>
          <p:cNvPr id="4" name="Marcador de número de diapositiva 3">
            <a:extLst>
              <a:ext uri="{FF2B5EF4-FFF2-40B4-BE49-F238E27FC236}">
                <a16:creationId xmlns:a16="http://schemas.microsoft.com/office/drawing/2014/main" id="{F10BB72E-F707-4FE6-AA41-49677C86C45F}"/>
              </a:ext>
            </a:extLst>
          </p:cNvPr>
          <p:cNvSpPr>
            <a:spLocks noGrp="1"/>
          </p:cNvSpPr>
          <p:nvPr>
            <p:ph type="sldNum" sz="quarter" idx="12"/>
          </p:nvPr>
        </p:nvSpPr>
        <p:spPr/>
        <p:txBody>
          <a:bodyPr/>
          <a:lstStyle/>
          <a:p>
            <a:fld id="{6D22F896-40B5-4ADD-8801-0D06FADFA095}" type="slidenum">
              <a:rPr lang="en-US" smtClean="0"/>
              <a:t>74</a:t>
            </a:fld>
            <a:endParaRPr lang="en-US" dirty="0"/>
          </a:p>
        </p:txBody>
      </p:sp>
    </p:spTree>
    <p:extLst>
      <p:ext uri="{BB962C8B-B14F-4D97-AF65-F5344CB8AC3E}">
        <p14:creationId xmlns:p14="http://schemas.microsoft.com/office/powerpoint/2010/main" val="2341535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04C3C2-DD9C-46E6-9F03-C632D46DD3C2}"/>
              </a:ext>
            </a:extLst>
          </p:cNvPr>
          <p:cNvSpPr>
            <a:spLocks noGrp="1"/>
          </p:cNvSpPr>
          <p:nvPr>
            <p:ph type="title"/>
          </p:nvPr>
        </p:nvSpPr>
        <p:spPr/>
        <p:txBody>
          <a:bodyPr/>
          <a:lstStyle/>
          <a:p>
            <a:r>
              <a:rPr lang="es-ES" dirty="0"/>
              <a:t>Ejemplo</a:t>
            </a:r>
            <a:endParaRPr lang="es-BO" dirty="0"/>
          </a:p>
        </p:txBody>
      </p:sp>
      <p:sp>
        <p:nvSpPr>
          <p:cNvPr id="4" name="Marcador de número de diapositiva 3">
            <a:extLst>
              <a:ext uri="{FF2B5EF4-FFF2-40B4-BE49-F238E27FC236}">
                <a16:creationId xmlns:a16="http://schemas.microsoft.com/office/drawing/2014/main" id="{71A47899-15A8-4E38-BD7B-8B4F2DEE4D04}"/>
              </a:ext>
            </a:extLst>
          </p:cNvPr>
          <p:cNvSpPr>
            <a:spLocks noGrp="1"/>
          </p:cNvSpPr>
          <p:nvPr>
            <p:ph type="sldNum" sz="quarter" idx="12"/>
          </p:nvPr>
        </p:nvSpPr>
        <p:spPr/>
        <p:txBody>
          <a:bodyPr/>
          <a:lstStyle/>
          <a:p>
            <a:fld id="{6D22F896-40B5-4ADD-8801-0D06FADFA095}" type="slidenum">
              <a:rPr lang="en-US" smtClean="0"/>
              <a:t>75</a:t>
            </a:fld>
            <a:endParaRPr lang="en-US" dirty="0"/>
          </a:p>
        </p:txBody>
      </p:sp>
      <p:pic>
        <p:nvPicPr>
          <p:cNvPr id="6" name="Picture 4">
            <a:extLst>
              <a:ext uri="{FF2B5EF4-FFF2-40B4-BE49-F238E27FC236}">
                <a16:creationId xmlns:a16="http://schemas.microsoft.com/office/drawing/2014/main" id="{6CB10E5E-8019-4335-8E62-F26F7828A144}"/>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805255" y="2172457"/>
            <a:ext cx="1069848" cy="731520"/>
          </a:xfrm>
          <a:prstGeom prst="rect">
            <a:avLst/>
          </a:prstGeom>
        </p:spPr>
      </p:pic>
      <p:pic>
        <p:nvPicPr>
          <p:cNvPr id="7" name="Picture 6">
            <a:extLst>
              <a:ext uri="{FF2B5EF4-FFF2-40B4-BE49-F238E27FC236}">
                <a16:creationId xmlns:a16="http://schemas.microsoft.com/office/drawing/2014/main" id="{6FFDF351-28B9-4127-A59F-F52100B1FDCA}"/>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805255" y="2986169"/>
            <a:ext cx="3662172" cy="329184"/>
          </a:xfrm>
          <a:prstGeom prst="rect">
            <a:avLst/>
          </a:prstGeom>
        </p:spPr>
      </p:pic>
      <p:pic>
        <p:nvPicPr>
          <p:cNvPr id="8" name="Picture 9">
            <a:extLst>
              <a:ext uri="{FF2B5EF4-FFF2-40B4-BE49-F238E27FC236}">
                <a16:creationId xmlns:a16="http://schemas.microsoft.com/office/drawing/2014/main" id="{C1684520-C857-4CF4-8DFD-1AD6135C95E9}"/>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766538" y="3451524"/>
            <a:ext cx="2564892" cy="409194"/>
          </a:xfrm>
          <a:prstGeom prst="rect">
            <a:avLst/>
          </a:prstGeom>
        </p:spPr>
      </p:pic>
      <p:pic>
        <p:nvPicPr>
          <p:cNvPr id="9" name="Picture 10">
            <a:extLst>
              <a:ext uri="{FF2B5EF4-FFF2-40B4-BE49-F238E27FC236}">
                <a16:creationId xmlns:a16="http://schemas.microsoft.com/office/drawing/2014/main" id="{7C99CBD5-56F7-4190-ABAF-0C1101726456}"/>
              </a:ext>
            </a:extLst>
          </p:cNvPr>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766538" y="4013118"/>
            <a:ext cx="2564892" cy="406908"/>
          </a:xfrm>
          <a:prstGeom prst="rect">
            <a:avLst/>
          </a:prstGeom>
        </p:spPr>
      </p:pic>
    </p:spTree>
    <p:extLst>
      <p:ext uri="{BB962C8B-B14F-4D97-AF65-F5344CB8AC3E}">
        <p14:creationId xmlns:p14="http://schemas.microsoft.com/office/powerpoint/2010/main" val="17743762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FEB95-D152-4F07-BFDC-652A1297F942}"/>
              </a:ext>
            </a:extLst>
          </p:cNvPr>
          <p:cNvSpPr>
            <a:spLocks noGrp="1"/>
          </p:cNvSpPr>
          <p:nvPr>
            <p:ph type="title"/>
          </p:nvPr>
        </p:nvSpPr>
        <p:spPr/>
        <p:txBody>
          <a:bodyPr/>
          <a:lstStyle/>
          <a:p>
            <a:r>
              <a:rPr lang="es-ES" dirty="0"/>
              <a:t>Clasificación multiclase</a:t>
            </a:r>
            <a:br>
              <a:rPr lang="es-ES" dirty="0"/>
            </a:br>
            <a:r>
              <a:rPr lang="es-ES" dirty="0" err="1"/>
              <a:t>One</a:t>
            </a:r>
            <a:r>
              <a:rPr lang="es-ES" dirty="0"/>
              <a:t> vs. </a:t>
            </a:r>
            <a:r>
              <a:rPr lang="es-ES" dirty="0" err="1"/>
              <a:t>All</a:t>
            </a:r>
            <a:endParaRPr lang="es-BO" dirty="0"/>
          </a:p>
        </p:txBody>
      </p:sp>
      <p:sp>
        <p:nvSpPr>
          <p:cNvPr id="3" name="Marcador de contenido 2">
            <a:extLst>
              <a:ext uri="{FF2B5EF4-FFF2-40B4-BE49-F238E27FC236}">
                <a16:creationId xmlns:a16="http://schemas.microsoft.com/office/drawing/2014/main" id="{B799FC09-4C6C-448F-AA28-86DD2190FD21}"/>
              </a:ext>
            </a:extLst>
          </p:cNvPr>
          <p:cNvSpPr>
            <a:spLocks noGrp="1"/>
          </p:cNvSpPr>
          <p:nvPr>
            <p:ph idx="1"/>
          </p:nvPr>
        </p:nvSpPr>
        <p:spPr/>
        <p:txBody>
          <a:bodyPr/>
          <a:lstStyle/>
          <a:p>
            <a:r>
              <a:rPr lang="es-ES" dirty="0"/>
              <a:t>Algoritmo de clasificación </a:t>
            </a:r>
            <a:r>
              <a:rPr lang="es-ES" dirty="0" err="1"/>
              <a:t>One</a:t>
            </a:r>
            <a:r>
              <a:rPr lang="es-ES" dirty="0"/>
              <a:t>-vs-</a:t>
            </a:r>
            <a:r>
              <a:rPr lang="es-ES" dirty="0" err="1"/>
              <a:t>All</a:t>
            </a:r>
            <a:endParaRPr lang="es-ES" dirty="0"/>
          </a:p>
          <a:p>
            <a:r>
              <a:rPr lang="es-BO" dirty="0"/>
              <a:t>Ejemplos de clasificación multiclase</a:t>
            </a:r>
          </a:p>
          <a:p>
            <a:pPr lvl="1"/>
            <a:r>
              <a:rPr lang="es-BO" dirty="0"/>
              <a:t>Carpetas de correo electrónico / etiquetado: Trabajo, amigos, familia, Hobby</a:t>
            </a:r>
          </a:p>
          <a:p>
            <a:pPr lvl="1"/>
            <a:r>
              <a:rPr lang="es-BO" dirty="0"/>
              <a:t>Diagramas médicos: No enfermo, frío, gripe.</a:t>
            </a:r>
          </a:p>
          <a:p>
            <a:pPr lvl="1"/>
            <a:r>
              <a:rPr lang="es-ES" dirty="0"/>
              <a:t>Clima: Soleado, Nublado, Lluvia, Nieve.</a:t>
            </a:r>
            <a:endParaRPr lang="es-BO" dirty="0"/>
          </a:p>
        </p:txBody>
      </p:sp>
      <p:sp>
        <p:nvSpPr>
          <p:cNvPr id="4" name="Marcador de número de diapositiva 3">
            <a:extLst>
              <a:ext uri="{FF2B5EF4-FFF2-40B4-BE49-F238E27FC236}">
                <a16:creationId xmlns:a16="http://schemas.microsoft.com/office/drawing/2014/main" id="{BC24C9F0-16BB-43CD-BB19-4BB9500E5B81}"/>
              </a:ext>
            </a:extLst>
          </p:cNvPr>
          <p:cNvSpPr>
            <a:spLocks noGrp="1"/>
          </p:cNvSpPr>
          <p:nvPr>
            <p:ph type="sldNum" sz="quarter" idx="12"/>
          </p:nvPr>
        </p:nvSpPr>
        <p:spPr/>
        <p:txBody>
          <a:bodyPr/>
          <a:lstStyle/>
          <a:p>
            <a:fld id="{6D22F896-40B5-4ADD-8801-0D06FADFA095}" type="slidenum">
              <a:rPr lang="en-US" smtClean="0"/>
              <a:t>76</a:t>
            </a:fld>
            <a:endParaRPr lang="en-US" dirty="0"/>
          </a:p>
        </p:txBody>
      </p:sp>
    </p:spTree>
    <p:extLst>
      <p:ext uri="{BB962C8B-B14F-4D97-AF65-F5344CB8AC3E}">
        <p14:creationId xmlns:p14="http://schemas.microsoft.com/office/powerpoint/2010/main" val="203631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94648A-1960-4A35-86B1-71D84BAFC450}"/>
              </a:ext>
            </a:extLst>
          </p:cNvPr>
          <p:cNvSpPr>
            <a:spLocks noGrp="1"/>
          </p:cNvSpPr>
          <p:nvPr>
            <p:ph type="title"/>
          </p:nvPr>
        </p:nvSpPr>
        <p:spPr/>
        <p:txBody>
          <a:bodyPr/>
          <a:lstStyle/>
          <a:p>
            <a:endParaRPr lang="es-BO"/>
          </a:p>
        </p:txBody>
      </p:sp>
      <p:sp>
        <p:nvSpPr>
          <p:cNvPr id="3" name="Marcador de contenido 2">
            <a:extLst>
              <a:ext uri="{FF2B5EF4-FFF2-40B4-BE49-F238E27FC236}">
                <a16:creationId xmlns:a16="http://schemas.microsoft.com/office/drawing/2014/main" id="{E1155EF4-FC65-41F8-99F7-DEFFD8F503E7}"/>
              </a:ext>
            </a:extLst>
          </p:cNvPr>
          <p:cNvSpPr>
            <a:spLocks noGrp="1"/>
          </p:cNvSpPr>
          <p:nvPr>
            <p:ph idx="1"/>
          </p:nvPr>
        </p:nvSpPr>
        <p:spPr/>
        <p:txBody>
          <a:bodyPr numCol="2"/>
          <a:lstStyle/>
          <a:p>
            <a:r>
              <a:rPr lang="es-ES" dirty="0"/>
              <a:t>Clasificación binaria:</a:t>
            </a:r>
          </a:p>
          <a:p>
            <a:endParaRPr lang="es-ES" dirty="0"/>
          </a:p>
          <a:p>
            <a:endParaRPr lang="es-ES" dirty="0"/>
          </a:p>
          <a:p>
            <a:endParaRPr lang="es-ES" dirty="0"/>
          </a:p>
          <a:p>
            <a:endParaRPr lang="es-ES" dirty="0"/>
          </a:p>
          <a:p>
            <a:endParaRPr lang="es-ES" dirty="0"/>
          </a:p>
          <a:p>
            <a:endParaRPr lang="es-ES" dirty="0"/>
          </a:p>
          <a:p>
            <a:endParaRPr lang="es-ES" dirty="0"/>
          </a:p>
          <a:p>
            <a:endParaRPr lang="es-ES" dirty="0"/>
          </a:p>
          <a:p>
            <a:r>
              <a:rPr lang="es-ES" dirty="0"/>
              <a:t>Clasificación </a:t>
            </a:r>
            <a:r>
              <a:rPr lang="es-ES" dirty="0" err="1"/>
              <a:t>multi-clase</a:t>
            </a:r>
            <a:endParaRPr lang="es-BO" dirty="0"/>
          </a:p>
        </p:txBody>
      </p:sp>
      <p:sp>
        <p:nvSpPr>
          <p:cNvPr id="4" name="Marcador de número de diapositiva 3">
            <a:extLst>
              <a:ext uri="{FF2B5EF4-FFF2-40B4-BE49-F238E27FC236}">
                <a16:creationId xmlns:a16="http://schemas.microsoft.com/office/drawing/2014/main" id="{1A87A24B-1BF9-4494-96F1-EE2D326DDC95}"/>
              </a:ext>
            </a:extLst>
          </p:cNvPr>
          <p:cNvSpPr>
            <a:spLocks noGrp="1"/>
          </p:cNvSpPr>
          <p:nvPr>
            <p:ph type="sldNum" sz="quarter" idx="12"/>
          </p:nvPr>
        </p:nvSpPr>
        <p:spPr/>
        <p:txBody>
          <a:bodyPr/>
          <a:lstStyle/>
          <a:p>
            <a:fld id="{6D22F896-40B5-4ADD-8801-0D06FADFA095}" type="slidenum">
              <a:rPr lang="en-US" smtClean="0"/>
              <a:t>77</a:t>
            </a:fld>
            <a:endParaRPr lang="en-US" dirty="0"/>
          </a:p>
        </p:txBody>
      </p:sp>
      <p:grpSp>
        <p:nvGrpSpPr>
          <p:cNvPr id="5" name="Group 13">
            <a:extLst>
              <a:ext uri="{FF2B5EF4-FFF2-40B4-BE49-F238E27FC236}">
                <a16:creationId xmlns:a16="http://schemas.microsoft.com/office/drawing/2014/main" id="{FF468463-6AB2-434A-A7CD-4D458207B160}"/>
              </a:ext>
            </a:extLst>
          </p:cNvPr>
          <p:cNvGrpSpPr/>
          <p:nvPr/>
        </p:nvGrpSpPr>
        <p:grpSpPr>
          <a:xfrm>
            <a:off x="907551" y="2948467"/>
            <a:ext cx="3521936" cy="3112038"/>
            <a:chOff x="2057400" y="971550"/>
            <a:chExt cx="4386544" cy="3876020"/>
          </a:xfrm>
        </p:grpSpPr>
        <p:sp>
          <p:nvSpPr>
            <p:cNvPr id="6" name="Oval 1">
              <a:extLst>
                <a:ext uri="{FF2B5EF4-FFF2-40B4-BE49-F238E27FC236}">
                  <a16:creationId xmlns:a16="http://schemas.microsoft.com/office/drawing/2014/main" id="{2A427812-A480-450F-92BD-C4BC43B27522}"/>
                </a:ext>
              </a:extLst>
            </p:cNvPr>
            <p:cNvSpPr/>
            <p:nvPr/>
          </p:nvSpPr>
          <p:spPr>
            <a:xfrm>
              <a:off x="3184422" y="2992642"/>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2">
              <a:extLst>
                <a:ext uri="{FF2B5EF4-FFF2-40B4-BE49-F238E27FC236}">
                  <a16:creationId xmlns:a16="http://schemas.microsoft.com/office/drawing/2014/main" id="{64F7943D-1854-43EC-9FD4-1248BD1BA720}"/>
                </a:ext>
              </a:extLst>
            </p:cNvPr>
            <p:cNvSpPr/>
            <p:nvPr/>
          </p:nvSpPr>
          <p:spPr>
            <a:xfrm>
              <a:off x="3868950" y="2944403"/>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3">
              <a:extLst>
                <a:ext uri="{FF2B5EF4-FFF2-40B4-BE49-F238E27FC236}">
                  <a16:creationId xmlns:a16="http://schemas.microsoft.com/office/drawing/2014/main" id="{CA8A02F9-B8F3-49D0-A0F1-AB22F96B8E69}"/>
                </a:ext>
              </a:extLst>
            </p:cNvPr>
            <p:cNvSpPr/>
            <p:nvPr/>
          </p:nvSpPr>
          <p:spPr>
            <a:xfrm>
              <a:off x="3571498" y="3379718"/>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4">
              <a:extLst>
                <a:ext uri="{FF2B5EF4-FFF2-40B4-BE49-F238E27FC236}">
                  <a16:creationId xmlns:a16="http://schemas.microsoft.com/office/drawing/2014/main" id="{A23355CC-3F85-430B-9A43-3FE8E6F95CEC}"/>
                </a:ext>
              </a:extLst>
            </p:cNvPr>
            <p:cNvSpPr/>
            <p:nvPr/>
          </p:nvSpPr>
          <p:spPr>
            <a:xfrm>
              <a:off x="3484306" y="2640410"/>
              <a:ext cx="297789" cy="297789"/>
            </a:xfrm>
            <a:prstGeom prst="ellipse">
              <a:avLst/>
            </a:prstGeom>
            <a:noFill/>
            <a:ln w="444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5">
              <a:extLst>
                <a:ext uri="{FF2B5EF4-FFF2-40B4-BE49-F238E27FC236}">
                  <a16:creationId xmlns:a16="http://schemas.microsoft.com/office/drawing/2014/main" id="{0EF04479-E992-4CE6-A7EE-908090B76A01}"/>
                </a:ext>
              </a:extLst>
            </p:cNvPr>
            <p:cNvSpPr/>
            <p:nvPr/>
          </p:nvSpPr>
          <p:spPr>
            <a:xfrm rot="2734294">
              <a:off x="5002286" y="2205198"/>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6">
              <a:extLst>
                <a:ext uri="{FF2B5EF4-FFF2-40B4-BE49-F238E27FC236}">
                  <a16:creationId xmlns:a16="http://schemas.microsoft.com/office/drawing/2014/main" id="{07D0F4C8-B2B3-4F3C-B2E9-894C757B7AB2}"/>
                </a:ext>
              </a:extLst>
            </p:cNvPr>
            <p:cNvSpPr/>
            <p:nvPr/>
          </p:nvSpPr>
          <p:spPr>
            <a:xfrm rot="2734294">
              <a:off x="5127933" y="1396215"/>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ross 7">
              <a:extLst>
                <a:ext uri="{FF2B5EF4-FFF2-40B4-BE49-F238E27FC236}">
                  <a16:creationId xmlns:a16="http://schemas.microsoft.com/office/drawing/2014/main" id="{59AEF53C-8F1E-4136-A4FB-B333CC10897B}"/>
                </a:ext>
              </a:extLst>
            </p:cNvPr>
            <p:cNvSpPr/>
            <p:nvPr/>
          </p:nvSpPr>
          <p:spPr>
            <a:xfrm rot="2734294">
              <a:off x="5680417" y="1894197"/>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ross 8">
              <a:extLst>
                <a:ext uri="{FF2B5EF4-FFF2-40B4-BE49-F238E27FC236}">
                  <a16:creationId xmlns:a16="http://schemas.microsoft.com/office/drawing/2014/main" id="{F38487ED-BB4A-4849-A550-A9A1B3725D72}"/>
                </a:ext>
              </a:extLst>
            </p:cNvPr>
            <p:cNvSpPr/>
            <p:nvPr/>
          </p:nvSpPr>
          <p:spPr>
            <a:xfrm rot="2734294">
              <a:off x="5110632" y="1867799"/>
              <a:ext cx="390684" cy="390684"/>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9">
              <a:extLst>
                <a:ext uri="{FF2B5EF4-FFF2-40B4-BE49-F238E27FC236}">
                  <a16:creationId xmlns:a16="http://schemas.microsoft.com/office/drawing/2014/main" id="{D39E1CA3-9A70-4D7F-A73F-2C34230E2842}"/>
                </a:ext>
              </a:extLst>
            </p:cNvPr>
            <p:cNvSpPr txBox="1"/>
            <p:nvPr/>
          </p:nvSpPr>
          <p:spPr>
            <a:xfrm>
              <a:off x="4459400" y="4324350"/>
              <a:ext cx="461986" cy="523220"/>
            </a:xfrm>
            <a:prstGeom prst="rect">
              <a:avLst/>
            </a:prstGeom>
            <a:noFill/>
          </p:spPr>
          <p:txBody>
            <a:bodyPr wrap="none" rtlCol="0">
              <a:spAutoFit/>
            </a:bodyPr>
            <a:lstStyle/>
            <a:p>
              <a:r>
                <a:rPr lang="en-US" sz="2800" dirty="0"/>
                <a:t>x</a:t>
              </a:r>
              <a:r>
                <a:rPr lang="en-US" sz="2800" baseline="-25000" dirty="0"/>
                <a:t>1</a:t>
              </a:r>
            </a:p>
          </p:txBody>
        </p:sp>
        <p:sp>
          <p:nvSpPr>
            <p:cNvPr id="15" name="TextBox 10">
              <a:extLst>
                <a:ext uri="{FF2B5EF4-FFF2-40B4-BE49-F238E27FC236}">
                  <a16:creationId xmlns:a16="http://schemas.microsoft.com/office/drawing/2014/main" id="{2E0AE884-82DE-4257-9086-8F4EC3C065A1}"/>
                </a:ext>
              </a:extLst>
            </p:cNvPr>
            <p:cNvSpPr txBox="1"/>
            <p:nvPr/>
          </p:nvSpPr>
          <p:spPr>
            <a:xfrm>
              <a:off x="2057400" y="2153803"/>
              <a:ext cx="461986" cy="523220"/>
            </a:xfrm>
            <a:prstGeom prst="rect">
              <a:avLst/>
            </a:prstGeom>
            <a:noFill/>
          </p:spPr>
          <p:txBody>
            <a:bodyPr wrap="none" rtlCol="0">
              <a:spAutoFit/>
            </a:bodyPr>
            <a:lstStyle/>
            <a:p>
              <a:r>
                <a:rPr lang="en-US" sz="2800" dirty="0"/>
                <a:t>x</a:t>
              </a:r>
              <a:r>
                <a:rPr lang="en-US" sz="2800" baseline="-25000" dirty="0"/>
                <a:t>2</a:t>
              </a:r>
            </a:p>
          </p:txBody>
        </p:sp>
        <p:cxnSp>
          <p:nvCxnSpPr>
            <p:cNvPr id="16" name="Straight Arrow Connector 11">
              <a:extLst>
                <a:ext uri="{FF2B5EF4-FFF2-40B4-BE49-F238E27FC236}">
                  <a16:creationId xmlns:a16="http://schemas.microsoft.com/office/drawing/2014/main" id="{69DF7135-75DA-4295-A2CD-BDBD78CBC3C5}"/>
                </a:ext>
              </a:extLst>
            </p:cNvPr>
            <p:cNvCxnSpPr/>
            <p:nvPr/>
          </p:nvCxnSpPr>
          <p:spPr>
            <a:xfrm flipV="1">
              <a:off x="2733804" y="971550"/>
              <a:ext cx="0" cy="348766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2">
              <a:extLst>
                <a:ext uri="{FF2B5EF4-FFF2-40B4-BE49-F238E27FC236}">
                  <a16:creationId xmlns:a16="http://schemas.microsoft.com/office/drawing/2014/main" id="{6DFA3B0F-F9CF-44BD-B8A4-AC817A57E3F0}"/>
                </a:ext>
              </a:extLst>
            </p:cNvPr>
            <p:cNvCxnSpPr/>
            <p:nvPr/>
          </p:nvCxnSpPr>
          <p:spPr>
            <a:xfrm>
              <a:off x="2543696" y="4191562"/>
              <a:ext cx="3900248" cy="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8" name="Grupo 17">
            <a:extLst>
              <a:ext uri="{FF2B5EF4-FFF2-40B4-BE49-F238E27FC236}">
                <a16:creationId xmlns:a16="http://schemas.microsoft.com/office/drawing/2014/main" id="{BA181B2B-28E5-4AC4-8362-D9715EE7BBA0}"/>
              </a:ext>
            </a:extLst>
          </p:cNvPr>
          <p:cNvGrpSpPr/>
          <p:nvPr/>
        </p:nvGrpSpPr>
        <p:grpSpPr>
          <a:xfrm>
            <a:off x="4838511" y="2948467"/>
            <a:ext cx="3521936" cy="3112038"/>
            <a:chOff x="4495800" y="1396731"/>
            <a:chExt cx="3521936" cy="3112038"/>
          </a:xfrm>
        </p:grpSpPr>
        <p:sp>
          <p:nvSpPr>
            <p:cNvPr id="19" name="Cross 19">
              <a:extLst>
                <a:ext uri="{FF2B5EF4-FFF2-40B4-BE49-F238E27FC236}">
                  <a16:creationId xmlns:a16="http://schemas.microsoft.com/office/drawing/2014/main" id="{9A0FEBEA-E72B-4A88-8241-1F2A549988AD}"/>
                </a:ext>
              </a:extLst>
            </p:cNvPr>
            <p:cNvSpPr/>
            <p:nvPr/>
          </p:nvSpPr>
          <p:spPr>
            <a:xfrm rot="2734294">
              <a:off x="6750013" y="2795911"/>
              <a:ext cx="313678" cy="313678"/>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ross 20">
              <a:extLst>
                <a:ext uri="{FF2B5EF4-FFF2-40B4-BE49-F238E27FC236}">
                  <a16:creationId xmlns:a16="http://schemas.microsoft.com/office/drawing/2014/main" id="{B06D5ED5-E1A1-4C97-9F58-FA58A26C718B}"/>
                </a:ext>
              </a:extLst>
            </p:cNvPr>
            <p:cNvSpPr/>
            <p:nvPr/>
          </p:nvSpPr>
          <p:spPr>
            <a:xfrm rot="2734294">
              <a:off x="6720599" y="2108682"/>
              <a:ext cx="313678" cy="313678"/>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ross 21">
              <a:extLst>
                <a:ext uri="{FF2B5EF4-FFF2-40B4-BE49-F238E27FC236}">
                  <a16:creationId xmlns:a16="http://schemas.microsoft.com/office/drawing/2014/main" id="{E1DE73E2-04E8-4949-8064-F60B64BAF7B5}"/>
                </a:ext>
              </a:extLst>
            </p:cNvPr>
            <p:cNvSpPr/>
            <p:nvPr/>
          </p:nvSpPr>
          <p:spPr>
            <a:xfrm rot="2734294">
              <a:off x="7063437" y="2381788"/>
              <a:ext cx="313678" cy="313678"/>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ross 22">
              <a:extLst>
                <a:ext uri="{FF2B5EF4-FFF2-40B4-BE49-F238E27FC236}">
                  <a16:creationId xmlns:a16="http://schemas.microsoft.com/office/drawing/2014/main" id="{205EA41E-76CB-47B3-8245-D2FDA7647CC0}"/>
                </a:ext>
              </a:extLst>
            </p:cNvPr>
            <p:cNvSpPr/>
            <p:nvPr/>
          </p:nvSpPr>
          <p:spPr>
            <a:xfrm rot="2734294">
              <a:off x="7174225" y="1870346"/>
              <a:ext cx="313678" cy="313678"/>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3">
              <a:extLst>
                <a:ext uri="{FF2B5EF4-FFF2-40B4-BE49-F238E27FC236}">
                  <a16:creationId xmlns:a16="http://schemas.microsoft.com/office/drawing/2014/main" id="{AFEF3C55-9ADA-4B10-AB3F-3D87D171F293}"/>
                </a:ext>
              </a:extLst>
            </p:cNvPr>
            <p:cNvSpPr txBox="1"/>
            <p:nvPr/>
          </p:nvSpPr>
          <p:spPr>
            <a:xfrm>
              <a:off x="6424355" y="4088678"/>
              <a:ext cx="370926" cy="420091"/>
            </a:xfrm>
            <a:prstGeom prst="rect">
              <a:avLst/>
            </a:prstGeom>
            <a:noFill/>
          </p:spPr>
          <p:txBody>
            <a:bodyPr wrap="none" rtlCol="0">
              <a:spAutoFit/>
            </a:bodyPr>
            <a:lstStyle/>
            <a:p>
              <a:r>
                <a:rPr lang="en-US" sz="2800" dirty="0"/>
                <a:t>x</a:t>
              </a:r>
              <a:r>
                <a:rPr lang="en-US" sz="2800" baseline="-25000" dirty="0"/>
                <a:t>1</a:t>
              </a:r>
            </a:p>
          </p:txBody>
        </p:sp>
        <p:sp>
          <p:nvSpPr>
            <p:cNvPr id="24" name="TextBox 24">
              <a:extLst>
                <a:ext uri="{FF2B5EF4-FFF2-40B4-BE49-F238E27FC236}">
                  <a16:creationId xmlns:a16="http://schemas.microsoft.com/office/drawing/2014/main" id="{6CAC6032-E747-45B2-BEFA-09F46D71B628}"/>
                </a:ext>
              </a:extLst>
            </p:cNvPr>
            <p:cNvSpPr txBox="1"/>
            <p:nvPr/>
          </p:nvSpPr>
          <p:spPr>
            <a:xfrm>
              <a:off x="4495800" y="2345956"/>
              <a:ext cx="370926" cy="420091"/>
            </a:xfrm>
            <a:prstGeom prst="rect">
              <a:avLst/>
            </a:prstGeom>
            <a:noFill/>
          </p:spPr>
          <p:txBody>
            <a:bodyPr wrap="none" rtlCol="0">
              <a:spAutoFit/>
            </a:bodyPr>
            <a:lstStyle/>
            <a:p>
              <a:r>
                <a:rPr lang="en-US" sz="2800" dirty="0"/>
                <a:t>x</a:t>
              </a:r>
              <a:r>
                <a:rPr lang="en-US" sz="2800" baseline="-25000" dirty="0"/>
                <a:t>2</a:t>
              </a:r>
            </a:p>
          </p:txBody>
        </p:sp>
        <p:cxnSp>
          <p:nvCxnSpPr>
            <p:cNvPr id="25" name="Straight Arrow Connector 25">
              <a:extLst>
                <a:ext uri="{FF2B5EF4-FFF2-40B4-BE49-F238E27FC236}">
                  <a16:creationId xmlns:a16="http://schemas.microsoft.com/office/drawing/2014/main" id="{D48C5528-F957-4110-AE42-2D47835FB25F}"/>
                </a:ext>
              </a:extLst>
            </p:cNvPr>
            <p:cNvCxnSpPr/>
            <p:nvPr/>
          </p:nvCxnSpPr>
          <p:spPr>
            <a:xfrm flipV="1">
              <a:off x="5038882" y="1396731"/>
              <a:ext cx="0" cy="2800226"/>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6">
              <a:extLst>
                <a:ext uri="{FF2B5EF4-FFF2-40B4-BE49-F238E27FC236}">
                  <a16:creationId xmlns:a16="http://schemas.microsoft.com/office/drawing/2014/main" id="{70261F4C-E1FB-4D62-851B-C25B465F78DF}"/>
                </a:ext>
              </a:extLst>
            </p:cNvPr>
            <p:cNvCxnSpPr/>
            <p:nvPr/>
          </p:nvCxnSpPr>
          <p:spPr>
            <a:xfrm>
              <a:off x="4886245" y="3982063"/>
              <a:ext cx="3131491" cy="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7" name="Cross 27">
              <a:extLst>
                <a:ext uri="{FF2B5EF4-FFF2-40B4-BE49-F238E27FC236}">
                  <a16:creationId xmlns:a16="http://schemas.microsoft.com/office/drawing/2014/main" id="{E05717D1-DA57-4A1E-B416-B8C775904130}"/>
                </a:ext>
              </a:extLst>
            </p:cNvPr>
            <p:cNvSpPr/>
            <p:nvPr/>
          </p:nvSpPr>
          <p:spPr>
            <a:xfrm rot="2734294">
              <a:off x="7507023" y="2290186"/>
              <a:ext cx="313678" cy="313678"/>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8">
              <a:extLst>
                <a:ext uri="{FF2B5EF4-FFF2-40B4-BE49-F238E27FC236}">
                  <a16:creationId xmlns:a16="http://schemas.microsoft.com/office/drawing/2014/main" id="{2B6D634C-5EAA-4FF4-90AE-8DE3FF5B22CC}"/>
                </a:ext>
              </a:extLst>
            </p:cNvPr>
            <p:cNvSpPr/>
            <p:nvPr/>
          </p:nvSpPr>
          <p:spPr>
            <a:xfrm>
              <a:off x="6034919" y="3086284"/>
              <a:ext cx="234734" cy="26706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9">
              <a:extLst>
                <a:ext uri="{FF2B5EF4-FFF2-40B4-BE49-F238E27FC236}">
                  <a16:creationId xmlns:a16="http://schemas.microsoft.com/office/drawing/2014/main" id="{3AC7457B-D93E-4523-AA26-0E0F45A5A899}"/>
                </a:ext>
              </a:extLst>
            </p:cNvPr>
            <p:cNvSpPr/>
            <p:nvPr/>
          </p:nvSpPr>
          <p:spPr>
            <a:xfrm>
              <a:off x="6079585" y="3463772"/>
              <a:ext cx="234734" cy="26706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30">
              <a:extLst>
                <a:ext uri="{FF2B5EF4-FFF2-40B4-BE49-F238E27FC236}">
                  <a16:creationId xmlns:a16="http://schemas.microsoft.com/office/drawing/2014/main" id="{84302DD6-381E-4004-9C1F-7B7498B7898D}"/>
                </a:ext>
              </a:extLst>
            </p:cNvPr>
            <p:cNvSpPr/>
            <p:nvPr/>
          </p:nvSpPr>
          <p:spPr>
            <a:xfrm>
              <a:off x="6424355" y="3330238"/>
              <a:ext cx="234734" cy="26706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1">
              <a:extLst>
                <a:ext uri="{FF2B5EF4-FFF2-40B4-BE49-F238E27FC236}">
                  <a16:creationId xmlns:a16="http://schemas.microsoft.com/office/drawing/2014/main" id="{C8CC0ACD-0AD6-4DA6-92EB-9F2192B7E2A1}"/>
                </a:ext>
              </a:extLst>
            </p:cNvPr>
            <p:cNvSpPr/>
            <p:nvPr/>
          </p:nvSpPr>
          <p:spPr>
            <a:xfrm>
              <a:off x="5694870" y="3316250"/>
              <a:ext cx="234734" cy="26706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2">
              <a:extLst>
                <a:ext uri="{FF2B5EF4-FFF2-40B4-BE49-F238E27FC236}">
                  <a16:creationId xmlns:a16="http://schemas.microsoft.com/office/drawing/2014/main" id="{99D830D1-2515-47B6-B4C8-6198E8E2D849}"/>
                </a:ext>
              </a:extLst>
            </p:cNvPr>
            <p:cNvSpPr/>
            <p:nvPr/>
          </p:nvSpPr>
          <p:spPr>
            <a:xfrm>
              <a:off x="5784418" y="1768984"/>
              <a:ext cx="355600" cy="317821"/>
            </a:xfrm>
            <a:prstGeom prst="triangl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3">
              <a:extLst>
                <a:ext uri="{FF2B5EF4-FFF2-40B4-BE49-F238E27FC236}">
                  <a16:creationId xmlns:a16="http://schemas.microsoft.com/office/drawing/2014/main" id="{50747B90-4CFD-4CE3-95EF-849927C77EBE}"/>
                </a:ext>
              </a:extLst>
            </p:cNvPr>
            <p:cNvSpPr/>
            <p:nvPr/>
          </p:nvSpPr>
          <p:spPr>
            <a:xfrm>
              <a:off x="5469769" y="2133029"/>
              <a:ext cx="355600" cy="317821"/>
            </a:xfrm>
            <a:prstGeom prst="triangl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4">
              <a:extLst>
                <a:ext uri="{FF2B5EF4-FFF2-40B4-BE49-F238E27FC236}">
                  <a16:creationId xmlns:a16="http://schemas.microsoft.com/office/drawing/2014/main" id="{B57CE704-E6E3-4715-AE64-2E13D24C6B65}"/>
                </a:ext>
              </a:extLst>
            </p:cNvPr>
            <p:cNvSpPr/>
            <p:nvPr/>
          </p:nvSpPr>
          <p:spPr>
            <a:xfrm>
              <a:off x="5901785" y="2224631"/>
              <a:ext cx="355600" cy="317821"/>
            </a:xfrm>
            <a:prstGeom prst="triangl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94862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D86A61-0FA5-4BD3-BFC7-79179D3609BF}"/>
              </a:ext>
            </a:extLst>
          </p:cNvPr>
          <p:cNvSpPr>
            <a:spLocks noGrp="1"/>
          </p:cNvSpPr>
          <p:nvPr>
            <p:ph type="title"/>
          </p:nvPr>
        </p:nvSpPr>
        <p:spPr/>
        <p:txBody>
          <a:bodyPr/>
          <a:lstStyle/>
          <a:p>
            <a:r>
              <a:rPr lang="es-BO" dirty="0" err="1"/>
              <a:t>One</a:t>
            </a:r>
            <a:r>
              <a:rPr lang="es-BO" dirty="0"/>
              <a:t>-vs-</a:t>
            </a:r>
            <a:r>
              <a:rPr lang="es-BO" dirty="0" err="1"/>
              <a:t>all</a:t>
            </a:r>
            <a:r>
              <a:rPr lang="es-BO" dirty="0"/>
              <a:t> (</a:t>
            </a:r>
            <a:r>
              <a:rPr lang="es-BO" dirty="0" err="1"/>
              <a:t>one</a:t>
            </a:r>
            <a:r>
              <a:rPr lang="es-BO" dirty="0"/>
              <a:t>-vs-</a:t>
            </a:r>
            <a:r>
              <a:rPr lang="es-BO" dirty="0" err="1"/>
              <a:t>rest</a:t>
            </a:r>
            <a:r>
              <a:rPr lang="es-BO" dirty="0"/>
              <a:t>):</a:t>
            </a:r>
            <a:br>
              <a:rPr lang="es-BO" dirty="0"/>
            </a:br>
            <a:endParaRPr lang="es-BO" dirty="0"/>
          </a:p>
        </p:txBody>
      </p:sp>
      <p:sp>
        <p:nvSpPr>
          <p:cNvPr id="4" name="Marcador de número de diapositiva 3">
            <a:extLst>
              <a:ext uri="{FF2B5EF4-FFF2-40B4-BE49-F238E27FC236}">
                <a16:creationId xmlns:a16="http://schemas.microsoft.com/office/drawing/2014/main" id="{948F367F-E61A-4BE2-84A9-B4933FD04281}"/>
              </a:ext>
            </a:extLst>
          </p:cNvPr>
          <p:cNvSpPr>
            <a:spLocks noGrp="1"/>
          </p:cNvSpPr>
          <p:nvPr>
            <p:ph type="sldNum" sz="quarter" idx="12"/>
          </p:nvPr>
        </p:nvSpPr>
        <p:spPr/>
        <p:txBody>
          <a:bodyPr/>
          <a:lstStyle/>
          <a:p>
            <a:fld id="{6D22F896-40B5-4ADD-8801-0D06FADFA095}" type="slidenum">
              <a:rPr lang="en-US" smtClean="0"/>
              <a:t>78</a:t>
            </a:fld>
            <a:endParaRPr lang="en-US" dirty="0"/>
          </a:p>
        </p:txBody>
      </p:sp>
      <p:grpSp>
        <p:nvGrpSpPr>
          <p:cNvPr id="85" name="Grupo 84">
            <a:extLst>
              <a:ext uri="{FF2B5EF4-FFF2-40B4-BE49-F238E27FC236}">
                <a16:creationId xmlns:a16="http://schemas.microsoft.com/office/drawing/2014/main" id="{E33DE3EA-BAA1-1ACD-50D5-8254EA3CC007}"/>
              </a:ext>
            </a:extLst>
          </p:cNvPr>
          <p:cNvGrpSpPr/>
          <p:nvPr/>
        </p:nvGrpSpPr>
        <p:grpSpPr>
          <a:xfrm>
            <a:off x="1275959" y="1846440"/>
            <a:ext cx="7075079" cy="4822920"/>
            <a:chOff x="1275959" y="1846440"/>
            <a:chExt cx="7075079" cy="4822920"/>
          </a:xfrm>
        </p:grpSpPr>
        <p:grpSp>
          <p:nvGrpSpPr>
            <p:cNvPr id="5" name="Grupo 4">
              <a:extLst>
                <a:ext uri="{FF2B5EF4-FFF2-40B4-BE49-F238E27FC236}">
                  <a16:creationId xmlns:a16="http://schemas.microsoft.com/office/drawing/2014/main" id="{D1686829-D83B-4881-9E37-C8EAC961624D}"/>
                </a:ext>
              </a:extLst>
            </p:cNvPr>
            <p:cNvGrpSpPr/>
            <p:nvPr/>
          </p:nvGrpSpPr>
          <p:grpSpPr>
            <a:xfrm>
              <a:off x="1275959" y="2630760"/>
              <a:ext cx="2730363" cy="2487030"/>
              <a:chOff x="685800" y="895350"/>
              <a:chExt cx="2730363" cy="2487030"/>
            </a:xfrm>
          </p:grpSpPr>
          <p:sp>
            <p:nvSpPr>
              <p:cNvPr id="6" name="Cross 19">
                <a:extLst>
                  <a:ext uri="{FF2B5EF4-FFF2-40B4-BE49-F238E27FC236}">
                    <a16:creationId xmlns:a16="http://schemas.microsoft.com/office/drawing/2014/main" id="{8D51948B-0B2D-42E6-8957-78B48CCD069E}"/>
                  </a:ext>
                </a:extLst>
              </p:cNvPr>
              <p:cNvSpPr/>
              <p:nvPr/>
            </p:nvSpPr>
            <p:spPr>
              <a:xfrm rot="2734294">
                <a:off x="2433367" y="1980058"/>
                <a:ext cx="243177" cy="243177"/>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ross 20">
                <a:extLst>
                  <a:ext uri="{FF2B5EF4-FFF2-40B4-BE49-F238E27FC236}">
                    <a16:creationId xmlns:a16="http://schemas.microsoft.com/office/drawing/2014/main" id="{5CBEAEBD-5F5E-4CEA-8C74-E02E9E26F374}"/>
                  </a:ext>
                </a:extLst>
              </p:cNvPr>
              <p:cNvSpPr/>
              <p:nvPr/>
            </p:nvSpPr>
            <p:spPr>
              <a:xfrm rot="2734294">
                <a:off x="2410564" y="1447287"/>
                <a:ext cx="243177" cy="243177"/>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ross 21">
                <a:extLst>
                  <a:ext uri="{FF2B5EF4-FFF2-40B4-BE49-F238E27FC236}">
                    <a16:creationId xmlns:a16="http://schemas.microsoft.com/office/drawing/2014/main" id="{ECC4DC4B-59B3-485E-9239-422D3ECC1AC4}"/>
                  </a:ext>
                </a:extLst>
              </p:cNvPr>
              <p:cNvSpPr/>
              <p:nvPr/>
            </p:nvSpPr>
            <p:spPr>
              <a:xfrm rot="2734294">
                <a:off x="2676348" y="1659011"/>
                <a:ext cx="243177" cy="243177"/>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ross 22">
                <a:extLst>
                  <a:ext uri="{FF2B5EF4-FFF2-40B4-BE49-F238E27FC236}">
                    <a16:creationId xmlns:a16="http://schemas.microsoft.com/office/drawing/2014/main" id="{DBA0122A-B0BA-4713-B7E4-50EBAD9DBF5D}"/>
                  </a:ext>
                </a:extLst>
              </p:cNvPr>
              <p:cNvSpPr/>
              <p:nvPr/>
            </p:nvSpPr>
            <p:spPr>
              <a:xfrm rot="2734294">
                <a:off x="2762235" y="1262518"/>
                <a:ext cx="243177" cy="243177"/>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23">
                <a:extLst>
                  <a:ext uri="{FF2B5EF4-FFF2-40B4-BE49-F238E27FC236}">
                    <a16:creationId xmlns:a16="http://schemas.microsoft.com/office/drawing/2014/main" id="{46E0BC36-21F5-4092-BFE5-FDD2E0B8A851}"/>
                  </a:ext>
                </a:extLst>
              </p:cNvPr>
              <p:cNvSpPr txBox="1"/>
              <p:nvPr/>
            </p:nvSpPr>
            <p:spPr>
              <a:xfrm>
                <a:off x="2180902" y="2982270"/>
                <a:ext cx="381836" cy="400110"/>
              </a:xfrm>
              <a:prstGeom prst="rect">
                <a:avLst/>
              </a:prstGeom>
              <a:noFill/>
            </p:spPr>
            <p:txBody>
              <a:bodyPr wrap="none" rtlCol="0">
                <a:spAutoFit/>
              </a:bodyPr>
              <a:lstStyle/>
              <a:p>
                <a:r>
                  <a:rPr lang="en-US" sz="2000" dirty="0"/>
                  <a:t>x</a:t>
                </a:r>
                <a:r>
                  <a:rPr lang="en-US" sz="2000" baseline="-25000" dirty="0"/>
                  <a:t>1</a:t>
                </a:r>
              </a:p>
            </p:txBody>
          </p:sp>
          <p:sp>
            <p:nvSpPr>
              <p:cNvPr id="11" name="TextBox 24">
                <a:extLst>
                  <a:ext uri="{FF2B5EF4-FFF2-40B4-BE49-F238E27FC236}">
                    <a16:creationId xmlns:a16="http://schemas.microsoft.com/office/drawing/2014/main" id="{39EAD5F2-CA72-4DA6-8373-6A008E573794}"/>
                  </a:ext>
                </a:extLst>
              </p:cNvPr>
              <p:cNvSpPr txBox="1"/>
              <p:nvPr/>
            </p:nvSpPr>
            <p:spPr>
              <a:xfrm>
                <a:off x="685800" y="1631232"/>
                <a:ext cx="381836" cy="400110"/>
              </a:xfrm>
              <a:prstGeom prst="rect">
                <a:avLst/>
              </a:prstGeom>
              <a:noFill/>
            </p:spPr>
            <p:txBody>
              <a:bodyPr wrap="none" rtlCol="0">
                <a:spAutoFit/>
              </a:bodyPr>
              <a:lstStyle/>
              <a:p>
                <a:r>
                  <a:rPr lang="en-US" sz="2000" dirty="0"/>
                  <a:t>x</a:t>
                </a:r>
                <a:r>
                  <a:rPr lang="en-US" sz="2000" baseline="-25000" dirty="0"/>
                  <a:t>2</a:t>
                </a:r>
              </a:p>
            </p:txBody>
          </p:sp>
          <p:cxnSp>
            <p:nvCxnSpPr>
              <p:cNvPr id="12" name="Straight Arrow Connector 25">
                <a:extLst>
                  <a:ext uri="{FF2B5EF4-FFF2-40B4-BE49-F238E27FC236}">
                    <a16:creationId xmlns:a16="http://schemas.microsoft.com/office/drawing/2014/main" id="{906255E8-0266-4364-AD1B-DDD1ECF824B6}"/>
                  </a:ext>
                </a:extLst>
              </p:cNvPr>
              <p:cNvCxnSpPr/>
              <p:nvPr/>
            </p:nvCxnSpPr>
            <p:spPr>
              <a:xfrm flipV="1">
                <a:off x="1106822" y="895350"/>
                <a:ext cx="0" cy="2170862"/>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26">
                <a:extLst>
                  <a:ext uri="{FF2B5EF4-FFF2-40B4-BE49-F238E27FC236}">
                    <a16:creationId xmlns:a16="http://schemas.microsoft.com/office/drawing/2014/main" id="{209B4F7F-A5D1-401B-A840-0547B5CC6985}"/>
                  </a:ext>
                </a:extLst>
              </p:cNvPr>
              <p:cNvCxnSpPr/>
              <p:nvPr/>
            </p:nvCxnSpPr>
            <p:spPr>
              <a:xfrm>
                <a:off x="988491" y="2899616"/>
                <a:ext cx="2427672" cy="0"/>
              </a:xfrm>
              <a:prstGeom prst="straightConnector1">
                <a:avLst/>
              </a:prstGeom>
              <a:ln w="3810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4" name="Cross 27">
                <a:extLst>
                  <a:ext uri="{FF2B5EF4-FFF2-40B4-BE49-F238E27FC236}">
                    <a16:creationId xmlns:a16="http://schemas.microsoft.com/office/drawing/2014/main" id="{B8489F1B-36D5-4822-AC2F-AE7A66F016CB}"/>
                  </a:ext>
                </a:extLst>
              </p:cNvPr>
              <p:cNvSpPr/>
              <p:nvPr/>
            </p:nvSpPr>
            <p:spPr>
              <a:xfrm rot="2734294">
                <a:off x="3020235" y="1587997"/>
                <a:ext cx="243177" cy="243177"/>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28">
                <a:extLst>
                  <a:ext uri="{FF2B5EF4-FFF2-40B4-BE49-F238E27FC236}">
                    <a16:creationId xmlns:a16="http://schemas.microsoft.com/office/drawing/2014/main" id="{6E2288F9-CAAD-4DA9-80A3-74274A7C5DD8}"/>
                  </a:ext>
                </a:extLst>
              </p:cNvPr>
              <p:cNvSpPr/>
              <p:nvPr/>
            </p:nvSpPr>
            <p:spPr>
              <a:xfrm>
                <a:off x="1878994" y="2205168"/>
                <a:ext cx="181976" cy="207043"/>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29">
                <a:extLst>
                  <a:ext uri="{FF2B5EF4-FFF2-40B4-BE49-F238E27FC236}">
                    <a16:creationId xmlns:a16="http://schemas.microsoft.com/office/drawing/2014/main" id="{B430B4C1-4D40-4C1B-AD33-C1D3458D6119}"/>
                  </a:ext>
                </a:extLst>
              </p:cNvPr>
              <p:cNvSpPr/>
              <p:nvPr/>
            </p:nvSpPr>
            <p:spPr>
              <a:xfrm>
                <a:off x="1913621" y="2497814"/>
                <a:ext cx="181976" cy="207043"/>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30">
                <a:extLst>
                  <a:ext uri="{FF2B5EF4-FFF2-40B4-BE49-F238E27FC236}">
                    <a16:creationId xmlns:a16="http://schemas.microsoft.com/office/drawing/2014/main" id="{E8955769-BFED-4F1E-BCEB-335DD072D82A}"/>
                  </a:ext>
                </a:extLst>
              </p:cNvPr>
              <p:cNvSpPr/>
              <p:nvPr/>
            </p:nvSpPr>
            <p:spPr>
              <a:xfrm>
                <a:off x="2180902" y="2394292"/>
                <a:ext cx="181976" cy="207043"/>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31">
                <a:extLst>
                  <a:ext uri="{FF2B5EF4-FFF2-40B4-BE49-F238E27FC236}">
                    <a16:creationId xmlns:a16="http://schemas.microsoft.com/office/drawing/2014/main" id="{614806F7-BA59-414D-8C2C-C251F080E1B1}"/>
                  </a:ext>
                </a:extLst>
              </p:cNvPr>
              <p:cNvSpPr/>
              <p:nvPr/>
            </p:nvSpPr>
            <p:spPr>
              <a:xfrm>
                <a:off x="1615373" y="2383448"/>
                <a:ext cx="181976" cy="207043"/>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32">
                <a:extLst>
                  <a:ext uri="{FF2B5EF4-FFF2-40B4-BE49-F238E27FC236}">
                    <a16:creationId xmlns:a16="http://schemas.microsoft.com/office/drawing/2014/main" id="{FABEADAE-CDF8-48E9-B3F9-743DE560940B}"/>
                  </a:ext>
                </a:extLst>
              </p:cNvPr>
              <p:cNvSpPr/>
              <p:nvPr/>
            </p:nvSpPr>
            <p:spPr>
              <a:xfrm>
                <a:off x="1684795" y="1183937"/>
                <a:ext cx="275677" cy="246389"/>
              </a:xfrm>
              <a:prstGeom prst="triangl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33">
                <a:extLst>
                  <a:ext uri="{FF2B5EF4-FFF2-40B4-BE49-F238E27FC236}">
                    <a16:creationId xmlns:a16="http://schemas.microsoft.com/office/drawing/2014/main" id="{8D734ACE-4640-4F22-8E49-B49849BDCEDF}"/>
                  </a:ext>
                </a:extLst>
              </p:cNvPr>
              <p:cNvSpPr/>
              <p:nvPr/>
            </p:nvSpPr>
            <p:spPr>
              <a:xfrm>
                <a:off x="1440865" y="1466161"/>
                <a:ext cx="275677" cy="246389"/>
              </a:xfrm>
              <a:prstGeom prst="triangl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34">
                <a:extLst>
                  <a:ext uri="{FF2B5EF4-FFF2-40B4-BE49-F238E27FC236}">
                    <a16:creationId xmlns:a16="http://schemas.microsoft.com/office/drawing/2014/main" id="{9B903E6C-E07F-4EAB-B511-DB82E3778E97}"/>
                  </a:ext>
                </a:extLst>
              </p:cNvPr>
              <p:cNvSpPr/>
              <p:nvPr/>
            </p:nvSpPr>
            <p:spPr>
              <a:xfrm>
                <a:off x="1775783" y="1537175"/>
                <a:ext cx="275677" cy="246389"/>
              </a:xfrm>
              <a:prstGeom prst="triangl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38">
              <a:extLst>
                <a:ext uri="{FF2B5EF4-FFF2-40B4-BE49-F238E27FC236}">
                  <a16:creationId xmlns:a16="http://schemas.microsoft.com/office/drawing/2014/main" id="{9AD3FBF9-8BEC-4368-B830-A264812EDC0D}"/>
                </a:ext>
              </a:extLst>
            </p:cNvPr>
            <p:cNvSpPr txBox="1"/>
            <p:nvPr/>
          </p:nvSpPr>
          <p:spPr>
            <a:xfrm>
              <a:off x="1495196" y="5093514"/>
              <a:ext cx="2416936" cy="1200329"/>
            </a:xfrm>
            <a:prstGeom prst="rect">
              <a:avLst/>
            </a:prstGeom>
            <a:noFill/>
          </p:spPr>
          <p:txBody>
            <a:bodyPr wrap="square" rtlCol="0">
              <a:spAutoFit/>
            </a:bodyPr>
            <a:lstStyle/>
            <a:p>
              <a:r>
                <a:rPr lang="en-US" sz="2400" dirty="0"/>
                <a:t>Class 1:</a:t>
              </a:r>
            </a:p>
            <a:p>
              <a:r>
                <a:rPr lang="en-US" sz="2400" dirty="0"/>
                <a:t>Class 2:</a:t>
              </a:r>
            </a:p>
            <a:p>
              <a:r>
                <a:rPr lang="en-US" sz="2400" dirty="0"/>
                <a:t>Class 3:</a:t>
              </a:r>
            </a:p>
          </p:txBody>
        </p:sp>
        <p:sp>
          <p:nvSpPr>
            <p:cNvPr id="24" name="Isosceles Triangle 39">
              <a:extLst>
                <a:ext uri="{FF2B5EF4-FFF2-40B4-BE49-F238E27FC236}">
                  <a16:creationId xmlns:a16="http://schemas.microsoft.com/office/drawing/2014/main" id="{1BD0F18B-B0CF-425A-8DEF-542CED1E7FEA}"/>
                </a:ext>
              </a:extLst>
            </p:cNvPr>
            <p:cNvSpPr/>
            <p:nvPr/>
          </p:nvSpPr>
          <p:spPr>
            <a:xfrm>
              <a:off x="2619889" y="5183223"/>
              <a:ext cx="275677" cy="246389"/>
            </a:xfrm>
            <a:prstGeom prst="triangle">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ross 40">
              <a:extLst>
                <a:ext uri="{FF2B5EF4-FFF2-40B4-BE49-F238E27FC236}">
                  <a16:creationId xmlns:a16="http://schemas.microsoft.com/office/drawing/2014/main" id="{25A4BDF8-0C9D-41E8-A0D2-A6BD7E236452}"/>
                </a:ext>
              </a:extLst>
            </p:cNvPr>
            <p:cNvSpPr/>
            <p:nvPr/>
          </p:nvSpPr>
          <p:spPr>
            <a:xfrm rot="2734294">
              <a:off x="2631044" y="5928901"/>
              <a:ext cx="243177" cy="243177"/>
            </a:xfrm>
            <a:prstGeom prst="plus">
              <a:avLst>
                <a:gd name="adj" fmla="val 46579"/>
              </a:avLst>
            </a:prstGeom>
            <a:solidFill>
              <a:schemeClr val="tx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41">
              <a:extLst>
                <a:ext uri="{FF2B5EF4-FFF2-40B4-BE49-F238E27FC236}">
                  <a16:creationId xmlns:a16="http://schemas.microsoft.com/office/drawing/2014/main" id="{9B3A86DE-0DF3-4D54-9126-9CF93582B78E}"/>
                </a:ext>
              </a:extLst>
            </p:cNvPr>
            <p:cNvSpPr/>
            <p:nvPr/>
          </p:nvSpPr>
          <p:spPr>
            <a:xfrm>
              <a:off x="2668107" y="5578739"/>
              <a:ext cx="181976" cy="207043"/>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837F0962-3718-4D3D-894F-66AF701C1834}"/>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596014" y="6294900"/>
              <a:ext cx="2631510" cy="374460"/>
            </a:xfrm>
            <a:prstGeom prst="rect">
              <a:avLst/>
            </a:prstGeom>
          </p:spPr>
        </p:pic>
        <p:pic>
          <p:nvPicPr>
            <p:cNvPr id="28" name="Picture 17">
              <a:extLst>
                <a:ext uri="{FF2B5EF4-FFF2-40B4-BE49-F238E27FC236}">
                  <a16:creationId xmlns:a16="http://schemas.microsoft.com/office/drawing/2014/main" id="{4ACA223B-FF85-468C-A546-41A66C55747D}"/>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4740063" y="6418862"/>
              <a:ext cx="1107896" cy="240223"/>
            </a:xfrm>
            <a:prstGeom prst="rect">
              <a:avLst/>
            </a:prstGeom>
          </p:spPr>
        </p:pic>
        <p:grpSp>
          <p:nvGrpSpPr>
            <p:cNvPr id="29" name="Grupo 28">
              <a:extLst>
                <a:ext uri="{FF2B5EF4-FFF2-40B4-BE49-F238E27FC236}">
                  <a16:creationId xmlns:a16="http://schemas.microsoft.com/office/drawing/2014/main" id="{75B59FCB-7516-4AFA-80BC-7C2249ABAF20}"/>
                </a:ext>
              </a:extLst>
            </p:cNvPr>
            <p:cNvGrpSpPr/>
            <p:nvPr/>
          </p:nvGrpSpPr>
          <p:grpSpPr>
            <a:xfrm>
              <a:off x="6228849" y="1916832"/>
              <a:ext cx="2093137" cy="1386234"/>
              <a:chOff x="5638690" y="159133"/>
              <a:chExt cx="2093137" cy="1386234"/>
            </a:xfrm>
          </p:grpSpPr>
          <p:sp>
            <p:nvSpPr>
              <p:cNvPr id="30" name="TextBox 149">
                <a:extLst>
                  <a:ext uri="{FF2B5EF4-FFF2-40B4-BE49-F238E27FC236}">
                    <a16:creationId xmlns:a16="http://schemas.microsoft.com/office/drawing/2014/main" id="{D427A31D-C509-49A1-B3C8-DA3E926AE09C}"/>
                  </a:ext>
                </a:extLst>
              </p:cNvPr>
              <p:cNvSpPr txBox="1"/>
              <p:nvPr/>
            </p:nvSpPr>
            <p:spPr>
              <a:xfrm>
                <a:off x="7490159" y="1292133"/>
                <a:ext cx="241668" cy="253234"/>
              </a:xfrm>
              <a:prstGeom prst="rect">
                <a:avLst/>
              </a:prstGeom>
              <a:noFill/>
            </p:spPr>
            <p:txBody>
              <a:bodyPr wrap="none" rtlCol="0">
                <a:spAutoFit/>
              </a:bodyPr>
              <a:lstStyle/>
              <a:p>
                <a:r>
                  <a:rPr lang="en-US" sz="2000" dirty="0"/>
                  <a:t>x</a:t>
                </a:r>
                <a:r>
                  <a:rPr lang="en-US" sz="2000" baseline="-25000" dirty="0"/>
                  <a:t>1</a:t>
                </a:r>
              </a:p>
            </p:txBody>
          </p:sp>
          <p:sp>
            <p:nvSpPr>
              <p:cNvPr id="31" name="TextBox 150">
                <a:extLst>
                  <a:ext uri="{FF2B5EF4-FFF2-40B4-BE49-F238E27FC236}">
                    <a16:creationId xmlns:a16="http://schemas.microsoft.com/office/drawing/2014/main" id="{E91DBB41-5F89-4879-B262-1001ED84B22C}"/>
                  </a:ext>
                </a:extLst>
              </p:cNvPr>
              <p:cNvSpPr txBox="1"/>
              <p:nvPr/>
            </p:nvSpPr>
            <p:spPr>
              <a:xfrm>
                <a:off x="5638690" y="159133"/>
                <a:ext cx="241668" cy="253234"/>
              </a:xfrm>
              <a:prstGeom prst="rect">
                <a:avLst/>
              </a:prstGeom>
              <a:noFill/>
            </p:spPr>
            <p:txBody>
              <a:bodyPr wrap="none" rtlCol="0">
                <a:spAutoFit/>
              </a:bodyPr>
              <a:lstStyle/>
              <a:p>
                <a:r>
                  <a:rPr lang="en-US" sz="2000" dirty="0"/>
                  <a:t>x</a:t>
                </a:r>
                <a:r>
                  <a:rPr lang="en-US" sz="2000" baseline="-25000" dirty="0"/>
                  <a:t>2</a:t>
                </a:r>
              </a:p>
            </p:txBody>
          </p:sp>
          <p:cxnSp>
            <p:nvCxnSpPr>
              <p:cNvPr id="32" name="Straight Arrow Connector 151">
                <a:extLst>
                  <a:ext uri="{FF2B5EF4-FFF2-40B4-BE49-F238E27FC236}">
                    <a16:creationId xmlns:a16="http://schemas.microsoft.com/office/drawing/2014/main" id="{E88E7FDD-E5AD-47BD-B516-D1AACA13F8A6}"/>
                  </a:ext>
                </a:extLst>
              </p:cNvPr>
              <p:cNvCxnSpPr/>
              <p:nvPr/>
            </p:nvCxnSpPr>
            <p:spPr>
              <a:xfrm flipV="1">
                <a:off x="6021434" y="166753"/>
                <a:ext cx="0" cy="1373961"/>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152">
                <a:extLst>
                  <a:ext uri="{FF2B5EF4-FFF2-40B4-BE49-F238E27FC236}">
                    <a16:creationId xmlns:a16="http://schemas.microsoft.com/office/drawing/2014/main" id="{41CD4414-CA98-408F-A027-A4AC47582468}"/>
                  </a:ext>
                </a:extLst>
              </p:cNvPr>
              <p:cNvCxnSpPr/>
              <p:nvPr/>
            </p:nvCxnSpPr>
            <p:spPr>
              <a:xfrm>
                <a:off x="5946541" y="1435274"/>
                <a:ext cx="153649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4" name="Isosceles Triangle 153">
                <a:extLst>
                  <a:ext uri="{FF2B5EF4-FFF2-40B4-BE49-F238E27FC236}">
                    <a16:creationId xmlns:a16="http://schemas.microsoft.com/office/drawing/2014/main" id="{194E3EBF-409A-4536-A18B-07D90AA7D667}"/>
                  </a:ext>
                </a:extLst>
              </p:cNvPr>
              <p:cNvSpPr/>
              <p:nvPr/>
            </p:nvSpPr>
            <p:spPr>
              <a:xfrm>
                <a:off x="6387239" y="349403"/>
                <a:ext cx="174479" cy="155942"/>
              </a:xfrm>
              <a:prstGeom prst="triangl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154">
                <a:extLst>
                  <a:ext uri="{FF2B5EF4-FFF2-40B4-BE49-F238E27FC236}">
                    <a16:creationId xmlns:a16="http://schemas.microsoft.com/office/drawing/2014/main" id="{D73B1D04-FC88-4E06-94DE-6F66D5DE2281}"/>
                  </a:ext>
                </a:extLst>
              </p:cNvPr>
              <p:cNvSpPr/>
              <p:nvPr/>
            </p:nvSpPr>
            <p:spPr>
              <a:xfrm>
                <a:off x="6232854" y="528025"/>
                <a:ext cx="174479" cy="155942"/>
              </a:xfrm>
              <a:prstGeom prst="triangl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155">
                <a:extLst>
                  <a:ext uri="{FF2B5EF4-FFF2-40B4-BE49-F238E27FC236}">
                    <a16:creationId xmlns:a16="http://schemas.microsoft.com/office/drawing/2014/main" id="{0BC064DB-F1EF-4399-B453-52F78BDA6527}"/>
                  </a:ext>
                </a:extLst>
              </p:cNvPr>
              <p:cNvSpPr/>
              <p:nvPr/>
            </p:nvSpPr>
            <p:spPr>
              <a:xfrm>
                <a:off x="6444827" y="572971"/>
                <a:ext cx="174479" cy="155942"/>
              </a:xfrm>
              <a:prstGeom prst="triangl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156">
                <a:extLst>
                  <a:ext uri="{FF2B5EF4-FFF2-40B4-BE49-F238E27FC236}">
                    <a16:creationId xmlns:a16="http://schemas.microsoft.com/office/drawing/2014/main" id="{A8A37F03-F092-4A81-887E-EE3197086C3C}"/>
                  </a:ext>
                </a:extLst>
              </p:cNvPr>
              <p:cNvSpPr/>
              <p:nvPr/>
            </p:nvSpPr>
            <p:spPr>
              <a:xfrm>
                <a:off x="6835814" y="517790"/>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157">
                <a:extLst>
                  <a:ext uri="{FF2B5EF4-FFF2-40B4-BE49-F238E27FC236}">
                    <a16:creationId xmlns:a16="http://schemas.microsoft.com/office/drawing/2014/main" id="{A83FF816-FCBF-419D-9289-546CFFFB0C57}"/>
                  </a:ext>
                </a:extLst>
              </p:cNvPr>
              <p:cNvSpPr/>
              <p:nvPr/>
            </p:nvSpPr>
            <p:spPr>
              <a:xfrm>
                <a:off x="7067961" y="399372"/>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158">
                <a:extLst>
                  <a:ext uri="{FF2B5EF4-FFF2-40B4-BE49-F238E27FC236}">
                    <a16:creationId xmlns:a16="http://schemas.microsoft.com/office/drawing/2014/main" id="{AF29D403-B7FA-4658-B444-65C0238D129C}"/>
                  </a:ext>
                </a:extLst>
              </p:cNvPr>
              <p:cNvSpPr/>
              <p:nvPr/>
            </p:nvSpPr>
            <p:spPr>
              <a:xfrm>
                <a:off x="7013602" y="650316"/>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159">
                <a:extLst>
                  <a:ext uri="{FF2B5EF4-FFF2-40B4-BE49-F238E27FC236}">
                    <a16:creationId xmlns:a16="http://schemas.microsoft.com/office/drawing/2014/main" id="{23DCE315-DA9B-480E-8D5B-CFE86A38EF51}"/>
                  </a:ext>
                </a:extLst>
              </p:cNvPr>
              <p:cNvSpPr/>
              <p:nvPr/>
            </p:nvSpPr>
            <p:spPr>
              <a:xfrm>
                <a:off x="6867573" y="853733"/>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160">
                <a:extLst>
                  <a:ext uri="{FF2B5EF4-FFF2-40B4-BE49-F238E27FC236}">
                    <a16:creationId xmlns:a16="http://schemas.microsoft.com/office/drawing/2014/main" id="{24D9DCB0-7859-4BFA-918F-801367FE008D}"/>
                  </a:ext>
                </a:extLst>
              </p:cNvPr>
              <p:cNvSpPr/>
              <p:nvPr/>
            </p:nvSpPr>
            <p:spPr>
              <a:xfrm>
                <a:off x="7234413" y="607247"/>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161">
                <a:extLst>
                  <a:ext uri="{FF2B5EF4-FFF2-40B4-BE49-F238E27FC236}">
                    <a16:creationId xmlns:a16="http://schemas.microsoft.com/office/drawing/2014/main" id="{B9345A59-F784-4A7F-B2E7-D47E6C06BDF3}"/>
                  </a:ext>
                </a:extLst>
              </p:cNvPr>
              <p:cNvSpPr/>
              <p:nvPr/>
            </p:nvSpPr>
            <p:spPr>
              <a:xfrm>
                <a:off x="6493801" y="965688"/>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162">
                <a:extLst>
                  <a:ext uri="{FF2B5EF4-FFF2-40B4-BE49-F238E27FC236}">
                    <a16:creationId xmlns:a16="http://schemas.microsoft.com/office/drawing/2014/main" id="{8DDB6E63-25C1-4C79-96FD-0DF7239474CB}"/>
                  </a:ext>
                </a:extLst>
              </p:cNvPr>
              <p:cNvSpPr/>
              <p:nvPr/>
            </p:nvSpPr>
            <p:spPr>
              <a:xfrm>
                <a:off x="6317695" y="1097386"/>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163">
                <a:extLst>
                  <a:ext uri="{FF2B5EF4-FFF2-40B4-BE49-F238E27FC236}">
                    <a16:creationId xmlns:a16="http://schemas.microsoft.com/office/drawing/2014/main" id="{9945BD73-EE24-4C01-AEC7-BE4B649EB6A5}"/>
                  </a:ext>
                </a:extLst>
              </p:cNvPr>
              <p:cNvSpPr/>
              <p:nvPr/>
            </p:nvSpPr>
            <p:spPr>
              <a:xfrm>
                <a:off x="6508574" y="1172754"/>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164">
                <a:extLst>
                  <a:ext uri="{FF2B5EF4-FFF2-40B4-BE49-F238E27FC236}">
                    <a16:creationId xmlns:a16="http://schemas.microsoft.com/office/drawing/2014/main" id="{290E92FE-71B1-467B-AC9A-B2E0C73DD3AF}"/>
                  </a:ext>
                </a:extLst>
              </p:cNvPr>
              <p:cNvSpPr/>
              <p:nvPr/>
            </p:nvSpPr>
            <p:spPr>
              <a:xfrm>
                <a:off x="6699795" y="1101435"/>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6" name="Straight Arrow Connector 166">
              <a:extLst>
                <a:ext uri="{FF2B5EF4-FFF2-40B4-BE49-F238E27FC236}">
                  <a16:creationId xmlns:a16="http://schemas.microsoft.com/office/drawing/2014/main" id="{CEC599BB-D091-45FE-B366-4C9433A0C60E}"/>
                </a:ext>
              </a:extLst>
            </p:cNvPr>
            <p:cNvCxnSpPr/>
            <p:nvPr/>
          </p:nvCxnSpPr>
          <p:spPr>
            <a:xfrm flipV="1">
              <a:off x="4341939" y="2741065"/>
              <a:ext cx="1571420" cy="5315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nvGrpSpPr>
            <p:cNvPr id="47" name="Grupo 46">
              <a:extLst>
                <a:ext uri="{FF2B5EF4-FFF2-40B4-BE49-F238E27FC236}">
                  <a16:creationId xmlns:a16="http://schemas.microsoft.com/office/drawing/2014/main" id="{2B3DB54E-EF1C-4181-BB85-FF15B77FE895}"/>
                </a:ext>
              </a:extLst>
            </p:cNvPr>
            <p:cNvGrpSpPr/>
            <p:nvPr/>
          </p:nvGrpSpPr>
          <p:grpSpPr>
            <a:xfrm>
              <a:off x="6173525" y="3349613"/>
              <a:ext cx="2177513" cy="1509783"/>
              <a:chOff x="5583366" y="1614203"/>
              <a:chExt cx="2177513" cy="1509783"/>
            </a:xfrm>
          </p:grpSpPr>
          <p:sp>
            <p:nvSpPr>
              <p:cNvPr id="48" name="TextBox 167">
                <a:extLst>
                  <a:ext uri="{FF2B5EF4-FFF2-40B4-BE49-F238E27FC236}">
                    <a16:creationId xmlns:a16="http://schemas.microsoft.com/office/drawing/2014/main" id="{285A116F-6278-4335-A1B6-D240402BC1F3}"/>
                  </a:ext>
                </a:extLst>
              </p:cNvPr>
              <p:cNvSpPr txBox="1"/>
              <p:nvPr/>
            </p:nvSpPr>
            <p:spPr>
              <a:xfrm>
                <a:off x="7519211" y="2870752"/>
                <a:ext cx="241668" cy="253234"/>
              </a:xfrm>
              <a:prstGeom prst="rect">
                <a:avLst/>
              </a:prstGeom>
              <a:noFill/>
              <a:ln w="19050">
                <a:noFill/>
              </a:ln>
            </p:spPr>
            <p:txBody>
              <a:bodyPr wrap="none" rtlCol="0">
                <a:spAutoFit/>
              </a:bodyPr>
              <a:lstStyle/>
              <a:p>
                <a:r>
                  <a:rPr lang="en-US" sz="2000" dirty="0"/>
                  <a:t>x</a:t>
                </a:r>
                <a:r>
                  <a:rPr lang="en-US" sz="2000" baseline="-25000" dirty="0"/>
                  <a:t>1</a:t>
                </a:r>
              </a:p>
            </p:txBody>
          </p:sp>
          <p:sp>
            <p:nvSpPr>
              <p:cNvPr id="49" name="TextBox 168">
                <a:extLst>
                  <a:ext uri="{FF2B5EF4-FFF2-40B4-BE49-F238E27FC236}">
                    <a16:creationId xmlns:a16="http://schemas.microsoft.com/office/drawing/2014/main" id="{D5F2DAB8-B0CF-49F2-B159-B83A22745ADC}"/>
                  </a:ext>
                </a:extLst>
              </p:cNvPr>
              <p:cNvSpPr txBox="1"/>
              <p:nvPr/>
            </p:nvSpPr>
            <p:spPr>
              <a:xfrm>
                <a:off x="5583366" y="1614203"/>
                <a:ext cx="241668" cy="253234"/>
              </a:xfrm>
              <a:prstGeom prst="rect">
                <a:avLst/>
              </a:prstGeom>
              <a:noFill/>
              <a:ln w="19050">
                <a:noFill/>
              </a:ln>
            </p:spPr>
            <p:txBody>
              <a:bodyPr wrap="none" rtlCol="0">
                <a:spAutoFit/>
              </a:bodyPr>
              <a:lstStyle/>
              <a:p>
                <a:r>
                  <a:rPr lang="en-US" sz="2000" dirty="0"/>
                  <a:t>x</a:t>
                </a:r>
                <a:r>
                  <a:rPr lang="en-US" sz="2000" baseline="-25000" dirty="0"/>
                  <a:t>2</a:t>
                </a:r>
              </a:p>
            </p:txBody>
          </p:sp>
          <p:cxnSp>
            <p:nvCxnSpPr>
              <p:cNvPr id="50" name="Straight Arrow Connector 169">
                <a:extLst>
                  <a:ext uri="{FF2B5EF4-FFF2-40B4-BE49-F238E27FC236}">
                    <a16:creationId xmlns:a16="http://schemas.microsoft.com/office/drawing/2014/main" id="{34924713-0D4B-4524-BCF7-4533FF37E5A5}"/>
                  </a:ext>
                </a:extLst>
              </p:cNvPr>
              <p:cNvCxnSpPr/>
              <p:nvPr/>
            </p:nvCxnSpPr>
            <p:spPr>
              <a:xfrm flipV="1">
                <a:off x="6027755" y="1683483"/>
                <a:ext cx="0" cy="1373961"/>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170">
                <a:extLst>
                  <a:ext uri="{FF2B5EF4-FFF2-40B4-BE49-F238E27FC236}">
                    <a16:creationId xmlns:a16="http://schemas.microsoft.com/office/drawing/2014/main" id="{267C9EF6-99CF-4910-BBEE-E4EA1724FAB3}"/>
                  </a:ext>
                </a:extLst>
              </p:cNvPr>
              <p:cNvCxnSpPr/>
              <p:nvPr/>
            </p:nvCxnSpPr>
            <p:spPr>
              <a:xfrm>
                <a:off x="5952862" y="2952004"/>
                <a:ext cx="153649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2" name="Rectangle 171">
                <a:extLst>
                  <a:ext uri="{FF2B5EF4-FFF2-40B4-BE49-F238E27FC236}">
                    <a16:creationId xmlns:a16="http://schemas.microsoft.com/office/drawing/2014/main" id="{B5FDF69A-CD1C-4F2C-B369-D3F30A7808BC}"/>
                  </a:ext>
                </a:extLst>
              </p:cNvPr>
              <p:cNvSpPr/>
              <p:nvPr/>
            </p:nvSpPr>
            <p:spPr>
              <a:xfrm>
                <a:off x="6516471" y="2512481"/>
                <a:ext cx="115175" cy="13104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172">
                <a:extLst>
                  <a:ext uri="{FF2B5EF4-FFF2-40B4-BE49-F238E27FC236}">
                    <a16:creationId xmlns:a16="http://schemas.microsoft.com/office/drawing/2014/main" id="{A44AF615-8AF1-42D2-8C22-34E9DD17C2B7}"/>
                  </a:ext>
                </a:extLst>
              </p:cNvPr>
              <p:cNvSpPr/>
              <p:nvPr/>
            </p:nvSpPr>
            <p:spPr>
              <a:xfrm>
                <a:off x="6538387" y="2697699"/>
                <a:ext cx="115175" cy="13104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173">
                <a:extLst>
                  <a:ext uri="{FF2B5EF4-FFF2-40B4-BE49-F238E27FC236}">
                    <a16:creationId xmlns:a16="http://schemas.microsoft.com/office/drawing/2014/main" id="{CD186F6E-4243-45E3-AA70-1CD8E593C46D}"/>
                  </a:ext>
                </a:extLst>
              </p:cNvPr>
              <p:cNvSpPr/>
              <p:nvPr/>
            </p:nvSpPr>
            <p:spPr>
              <a:xfrm>
                <a:off x="6707552" y="2632179"/>
                <a:ext cx="115175" cy="13104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174">
                <a:extLst>
                  <a:ext uri="{FF2B5EF4-FFF2-40B4-BE49-F238E27FC236}">
                    <a16:creationId xmlns:a16="http://schemas.microsoft.com/office/drawing/2014/main" id="{9BEE3893-6D37-4C48-B3DD-153D41798A2F}"/>
                  </a:ext>
                </a:extLst>
              </p:cNvPr>
              <p:cNvSpPr/>
              <p:nvPr/>
            </p:nvSpPr>
            <p:spPr>
              <a:xfrm>
                <a:off x="6349622" y="2625316"/>
                <a:ext cx="115175" cy="13104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175">
                <a:extLst>
                  <a:ext uri="{FF2B5EF4-FFF2-40B4-BE49-F238E27FC236}">
                    <a16:creationId xmlns:a16="http://schemas.microsoft.com/office/drawing/2014/main" id="{38D9477B-1AA0-483B-B4DF-D4193AD47EFA}"/>
                  </a:ext>
                </a:extLst>
              </p:cNvPr>
              <p:cNvSpPr/>
              <p:nvPr/>
            </p:nvSpPr>
            <p:spPr>
              <a:xfrm>
                <a:off x="6241455" y="2057011"/>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176">
                <a:extLst>
                  <a:ext uri="{FF2B5EF4-FFF2-40B4-BE49-F238E27FC236}">
                    <a16:creationId xmlns:a16="http://schemas.microsoft.com/office/drawing/2014/main" id="{F61C0867-A8E4-4075-AA3D-F237EC6D485D}"/>
                  </a:ext>
                </a:extLst>
              </p:cNvPr>
              <p:cNvSpPr/>
              <p:nvPr/>
            </p:nvSpPr>
            <p:spPr>
              <a:xfrm>
                <a:off x="6472300" y="2113904"/>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177">
                <a:extLst>
                  <a:ext uri="{FF2B5EF4-FFF2-40B4-BE49-F238E27FC236}">
                    <a16:creationId xmlns:a16="http://schemas.microsoft.com/office/drawing/2014/main" id="{36F3E106-DA72-42F4-824B-8082136547D0}"/>
                  </a:ext>
                </a:extLst>
              </p:cNvPr>
              <p:cNvSpPr/>
              <p:nvPr/>
            </p:nvSpPr>
            <p:spPr>
              <a:xfrm>
                <a:off x="6413017" y="1885329"/>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178">
                <a:extLst>
                  <a:ext uri="{FF2B5EF4-FFF2-40B4-BE49-F238E27FC236}">
                    <a16:creationId xmlns:a16="http://schemas.microsoft.com/office/drawing/2014/main" id="{22C1DF84-8D8B-4BB4-8A93-CB010F77463D}"/>
                  </a:ext>
                </a:extLst>
              </p:cNvPr>
              <p:cNvSpPr/>
              <p:nvPr/>
            </p:nvSpPr>
            <p:spPr>
              <a:xfrm>
                <a:off x="6851073" y="2037184"/>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179">
                <a:extLst>
                  <a:ext uri="{FF2B5EF4-FFF2-40B4-BE49-F238E27FC236}">
                    <a16:creationId xmlns:a16="http://schemas.microsoft.com/office/drawing/2014/main" id="{C2FDC6EC-68F4-4265-9D2A-35202E2E3365}"/>
                  </a:ext>
                </a:extLst>
              </p:cNvPr>
              <p:cNvSpPr/>
              <p:nvPr/>
            </p:nvSpPr>
            <p:spPr>
              <a:xfrm>
                <a:off x="7083220" y="1918766"/>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180">
                <a:extLst>
                  <a:ext uri="{FF2B5EF4-FFF2-40B4-BE49-F238E27FC236}">
                    <a16:creationId xmlns:a16="http://schemas.microsoft.com/office/drawing/2014/main" id="{AFF11A3E-CE4B-4FAC-A60A-007D23AE21CA}"/>
                  </a:ext>
                </a:extLst>
              </p:cNvPr>
              <p:cNvSpPr/>
              <p:nvPr/>
            </p:nvSpPr>
            <p:spPr>
              <a:xfrm>
                <a:off x="7028861" y="2169710"/>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181">
                <a:extLst>
                  <a:ext uri="{FF2B5EF4-FFF2-40B4-BE49-F238E27FC236}">
                    <a16:creationId xmlns:a16="http://schemas.microsoft.com/office/drawing/2014/main" id="{D75C4477-ECCB-45AA-A41B-0A0A614EAB16}"/>
                  </a:ext>
                </a:extLst>
              </p:cNvPr>
              <p:cNvSpPr/>
              <p:nvPr/>
            </p:nvSpPr>
            <p:spPr>
              <a:xfrm>
                <a:off x="6882832" y="2373127"/>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182">
                <a:extLst>
                  <a:ext uri="{FF2B5EF4-FFF2-40B4-BE49-F238E27FC236}">
                    <a16:creationId xmlns:a16="http://schemas.microsoft.com/office/drawing/2014/main" id="{3DAA9A7A-1AB1-4A1F-B5ED-4D73DB4F5E05}"/>
                  </a:ext>
                </a:extLst>
              </p:cNvPr>
              <p:cNvSpPr/>
              <p:nvPr/>
            </p:nvSpPr>
            <p:spPr>
              <a:xfrm>
                <a:off x="7249672" y="2126641"/>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4" name="Straight Arrow Connector 184">
              <a:extLst>
                <a:ext uri="{FF2B5EF4-FFF2-40B4-BE49-F238E27FC236}">
                  <a16:creationId xmlns:a16="http://schemas.microsoft.com/office/drawing/2014/main" id="{9D3B90B5-0695-4F31-A930-8A759FDADBCB}"/>
                </a:ext>
              </a:extLst>
            </p:cNvPr>
            <p:cNvCxnSpPr/>
            <p:nvPr/>
          </p:nvCxnSpPr>
          <p:spPr>
            <a:xfrm>
              <a:off x="4341939" y="4087290"/>
              <a:ext cx="157142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grpSp>
          <p:nvGrpSpPr>
            <p:cNvPr id="65" name="Grupo 64">
              <a:extLst>
                <a:ext uri="{FF2B5EF4-FFF2-40B4-BE49-F238E27FC236}">
                  <a16:creationId xmlns:a16="http://schemas.microsoft.com/office/drawing/2014/main" id="{20874DE2-913D-4DE2-9CB9-C9010CD82583}"/>
                </a:ext>
              </a:extLst>
            </p:cNvPr>
            <p:cNvGrpSpPr/>
            <p:nvPr/>
          </p:nvGrpSpPr>
          <p:grpSpPr>
            <a:xfrm>
              <a:off x="6203327" y="4991173"/>
              <a:ext cx="2095948" cy="1490957"/>
              <a:chOff x="5613168" y="3255763"/>
              <a:chExt cx="2095948" cy="1490957"/>
            </a:xfrm>
          </p:grpSpPr>
          <p:sp>
            <p:nvSpPr>
              <p:cNvPr id="66" name="Oval 185">
                <a:extLst>
                  <a:ext uri="{FF2B5EF4-FFF2-40B4-BE49-F238E27FC236}">
                    <a16:creationId xmlns:a16="http://schemas.microsoft.com/office/drawing/2014/main" id="{2AD62752-8F1C-4E2D-B428-F06EA6BFB4B4}"/>
                  </a:ext>
                </a:extLst>
              </p:cNvPr>
              <p:cNvSpPr/>
              <p:nvPr/>
            </p:nvSpPr>
            <p:spPr>
              <a:xfrm>
                <a:off x="6233952" y="3669863"/>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186">
                <a:extLst>
                  <a:ext uri="{FF2B5EF4-FFF2-40B4-BE49-F238E27FC236}">
                    <a16:creationId xmlns:a16="http://schemas.microsoft.com/office/drawing/2014/main" id="{717CF0D9-2546-44DF-A412-1C2E3D0E2370}"/>
                  </a:ext>
                </a:extLst>
              </p:cNvPr>
              <p:cNvSpPr/>
              <p:nvPr/>
            </p:nvSpPr>
            <p:spPr>
              <a:xfrm>
                <a:off x="6464797" y="3726756"/>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187">
                <a:extLst>
                  <a:ext uri="{FF2B5EF4-FFF2-40B4-BE49-F238E27FC236}">
                    <a16:creationId xmlns:a16="http://schemas.microsoft.com/office/drawing/2014/main" id="{C406D53C-16CC-4BDA-AC1F-2D40289C0E74}"/>
                  </a:ext>
                </a:extLst>
              </p:cNvPr>
              <p:cNvSpPr/>
              <p:nvPr/>
            </p:nvSpPr>
            <p:spPr>
              <a:xfrm>
                <a:off x="6405514" y="3498181"/>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188">
                <a:extLst>
                  <a:ext uri="{FF2B5EF4-FFF2-40B4-BE49-F238E27FC236}">
                    <a16:creationId xmlns:a16="http://schemas.microsoft.com/office/drawing/2014/main" id="{6A3AA347-3180-47E8-9AAB-C38DF79C0336}"/>
                  </a:ext>
                </a:extLst>
              </p:cNvPr>
              <p:cNvSpPr/>
              <p:nvPr/>
            </p:nvSpPr>
            <p:spPr>
              <a:xfrm>
                <a:off x="6501557" y="4097934"/>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189">
                <a:extLst>
                  <a:ext uri="{FF2B5EF4-FFF2-40B4-BE49-F238E27FC236}">
                    <a16:creationId xmlns:a16="http://schemas.microsoft.com/office/drawing/2014/main" id="{05253EB8-B5E3-4D46-9F64-37F799735EF9}"/>
                  </a:ext>
                </a:extLst>
              </p:cNvPr>
              <p:cNvSpPr/>
              <p:nvPr/>
            </p:nvSpPr>
            <p:spPr>
              <a:xfrm>
                <a:off x="6325451" y="4229632"/>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190">
                <a:extLst>
                  <a:ext uri="{FF2B5EF4-FFF2-40B4-BE49-F238E27FC236}">
                    <a16:creationId xmlns:a16="http://schemas.microsoft.com/office/drawing/2014/main" id="{BEB5B324-9170-468C-9896-1AE40810888C}"/>
                  </a:ext>
                </a:extLst>
              </p:cNvPr>
              <p:cNvSpPr/>
              <p:nvPr/>
            </p:nvSpPr>
            <p:spPr>
              <a:xfrm>
                <a:off x="6516330" y="4305000"/>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191">
                <a:extLst>
                  <a:ext uri="{FF2B5EF4-FFF2-40B4-BE49-F238E27FC236}">
                    <a16:creationId xmlns:a16="http://schemas.microsoft.com/office/drawing/2014/main" id="{0043E075-0B99-4D1A-A0B1-263746A9DA8F}"/>
                  </a:ext>
                </a:extLst>
              </p:cNvPr>
              <p:cNvSpPr/>
              <p:nvPr/>
            </p:nvSpPr>
            <p:spPr>
              <a:xfrm>
                <a:off x="6694851" y="4208281"/>
                <a:ext cx="153439" cy="153439"/>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Cross 192">
                <a:extLst>
                  <a:ext uri="{FF2B5EF4-FFF2-40B4-BE49-F238E27FC236}">
                    <a16:creationId xmlns:a16="http://schemas.microsoft.com/office/drawing/2014/main" id="{11773939-AB46-4435-BE70-C69B9F15484C}"/>
                  </a:ext>
                </a:extLst>
              </p:cNvPr>
              <p:cNvSpPr/>
              <p:nvPr/>
            </p:nvSpPr>
            <p:spPr>
              <a:xfrm rot="2734294">
                <a:off x="6872283" y="3951156"/>
                <a:ext cx="153909" cy="153909"/>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Cross 193">
                <a:extLst>
                  <a:ext uri="{FF2B5EF4-FFF2-40B4-BE49-F238E27FC236}">
                    <a16:creationId xmlns:a16="http://schemas.microsoft.com/office/drawing/2014/main" id="{A4168D6B-2215-4EE2-A114-0861BB5AEF79}"/>
                  </a:ext>
                </a:extLst>
              </p:cNvPr>
              <p:cNvSpPr/>
              <p:nvPr/>
            </p:nvSpPr>
            <p:spPr>
              <a:xfrm rot="2734294">
                <a:off x="6845150" y="3633010"/>
                <a:ext cx="153909" cy="153909"/>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Cross 194">
                <a:extLst>
                  <a:ext uri="{FF2B5EF4-FFF2-40B4-BE49-F238E27FC236}">
                    <a16:creationId xmlns:a16="http://schemas.microsoft.com/office/drawing/2014/main" id="{33DE7F01-9D31-4ED4-84CB-F84CF15BEAF3}"/>
                  </a:ext>
                </a:extLst>
              </p:cNvPr>
              <p:cNvSpPr/>
              <p:nvPr/>
            </p:nvSpPr>
            <p:spPr>
              <a:xfrm rot="2734294">
                <a:off x="7013368" y="3767012"/>
                <a:ext cx="153909" cy="153909"/>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Cross 195">
                <a:extLst>
                  <a:ext uri="{FF2B5EF4-FFF2-40B4-BE49-F238E27FC236}">
                    <a16:creationId xmlns:a16="http://schemas.microsoft.com/office/drawing/2014/main" id="{79B2B628-EA06-42B6-9A89-F0522E3DF6B3}"/>
                  </a:ext>
                </a:extLst>
              </p:cNvPr>
              <p:cNvSpPr/>
              <p:nvPr/>
            </p:nvSpPr>
            <p:spPr>
              <a:xfrm rot="2734294">
                <a:off x="7067727" y="3516068"/>
                <a:ext cx="153909" cy="153909"/>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196">
                <a:extLst>
                  <a:ext uri="{FF2B5EF4-FFF2-40B4-BE49-F238E27FC236}">
                    <a16:creationId xmlns:a16="http://schemas.microsoft.com/office/drawing/2014/main" id="{2D1F4965-56CF-4190-B75E-7E36CB47CC69}"/>
                  </a:ext>
                </a:extLst>
              </p:cNvPr>
              <p:cNvSpPr txBox="1"/>
              <p:nvPr/>
            </p:nvSpPr>
            <p:spPr>
              <a:xfrm>
                <a:off x="7467448" y="4493486"/>
                <a:ext cx="241668" cy="253234"/>
              </a:xfrm>
              <a:prstGeom prst="rect">
                <a:avLst/>
              </a:prstGeom>
              <a:noFill/>
              <a:ln w="19050">
                <a:noFill/>
              </a:ln>
            </p:spPr>
            <p:txBody>
              <a:bodyPr wrap="none" rtlCol="0">
                <a:spAutoFit/>
              </a:bodyPr>
              <a:lstStyle/>
              <a:p>
                <a:r>
                  <a:rPr lang="en-US" sz="2000" dirty="0"/>
                  <a:t>x</a:t>
                </a:r>
                <a:r>
                  <a:rPr lang="en-US" sz="2000" baseline="-25000" dirty="0"/>
                  <a:t>1</a:t>
                </a:r>
              </a:p>
            </p:txBody>
          </p:sp>
          <p:sp>
            <p:nvSpPr>
              <p:cNvPr id="78" name="TextBox 197">
                <a:extLst>
                  <a:ext uri="{FF2B5EF4-FFF2-40B4-BE49-F238E27FC236}">
                    <a16:creationId xmlns:a16="http://schemas.microsoft.com/office/drawing/2014/main" id="{F7CBD1F2-D8A5-4ED5-9A7B-0FF42E11A636}"/>
                  </a:ext>
                </a:extLst>
              </p:cNvPr>
              <p:cNvSpPr txBox="1"/>
              <p:nvPr/>
            </p:nvSpPr>
            <p:spPr>
              <a:xfrm>
                <a:off x="5613168" y="3255763"/>
                <a:ext cx="241668" cy="253234"/>
              </a:xfrm>
              <a:prstGeom prst="rect">
                <a:avLst/>
              </a:prstGeom>
              <a:noFill/>
              <a:ln w="19050">
                <a:noFill/>
              </a:ln>
            </p:spPr>
            <p:txBody>
              <a:bodyPr wrap="none" rtlCol="0">
                <a:spAutoFit/>
              </a:bodyPr>
              <a:lstStyle/>
              <a:p>
                <a:r>
                  <a:rPr lang="en-US" sz="2000" dirty="0"/>
                  <a:t>x</a:t>
                </a:r>
                <a:r>
                  <a:rPr lang="en-US" sz="2000" baseline="-25000" dirty="0"/>
                  <a:t>2</a:t>
                </a:r>
              </a:p>
            </p:txBody>
          </p:sp>
          <p:cxnSp>
            <p:nvCxnSpPr>
              <p:cNvPr id="79" name="Straight Arrow Connector 198">
                <a:extLst>
                  <a:ext uri="{FF2B5EF4-FFF2-40B4-BE49-F238E27FC236}">
                    <a16:creationId xmlns:a16="http://schemas.microsoft.com/office/drawing/2014/main" id="{74D2E0AC-CE52-4022-BD46-07D927D964F1}"/>
                  </a:ext>
                </a:extLst>
              </p:cNvPr>
              <p:cNvCxnSpPr/>
              <p:nvPr/>
            </p:nvCxnSpPr>
            <p:spPr>
              <a:xfrm flipV="1">
                <a:off x="6019998" y="3283683"/>
                <a:ext cx="0" cy="1373961"/>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199">
                <a:extLst>
                  <a:ext uri="{FF2B5EF4-FFF2-40B4-BE49-F238E27FC236}">
                    <a16:creationId xmlns:a16="http://schemas.microsoft.com/office/drawing/2014/main" id="{5B3CF3E5-DF23-44B8-A0FC-89FF26C6811C}"/>
                  </a:ext>
                </a:extLst>
              </p:cNvPr>
              <p:cNvCxnSpPr/>
              <p:nvPr/>
            </p:nvCxnSpPr>
            <p:spPr>
              <a:xfrm>
                <a:off x="5945105" y="4552204"/>
                <a:ext cx="153649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81" name="Cross 200">
                <a:extLst>
                  <a:ext uri="{FF2B5EF4-FFF2-40B4-BE49-F238E27FC236}">
                    <a16:creationId xmlns:a16="http://schemas.microsoft.com/office/drawing/2014/main" id="{210933A6-73D7-43E6-9650-02D16510165E}"/>
                  </a:ext>
                </a:extLst>
              </p:cNvPr>
              <p:cNvSpPr/>
              <p:nvPr/>
            </p:nvSpPr>
            <p:spPr>
              <a:xfrm rot="2734294">
                <a:off x="7231017" y="3722067"/>
                <a:ext cx="153909" cy="153909"/>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82" name="Straight Arrow Connector 202">
              <a:extLst>
                <a:ext uri="{FF2B5EF4-FFF2-40B4-BE49-F238E27FC236}">
                  <a16:creationId xmlns:a16="http://schemas.microsoft.com/office/drawing/2014/main" id="{21F21116-269D-4E28-A6B3-7E45550F8AE9}"/>
                </a:ext>
              </a:extLst>
            </p:cNvPr>
            <p:cNvCxnSpPr/>
            <p:nvPr/>
          </p:nvCxnSpPr>
          <p:spPr>
            <a:xfrm>
              <a:off x="4323959" y="4910125"/>
              <a:ext cx="1589400" cy="54624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6">
              <p14:nvContentPartPr>
                <p14:cNvPr id="22" name="Entrada de lápiz 21">
                  <a:extLst>
                    <a:ext uri="{FF2B5EF4-FFF2-40B4-BE49-F238E27FC236}">
                      <a16:creationId xmlns:a16="http://schemas.microsoft.com/office/drawing/2014/main" id="{C6929FE3-1C70-FB33-0A41-45944554C01B}"/>
                    </a:ext>
                  </a:extLst>
                </p14:cNvPr>
                <p14:cNvContentPartPr/>
                <p14:nvPr/>
              </p14:nvContentPartPr>
              <p14:xfrm rot="5400000">
                <a:off x="6648084" y="1846440"/>
                <a:ext cx="1199429" cy="1199429"/>
              </p14:xfrm>
            </p:contentPart>
          </mc:Choice>
          <mc:Fallback xmlns="">
            <p:pic>
              <p:nvPicPr>
                <p:cNvPr id="22" name="Entrada de lápiz 21">
                  <a:extLst>
                    <a:ext uri="{FF2B5EF4-FFF2-40B4-BE49-F238E27FC236}">
                      <a16:creationId xmlns:a16="http://schemas.microsoft.com/office/drawing/2014/main" id="{C6929FE3-1C70-FB33-0A41-45944554C01B}"/>
                    </a:ext>
                  </a:extLst>
                </p:cNvPr>
                <p:cNvPicPr/>
                <p:nvPr/>
              </p:nvPicPr>
              <p:blipFill>
                <a:blip r:embed="rId7"/>
                <a:stretch>
                  <a:fillRect/>
                </a:stretch>
              </p:blipFill>
              <p:spPr>
                <a:xfrm rot="5400000">
                  <a:off x="6634045" y="1832401"/>
                  <a:ext cx="1227867" cy="122786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3" name="Entrada de lápiz 82">
                  <a:extLst>
                    <a:ext uri="{FF2B5EF4-FFF2-40B4-BE49-F238E27FC236}">
                      <a16:creationId xmlns:a16="http://schemas.microsoft.com/office/drawing/2014/main" id="{641961BD-EB3B-ACD8-4885-85B1DDBCC16A}"/>
                    </a:ext>
                  </a:extLst>
                </p14:cNvPr>
                <p14:cNvContentPartPr/>
                <p14:nvPr/>
              </p14:nvContentPartPr>
              <p14:xfrm rot="9527379">
                <a:off x="6758472" y="3658667"/>
                <a:ext cx="1134918" cy="1134918"/>
              </p14:xfrm>
            </p:contentPart>
          </mc:Choice>
          <mc:Fallback xmlns="">
            <p:pic>
              <p:nvPicPr>
                <p:cNvPr id="83" name="Entrada de lápiz 82">
                  <a:extLst>
                    <a:ext uri="{FF2B5EF4-FFF2-40B4-BE49-F238E27FC236}">
                      <a16:creationId xmlns:a16="http://schemas.microsoft.com/office/drawing/2014/main" id="{641961BD-EB3B-ACD8-4885-85B1DDBCC16A}"/>
                    </a:ext>
                  </a:extLst>
                </p:cNvPr>
                <p:cNvPicPr/>
                <p:nvPr/>
              </p:nvPicPr>
              <p:blipFill>
                <a:blip r:embed="rId9"/>
                <a:stretch>
                  <a:fillRect/>
                </a:stretch>
              </p:blipFill>
              <p:spPr>
                <a:xfrm rot="9527379">
                  <a:off x="6744434" y="3644629"/>
                  <a:ext cx="1163354" cy="116335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4" name="Entrada de lápiz 83">
                  <a:extLst>
                    <a:ext uri="{FF2B5EF4-FFF2-40B4-BE49-F238E27FC236}">
                      <a16:creationId xmlns:a16="http://schemas.microsoft.com/office/drawing/2014/main" id="{E8465EC8-9BE1-7EA6-4216-969D14804D26}"/>
                    </a:ext>
                  </a:extLst>
                </p14:cNvPr>
                <p14:cNvContentPartPr/>
                <p14:nvPr/>
              </p14:nvContentPartPr>
              <p14:xfrm rot="1577192">
                <a:off x="6894322" y="5142492"/>
                <a:ext cx="975907" cy="975907"/>
              </p14:xfrm>
            </p:contentPart>
          </mc:Choice>
          <mc:Fallback xmlns="">
            <p:pic>
              <p:nvPicPr>
                <p:cNvPr id="84" name="Entrada de lápiz 83">
                  <a:extLst>
                    <a:ext uri="{FF2B5EF4-FFF2-40B4-BE49-F238E27FC236}">
                      <a16:creationId xmlns:a16="http://schemas.microsoft.com/office/drawing/2014/main" id="{E8465EC8-9BE1-7EA6-4216-969D14804D26}"/>
                    </a:ext>
                  </a:extLst>
                </p:cNvPr>
                <p:cNvPicPr/>
                <p:nvPr/>
              </p:nvPicPr>
              <p:blipFill>
                <a:blip r:embed="rId11"/>
                <a:stretch>
                  <a:fillRect/>
                </a:stretch>
              </p:blipFill>
              <p:spPr>
                <a:xfrm rot="1577192">
                  <a:off x="6880288" y="5128458"/>
                  <a:ext cx="1003975" cy="1003975"/>
                </a:xfrm>
                <a:prstGeom prst="rect">
                  <a:avLst/>
                </a:prstGeom>
              </p:spPr>
            </p:pic>
          </mc:Fallback>
        </mc:AlternateContent>
      </p:grpSp>
    </p:spTree>
    <p:extLst>
      <p:ext uri="{BB962C8B-B14F-4D97-AF65-F5344CB8AC3E}">
        <p14:creationId xmlns:p14="http://schemas.microsoft.com/office/powerpoint/2010/main" val="787704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60A8B6-4E82-4C99-8F80-7F9C02C92B20}"/>
              </a:ext>
            </a:extLst>
          </p:cNvPr>
          <p:cNvSpPr>
            <a:spLocks noGrp="1"/>
          </p:cNvSpPr>
          <p:nvPr>
            <p:ph type="title"/>
          </p:nvPr>
        </p:nvSpPr>
        <p:spPr/>
        <p:txBody>
          <a:bodyPr/>
          <a:lstStyle/>
          <a:p>
            <a:endParaRPr lang="es-BO"/>
          </a:p>
        </p:txBody>
      </p:sp>
      <p:sp>
        <p:nvSpPr>
          <p:cNvPr id="3" name="Marcador de contenido 2">
            <a:extLst>
              <a:ext uri="{FF2B5EF4-FFF2-40B4-BE49-F238E27FC236}">
                <a16:creationId xmlns:a16="http://schemas.microsoft.com/office/drawing/2014/main" id="{15E275C3-F07D-47A4-8F4E-38CD54688E6B}"/>
              </a:ext>
            </a:extLst>
          </p:cNvPr>
          <p:cNvSpPr>
            <a:spLocks noGrp="1"/>
          </p:cNvSpPr>
          <p:nvPr>
            <p:ph idx="1"/>
          </p:nvPr>
        </p:nvSpPr>
        <p:spPr/>
        <p:txBody>
          <a:bodyPr>
            <a:normAutofit/>
          </a:bodyPr>
          <a:lstStyle/>
          <a:p>
            <a:r>
              <a:rPr lang="es-ES" sz="2000" dirty="0"/>
              <a:t>Entrenar un clasificador de regresión logística                   para cada clase </a:t>
            </a:r>
            <a:r>
              <a:rPr lang="es-ES" sz="2000" i="1" dirty="0"/>
              <a:t>i,</a:t>
            </a:r>
            <a:r>
              <a:rPr lang="es-ES" sz="2000" dirty="0"/>
              <a:t> para predecir la probabilidad de que </a:t>
            </a:r>
            <a:r>
              <a:rPr lang="es-ES" sz="2000" i="1" dirty="0"/>
              <a:t>y = 1</a:t>
            </a:r>
            <a:r>
              <a:rPr lang="es-ES" sz="2000" dirty="0"/>
              <a:t> .</a:t>
            </a:r>
          </a:p>
          <a:p>
            <a:r>
              <a:rPr lang="es-ES" sz="2000" dirty="0"/>
              <a:t>Sobre una nueva entrada para </a:t>
            </a:r>
            <a:r>
              <a:rPr lang="es-ES" sz="2000" i="1" dirty="0"/>
              <a:t>x</a:t>
            </a:r>
            <a:r>
              <a:rPr lang="es-ES" sz="2000" dirty="0"/>
              <a:t>, para hacer la predicción, se debe tomar la clase i que maximiza</a:t>
            </a:r>
            <a:endParaRPr lang="es-BO" sz="2000" dirty="0"/>
          </a:p>
        </p:txBody>
      </p:sp>
      <p:sp>
        <p:nvSpPr>
          <p:cNvPr id="4" name="Marcador de número de diapositiva 3">
            <a:extLst>
              <a:ext uri="{FF2B5EF4-FFF2-40B4-BE49-F238E27FC236}">
                <a16:creationId xmlns:a16="http://schemas.microsoft.com/office/drawing/2014/main" id="{28DB58E9-1DF1-49D1-A2AE-66A2EEBF2314}"/>
              </a:ext>
            </a:extLst>
          </p:cNvPr>
          <p:cNvSpPr>
            <a:spLocks noGrp="1"/>
          </p:cNvSpPr>
          <p:nvPr>
            <p:ph type="sldNum" sz="quarter" idx="12"/>
          </p:nvPr>
        </p:nvSpPr>
        <p:spPr/>
        <p:txBody>
          <a:bodyPr/>
          <a:lstStyle/>
          <a:p>
            <a:fld id="{6D22F896-40B5-4ADD-8801-0D06FADFA095}" type="slidenum">
              <a:rPr lang="en-US" smtClean="0"/>
              <a:t>79</a:t>
            </a:fld>
            <a:endParaRPr lang="en-US" dirty="0"/>
          </a:p>
        </p:txBody>
      </p:sp>
      <p:pic>
        <p:nvPicPr>
          <p:cNvPr id="5" name="Picture 3">
            <a:extLst>
              <a:ext uri="{FF2B5EF4-FFF2-40B4-BE49-F238E27FC236}">
                <a16:creationId xmlns:a16="http://schemas.microsoft.com/office/drawing/2014/main" id="{5DC17B71-79CC-4482-ADF3-1280EF409F5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6528048" y="2079510"/>
            <a:ext cx="970788" cy="485394"/>
          </a:xfrm>
          <a:prstGeom prst="rect">
            <a:avLst/>
          </a:prstGeom>
        </p:spPr>
      </p:pic>
      <p:pic>
        <p:nvPicPr>
          <p:cNvPr id="6" name="Picture 11">
            <a:extLst>
              <a:ext uri="{FF2B5EF4-FFF2-40B4-BE49-F238E27FC236}">
                <a16:creationId xmlns:a16="http://schemas.microsoft.com/office/drawing/2014/main" id="{8CD49C43-8BC3-4427-A41D-1299DC9CF9AB}"/>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4717470" y="3267023"/>
            <a:ext cx="1696212" cy="602742"/>
          </a:xfrm>
          <a:prstGeom prst="rect">
            <a:avLst/>
          </a:prstGeom>
        </p:spPr>
      </p:pic>
    </p:spTree>
    <p:extLst>
      <p:ext uri="{BB962C8B-B14F-4D97-AF65-F5344CB8AC3E}">
        <p14:creationId xmlns:p14="http://schemas.microsoft.com/office/powerpoint/2010/main" val="3947335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5591944" y="1196752"/>
            <a:ext cx="6600056" cy="1927448"/>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6000" dirty="0" err="1">
                <a:solidFill>
                  <a:schemeClr val="tx1">
                    <a:lumMod val="75000"/>
                    <a:lumOff val="25000"/>
                  </a:schemeClr>
                </a:solidFill>
              </a:rPr>
              <a:t>Regularización</a:t>
            </a:r>
            <a:endParaRPr lang="en-US" sz="6000" dirty="0">
              <a:solidFill>
                <a:schemeClr val="tx1">
                  <a:lumMod val="75000"/>
                  <a:lumOff val="25000"/>
                </a:schemeClr>
              </a:solidFill>
            </a:endParaRPr>
          </a:p>
        </p:txBody>
      </p:sp>
      <p:cxnSp>
        <p:nvCxnSpPr>
          <p:cNvPr id="6" name="Straight Connector 5"/>
          <p:cNvCxnSpPr/>
          <p:nvPr/>
        </p:nvCxnSpPr>
        <p:spPr>
          <a:xfrm>
            <a:off x="5633153" y="2867371"/>
            <a:ext cx="573024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idx="4294967295"/>
          </p:nvPr>
        </p:nvSpPr>
        <p:spPr>
          <a:xfrm>
            <a:off x="5689600" y="2819400"/>
            <a:ext cx="6502400" cy="2235200"/>
          </a:xfrm>
        </p:spPr>
        <p:txBody>
          <a:bodyPr>
            <a:noAutofit/>
          </a:bodyPr>
          <a:lstStyle/>
          <a:p>
            <a:pPr algn="l"/>
            <a:r>
              <a:rPr lang="en-US" sz="5400" dirty="0">
                <a:solidFill>
                  <a:schemeClr val="tx1">
                    <a:lumMod val="75000"/>
                    <a:lumOff val="25000"/>
                  </a:schemeClr>
                </a:solidFill>
              </a:rPr>
              <a:t>El </a:t>
            </a:r>
            <a:r>
              <a:rPr lang="en-US" sz="5400" dirty="0" err="1">
                <a:solidFill>
                  <a:schemeClr val="tx1">
                    <a:lumMod val="75000"/>
                    <a:lumOff val="25000"/>
                  </a:schemeClr>
                </a:solidFill>
              </a:rPr>
              <a:t>problema</a:t>
            </a:r>
            <a:r>
              <a:rPr lang="en-US" sz="5400" dirty="0">
                <a:solidFill>
                  <a:schemeClr val="tx1">
                    <a:lumMod val="75000"/>
                    <a:lumOff val="25000"/>
                  </a:schemeClr>
                </a:solidFill>
              </a:rPr>
              <a:t> de </a:t>
            </a:r>
            <a:r>
              <a:rPr lang="en-US" sz="5400" dirty="0" err="1">
                <a:solidFill>
                  <a:schemeClr val="tx1">
                    <a:lumMod val="75000"/>
                    <a:lumOff val="25000"/>
                  </a:schemeClr>
                </a:solidFill>
              </a:rPr>
              <a:t>sobre</a:t>
            </a:r>
            <a:r>
              <a:rPr lang="en-US" sz="5400" dirty="0">
                <a:solidFill>
                  <a:schemeClr val="tx1">
                    <a:lumMod val="75000"/>
                    <a:lumOff val="25000"/>
                  </a:schemeClr>
                </a:solidFill>
              </a:rPr>
              <a:t> </a:t>
            </a:r>
            <a:r>
              <a:rPr lang="en-US" sz="5400" dirty="0" err="1">
                <a:solidFill>
                  <a:schemeClr val="tx1">
                    <a:lumMod val="75000"/>
                    <a:lumOff val="25000"/>
                  </a:schemeClr>
                </a:solidFill>
              </a:rPr>
              <a:t>ajuste</a:t>
            </a:r>
            <a:r>
              <a:rPr lang="en-US" sz="5400" dirty="0">
                <a:solidFill>
                  <a:schemeClr val="tx1">
                    <a:lumMod val="75000"/>
                    <a:lumOff val="25000"/>
                  </a:schemeClr>
                </a:solidFill>
              </a:rPr>
              <a:t> (overfitting)</a:t>
            </a:r>
          </a:p>
        </p:txBody>
      </p:sp>
      <p:pic>
        <p:nvPicPr>
          <p:cNvPr id="2" name="Picture 2" descr="C:\Users\ang\Desktop\iStock_000012344803Large.jpg"/>
          <p:cNvPicPr>
            <a:picLocks noChangeAspect="1" noChangeArrowheads="1"/>
          </p:cNvPicPr>
          <p:nvPr/>
        </p:nvPicPr>
        <p:blipFill>
          <a:blip r:embed="rId3" cstate="print"/>
          <a:srcRect b="7246"/>
          <a:stretch>
            <a:fillRect/>
          </a:stretch>
        </p:blipFill>
        <p:spPr bwMode="auto">
          <a:xfrm>
            <a:off x="914400" y="477837"/>
            <a:ext cx="4267200" cy="4876800"/>
          </a:xfrm>
          <a:prstGeom prst="rect">
            <a:avLst/>
          </a:prstGeom>
          <a:noFill/>
        </p:spPr>
      </p:pic>
      <p:sp>
        <p:nvSpPr>
          <p:cNvPr id="7" name="Title 1"/>
          <p:cNvSpPr txBox="1">
            <a:spLocks/>
          </p:cNvSpPr>
          <p:nvPr/>
        </p:nvSpPr>
        <p:spPr>
          <a:xfrm>
            <a:off x="1117600" y="5156200"/>
            <a:ext cx="3860800" cy="1117600"/>
          </a:xfrm>
          <a:prstGeom prst="rect">
            <a:avLst/>
          </a:prstGeom>
        </p:spPr>
        <p:txBody>
          <a:bodyPr vert="horz" lIns="121920" tIns="60960" rIns="121920" bIns="60960" rtlCol="0" anchor="ctr">
            <a:noAutofit/>
          </a:bodyPr>
          <a:lstStyle/>
          <a:p>
            <a:pPr defTabSz="1219170">
              <a:spcBef>
                <a:spcPct val="0"/>
              </a:spcBef>
              <a:defRPr/>
            </a:pPr>
            <a:r>
              <a:rPr lang="en-US" sz="3200" dirty="0">
                <a:solidFill>
                  <a:schemeClr val="tx1">
                    <a:lumMod val="75000"/>
                    <a:lumOff val="25000"/>
                  </a:schemeClr>
                </a:solidFill>
                <a:latin typeface="+mj-lt"/>
                <a:ea typeface="+mj-ea"/>
                <a:cs typeface="+mj-cs"/>
              </a:rPr>
              <a:t>Machine Learning</a:t>
            </a:r>
          </a:p>
        </p:txBody>
      </p:sp>
    </p:spTree>
    <p:extLst>
      <p:ext uri="{BB962C8B-B14F-4D97-AF65-F5344CB8AC3E}">
        <p14:creationId xmlns:p14="http://schemas.microsoft.com/office/powerpoint/2010/main" val="7637183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0"/>
            <a:ext cx="8534400" cy="584775"/>
          </a:xfrm>
          <a:prstGeom prst="rect">
            <a:avLst/>
          </a:prstGeom>
          <a:noFill/>
        </p:spPr>
        <p:txBody>
          <a:bodyPr wrap="square" rtlCol="0">
            <a:spAutoFit/>
          </a:bodyPr>
          <a:lstStyle/>
          <a:p>
            <a:r>
              <a:rPr lang="en-US" sz="3200" dirty="0" err="1"/>
              <a:t>Ejemplo</a:t>
            </a:r>
            <a:r>
              <a:rPr lang="en-US" sz="3200" dirty="0"/>
              <a:t>: </a:t>
            </a:r>
            <a:r>
              <a:rPr lang="en-US" sz="3200" dirty="0" err="1"/>
              <a:t>Regresion</a:t>
            </a:r>
            <a:r>
              <a:rPr lang="en-US" sz="3200" dirty="0"/>
              <a:t> lineal (</a:t>
            </a:r>
            <a:r>
              <a:rPr lang="en-US" sz="3200" dirty="0" err="1"/>
              <a:t>precio</a:t>
            </a:r>
            <a:r>
              <a:rPr lang="en-US" sz="3200" dirty="0"/>
              <a:t> de casas)</a:t>
            </a:r>
          </a:p>
        </p:txBody>
      </p:sp>
      <p:sp>
        <p:nvSpPr>
          <p:cNvPr id="11" name="TextBox 10"/>
          <p:cNvSpPr txBox="1"/>
          <p:nvPr/>
        </p:nvSpPr>
        <p:spPr>
          <a:xfrm>
            <a:off x="508000" y="4978162"/>
            <a:ext cx="11379200" cy="1200329"/>
          </a:xfrm>
          <a:prstGeom prst="rect">
            <a:avLst/>
          </a:prstGeom>
          <a:noFill/>
        </p:spPr>
        <p:txBody>
          <a:bodyPr wrap="square" rtlCol="0">
            <a:spAutoFit/>
          </a:bodyPr>
          <a:lstStyle/>
          <a:p>
            <a:r>
              <a:rPr lang="en-US" sz="2400" b="1" dirty="0"/>
              <a:t>Overfitting:</a:t>
            </a:r>
            <a:r>
              <a:rPr lang="en-US" sz="2400" dirty="0"/>
              <a:t> Si se </a:t>
            </a:r>
            <a:r>
              <a:rPr lang="en-US" sz="2400" dirty="0" err="1"/>
              <a:t>tienen</a:t>
            </a:r>
            <a:r>
              <a:rPr lang="en-US" sz="2400" dirty="0"/>
              <a:t> </a:t>
            </a:r>
            <a:r>
              <a:rPr lang="en-US" sz="2400" dirty="0" err="1"/>
              <a:t>muchas</a:t>
            </a:r>
            <a:r>
              <a:rPr lang="en-US" sz="2400" dirty="0"/>
              <a:t> </a:t>
            </a:r>
            <a:r>
              <a:rPr lang="en-US" sz="2400" dirty="0" err="1"/>
              <a:t>caracteristicas</a:t>
            </a:r>
            <a:r>
              <a:rPr lang="en-US" sz="2400" dirty="0"/>
              <a:t>, la </a:t>
            </a:r>
            <a:r>
              <a:rPr lang="en-US" sz="2400" dirty="0" err="1"/>
              <a:t>hipotesis</a:t>
            </a:r>
            <a:r>
              <a:rPr lang="en-US" sz="2400" dirty="0"/>
              <a:t> </a:t>
            </a:r>
            <a:r>
              <a:rPr lang="en-US" sz="2400" dirty="0" err="1"/>
              <a:t>aprendida</a:t>
            </a:r>
            <a:r>
              <a:rPr lang="en-US" sz="2400" dirty="0"/>
              <a:t> </a:t>
            </a:r>
            <a:r>
              <a:rPr lang="en-US" sz="2400" dirty="0" err="1"/>
              <a:t>puede</a:t>
            </a:r>
            <a:r>
              <a:rPr lang="en-US" sz="2400" dirty="0"/>
              <a:t> </a:t>
            </a:r>
            <a:r>
              <a:rPr lang="en-US" sz="2400" dirty="0" err="1"/>
              <a:t>ajustar</a:t>
            </a:r>
            <a:r>
              <a:rPr lang="en-US" sz="2400" dirty="0"/>
              <a:t> el conjunto de </a:t>
            </a:r>
            <a:r>
              <a:rPr lang="en-US" sz="2400" dirty="0" err="1"/>
              <a:t>datos</a:t>
            </a:r>
            <a:r>
              <a:rPr lang="en-US" sz="2400" dirty="0"/>
              <a:t> de </a:t>
            </a:r>
            <a:r>
              <a:rPr lang="en-US" sz="2400" dirty="0" err="1"/>
              <a:t>entrenamiento</a:t>
            </a:r>
            <a:r>
              <a:rPr lang="en-US" sz="2400" dirty="0"/>
              <a:t> </a:t>
            </a:r>
            <a:r>
              <a:rPr lang="en-US" sz="2400" dirty="0" err="1"/>
              <a:t>muy</a:t>
            </a:r>
            <a:r>
              <a:rPr lang="en-US" sz="2400" dirty="0"/>
              <a:t> bien (                                                          ), </a:t>
            </a:r>
            <a:r>
              <a:rPr lang="en-US" sz="2400" dirty="0" err="1"/>
              <a:t>pero</a:t>
            </a:r>
            <a:r>
              <a:rPr lang="en-US" sz="2400" dirty="0"/>
              <a:t> </a:t>
            </a:r>
            <a:r>
              <a:rPr lang="en-US" sz="2400" dirty="0" err="1"/>
              <a:t>puede</a:t>
            </a:r>
            <a:r>
              <a:rPr lang="en-US" sz="2400" dirty="0"/>
              <a:t> </a:t>
            </a:r>
            <a:r>
              <a:rPr lang="en-US" sz="2400" dirty="0" err="1"/>
              <a:t>fallara</a:t>
            </a:r>
            <a:r>
              <a:rPr lang="en-US" sz="2400" dirty="0"/>
              <a:t> al </a:t>
            </a:r>
            <a:r>
              <a:rPr lang="en-US" sz="2400" dirty="0" err="1"/>
              <a:t>generalizar</a:t>
            </a:r>
            <a:r>
              <a:rPr lang="en-US" sz="2400" dirty="0"/>
              <a:t> </a:t>
            </a:r>
            <a:r>
              <a:rPr lang="en-US" sz="2400" dirty="0" err="1"/>
              <a:t>nuevos</a:t>
            </a:r>
            <a:r>
              <a:rPr lang="en-US" sz="2400" dirty="0"/>
              <a:t> </a:t>
            </a:r>
            <a:r>
              <a:rPr lang="en-US" sz="2400" dirty="0" err="1"/>
              <a:t>ejemplos</a:t>
            </a:r>
            <a:r>
              <a:rPr lang="en-US" sz="2400" dirty="0"/>
              <a:t> (</a:t>
            </a:r>
            <a:r>
              <a:rPr lang="en-US" sz="2400" dirty="0" err="1"/>
              <a:t>predecir</a:t>
            </a:r>
            <a:r>
              <a:rPr lang="en-US" sz="2400" dirty="0"/>
              <a:t> </a:t>
            </a:r>
            <a:r>
              <a:rPr lang="en-US" sz="2400" dirty="0" err="1"/>
              <a:t>precios</a:t>
            </a:r>
            <a:r>
              <a:rPr lang="en-US" sz="2400" dirty="0"/>
              <a:t> </a:t>
            </a:r>
            <a:r>
              <a:rPr lang="en-US" sz="2400" dirty="0" err="1"/>
              <a:t>sobre</a:t>
            </a:r>
            <a:r>
              <a:rPr lang="en-US" sz="2400" dirty="0"/>
              <a:t> </a:t>
            </a:r>
            <a:r>
              <a:rPr lang="en-US" sz="2400" dirty="0" err="1"/>
              <a:t>nuevos</a:t>
            </a:r>
            <a:r>
              <a:rPr lang="en-US" sz="2400" dirty="0"/>
              <a:t> </a:t>
            </a:r>
            <a:r>
              <a:rPr lang="en-US" sz="2400" dirty="0" err="1"/>
              <a:t>ejemplos</a:t>
            </a:r>
            <a:r>
              <a:rPr lang="en-US" sz="2400" dirty="0"/>
              <a:t>).</a:t>
            </a:r>
            <a:endParaRPr lang="en-US" sz="2400" b="1" dirty="0"/>
          </a:p>
        </p:txBody>
      </p:sp>
      <p:pic>
        <p:nvPicPr>
          <p:cNvPr id="16" name="Picture 15"/>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6596316" y="5373216"/>
            <a:ext cx="3748156" cy="533312"/>
          </a:xfrm>
          <a:prstGeom prst="rect">
            <a:avLst/>
          </a:prstGeom>
        </p:spPr>
      </p:pic>
      <p:grpSp>
        <p:nvGrpSpPr>
          <p:cNvPr id="5" name="Grupo 4">
            <a:extLst>
              <a:ext uri="{FF2B5EF4-FFF2-40B4-BE49-F238E27FC236}">
                <a16:creationId xmlns:a16="http://schemas.microsoft.com/office/drawing/2014/main" id="{2464BAD4-D523-8316-C480-3192972BD247}"/>
              </a:ext>
            </a:extLst>
          </p:cNvPr>
          <p:cNvGrpSpPr/>
          <p:nvPr/>
        </p:nvGrpSpPr>
        <p:grpSpPr>
          <a:xfrm>
            <a:off x="828222" y="922416"/>
            <a:ext cx="11243789" cy="3730506"/>
            <a:chOff x="828222" y="922416"/>
            <a:chExt cx="11243789" cy="3730506"/>
          </a:xfrm>
        </p:grpSpPr>
        <p:grpSp>
          <p:nvGrpSpPr>
            <p:cNvPr id="3" name="Grupo 2">
              <a:extLst>
                <a:ext uri="{FF2B5EF4-FFF2-40B4-BE49-F238E27FC236}">
                  <a16:creationId xmlns:a16="http://schemas.microsoft.com/office/drawing/2014/main" id="{97799326-AA9C-FD79-5261-DB0EEBE5AAD2}"/>
                </a:ext>
              </a:extLst>
            </p:cNvPr>
            <p:cNvGrpSpPr/>
            <p:nvPr/>
          </p:nvGrpSpPr>
          <p:grpSpPr>
            <a:xfrm>
              <a:off x="828222" y="922416"/>
              <a:ext cx="11243789" cy="3055224"/>
              <a:chOff x="828222" y="922416"/>
              <a:chExt cx="11243789" cy="3055224"/>
            </a:xfrm>
          </p:grpSpPr>
          <p:pic>
            <p:nvPicPr>
              <p:cNvPr id="9" name="Picture 8"/>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871686" y="3451186"/>
                <a:ext cx="1270449" cy="314921"/>
              </a:xfrm>
              <a:prstGeom prst="rect">
                <a:avLst/>
              </a:prstGeom>
            </p:spPr>
          </p:pic>
          <p:pic>
            <p:nvPicPr>
              <p:cNvPr id="18" name="Picture 17"/>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4856851" y="3451186"/>
                <a:ext cx="2263140" cy="340111"/>
              </a:xfrm>
              <a:prstGeom prst="rect">
                <a:avLst/>
              </a:prstGeom>
            </p:spPr>
          </p:pic>
          <p:graphicFrame>
            <p:nvGraphicFramePr>
              <p:cNvPr id="20" name="Chart 19"/>
              <p:cNvGraphicFramePr>
                <a:graphicFrameLocks/>
              </p:cNvGraphicFramePr>
              <p:nvPr>
                <p:extLst>
                  <p:ext uri="{D42A27DB-BD31-4B8C-83A1-F6EECF244321}">
                    <p14:modId xmlns:p14="http://schemas.microsoft.com/office/powerpoint/2010/main" val="1288154251"/>
                  </p:ext>
                </p:extLst>
              </p:nvPr>
            </p:nvGraphicFramePr>
            <p:xfrm>
              <a:off x="1107503" y="922416"/>
              <a:ext cx="2665863" cy="2340613"/>
            </p:xfrm>
            <a:graphic>
              <a:graphicData uri="http://schemas.openxmlformats.org/drawingml/2006/chart">
                <c:chart xmlns:c="http://schemas.openxmlformats.org/drawingml/2006/chart" xmlns:r="http://schemas.openxmlformats.org/officeDocument/2006/relationships" r:id="rId9"/>
              </a:graphicData>
            </a:graphic>
          </p:graphicFrame>
          <p:sp>
            <p:nvSpPr>
              <p:cNvPr id="21" name="TextBox 20"/>
              <p:cNvSpPr txBox="1"/>
              <p:nvPr/>
            </p:nvSpPr>
            <p:spPr>
              <a:xfrm rot="16200000">
                <a:off x="380723" y="1844498"/>
                <a:ext cx="1315561" cy="420564"/>
              </a:xfrm>
              <a:prstGeom prst="rect">
                <a:avLst/>
              </a:prstGeom>
              <a:noFill/>
            </p:spPr>
            <p:txBody>
              <a:bodyPr wrap="square" rtlCol="0">
                <a:spAutoFit/>
              </a:bodyPr>
              <a:lstStyle/>
              <a:p>
                <a:pPr algn="ctr"/>
                <a:r>
                  <a:rPr lang="en-US" sz="2133" dirty="0" err="1"/>
                  <a:t>Precio</a:t>
                </a:r>
                <a:endParaRPr lang="en-US" sz="2133" dirty="0"/>
              </a:p>
            </p:txBody>
          </p:sp>
          <p:sp>
            <p:nvSpPr>
              <p:cNvPr id="22" name="TextBox 20"/>
              <p:cNvSpPr txBox="1"/>
              <p:nvPr/>
            </p:nvSpPr>
            <p:spPr>
              <a:xfrm>
                <a:off x="1833586" y="3018592"/>
                <a:ext cx="131556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endParaRPr lang="en-US" sz="2133" dirty="0"/>
              </a:p>
            </p:txBody>
          </p:sp>
          <p:graphicFrame>
            <p:nvGraphicFramePr>
              <p:cNvPr id="23" name="Chart 22"/>
              <p:cNvGraphicFramePr>
                <a:graphicFrameLocks/>
              </p:cNvGraphicFramePr>
              <p:nvPr>
                <p:extLst>
                  <p:ext uri="{D42A27DB-BD31-4B8C-83A1-F6EECF244321}">
                    <p14:modId xmlns:p14="http://schemas.microsoft.com/office/powerpoint/2010/main" val="1098057424"/>
                  </p:ext>
                </p:extLst>
              </p:nvPr>
            </p:nvGraphicFramePr>
            <p:xfrm>
              <a:off x="4649338" y="922416"/>
              <a:ext cx="2665863" cy="2340613"/>
            </p:xfrm>
            <a:graphic>
              <a:graphicData uri="http://schemas.openxmlformats.org/drawingml/2006/chart">
                <c:chart xmlns:c="http://schemas.openxmlformats.org/drawingml/2006/chart" xmlns:r="http://schemas.openxmlformats.org/officeDocument/2006/relationships" r:id="rId10"/>
              </a:graphicData>
            </a:graphic>
          </p:graphicFrame>
          <p:sp>
            <p:nvSpPr>
              <p:cNvPr id="24" name="TextBox 23"/>
              <p:cNvSpPr txBox="1"/>
              <p:nvPr/>
            </p:nvSpPr>
            <p:spPr>
              <a:xfrm rot="16200000">
                <a:off x="3922557" y="1844498"/>
                <a:ext cx="1315561" cy="420564"/>
              </a:xfrm>
              <a:prstGeom prst="rect">
                <a:avLst/>
              </a:prstGeom>
              <a:noFill/>
            </p:spPr>
            <p:txBody>
              <a:bodyPr wrap="square" rtlCol="0">
                <a:spAutoFit/>
              </a:bodyPr>
              <a:lstStyle/>
              <a:p>
                <a:pPr algn="ctr"/>
                <a:r>
                  <a:rPr lang="en-US" sz="2133" dirty="0" err="1"/>
                  <a:t>Precio</a:t>
                </a:r>
                <a:endParaRPr lang="en-US" sz="2133" dirty="0"/>
              </a:p>
            </p:txBody>
          </p:sp>
          <p:sp>
            <p:nvSpPr>
              <p:cNvPr id="25" name="TextBox 20"/>
              <p:cNvSpPr txBox="1"/>
              <p:nvPr/>
            </p:nvSpPr>
            <p:spPr>
              <a:xfrm>
                <a:off x="5375421" y="3018592"/>
                <a:ext cx="131556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endParaRPr lang="en-US" sz="2133" dirty="0"/>
              </a:p>
            </p:txBody>
          </p:sp>
          <p:graphicFrame>
            <p:nvGraphicFramePr>
              <p:cNvPr id="26" name="Chart 25"/>
              <p:cNvGraphicFramePr>
                <a:graphicFrameLocks/>
              </p:cNvGraphicFramePr>
              <p:nvPr>
                <p:extLst>
                  <p:ext uri="{D42A27DB-BD31-4B8C-83A1-F6EECF244321}">
                    <p14:modId xmlns:p14="http://schemas.microsoft.com/office/powerpoint/2010/main" val="4291650684"/>
                  </p:ext>
                </p:extLst>
              </p:nvPr>
            </p:nvGraphicFramePr>
            <p:xfrm>
              <a:off x="8408538" y="927100"/>
              <a:ext cx="2665863" cy="2340613"/>
            </p:xfrm>
            <a:graphic>
              <a:graphicData uri="http://schemas.openxmlformats.org/drawingml/2006/chart">
                <c:chart xmlns:c="http://schemas.openxmlformats.org/drawingml/2006/chart" xmlns:r="http://schemas.openxmlformats.org/officeDocument/2006/relationships" r:id="rId11"/>
              </a:graphicData>
            </a:graphic>
          </p:graphicFrame>
          <p:sp>
            <p:nvSpPr>
              <p:cNvPr id="27" name="TextBox 26"/>
              <p:cNvSpPr txBox="1"/>
              <p:nvPr/>
            </p:nvSpPr>
            <p:spPr>
              <a:xfrm rot="16200000">
                <a:off x="7681757" y="1849182"/>
                <a:ext cx="1315561" cy="420564"/>
              </a:xfrm>
              <a:prstGeom prst="rect">
                <a:avLst/>
              </a:prstGeom>
              <a:noFill/>
            </p:spPr>
            <p:txBody>
              <a:bodyPr wrap="square" rtlCol="0">
                <a:spAutoFit/>
              </a:bodyPr>
              <a:lstStyle/>
              <a:p>
                <a:pPr algn="ctr"/>
                <a:r>
                  <a:rPr lang="en-US" sz="2133" dirty="0" err="1"/>
                  <a:t>Precio</a:t>
                </a:r>
                <a:endParaRPr lang="en-US" sz="2133" dirty="0"/>
              </a:p>
            </p:txBody>
          </p:sp>
          <p:sp>
            <p:nvSpPr>
              <p:cNvPr id="28" name="TextBox 20"/>
              <p:cNvSpPr txBox="1"/>
              <p:nvPr/>
            </p:nvSpPr>
            <p:spPr>
              <a:xfrm>
                <a:off x="9134621" y="3023276"/>
                <a:ext cx="131556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endParaRPr lang="en-US" sz="2133" dirty="0"/>
              </a:p>
            </p:txBody>
          </p:sp>
          <p:pic>
            <p:nvPicPr>
              <p:cNvPr id="29" name="Picture 28"/>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8026746" y="3421478"/>
                <a:ext cx="4045265" cy="313695"/>
              </a:xfrm>
              <a:prstGeom prst="rect">
                <a:avLst/>
              </a:prstGeom>
            </p:spPr>
          </p:pic>
          <mc:AlternateContent xmlns:mc="http://schemas.openxmlformats.org/markup-compatibility/2006" xmlns:p14="http://schemas.microsoft.com/office/powerpoint/2010/main">
            <mc:Choice Requires="p14">
              <p:contentPart p14:bwMode="auto" r:id="rId13">
                <p14:nvContentPartPr>
                  <p14:cNvPr id="19" name="Ink 18"/>
                  <p14:cNvContentPartPr/>
                  <p14:nvPr/>
                </p14:nvContentPartPr>
                <p14:xfrm>
                  <a:off x="1257480" y="1097280"/>
                  <a:ext cx="10091880" cy="2880360"/>
                </p14:xfrm>
              </p:contentPart>
            </mc:Choice>
            <mc:Fallback xmlns="">
              <p:pic>
                <p:nvPicPr>
                  <p:cNvPr id="19" name="Ink 18"/>
                  <p:cNvPicPr/>
                  <p:nvPr/>
                </p:nvPicPr>
                <p:blipFill>
                  <a:blip r:embed="rId14"/>
                  <a:stretch>
                    <a:fillRect/>
                  </a:stretch>
                </p:blipFill>
                <p:spPr>
                  <a:xfrm>
                    <a:off x="1248120" y="1087920"/>
                    <a:ext cx="10110600" cy="2899080"/>
                  </a:xfrm>
                  <a:prstGeom prst="rect">
                    <a:avLst/>
                  </a:prstGeom>
                </p:spPr>
              </p:pic>
            </mc:Fallback>
          </mc:AlternateContent>
        </p:grpSp>
        <p:sp>
          <p:nvSpPr>
            <p:cNvPr id="2" name="CuadroTexto 1">
              <a:extLst>
                <a:ext uri="{FF2B5EF4-FFF2-40B4-BE49-F238E27FC236}">
                  <a16:creationId xmlns:a16="http://schemas.microsoft.com/office/drawing/2014/main" id="{75402089-4D1E-48AC-8FDD-F3C243EA5086}"/>
                </a:ext>
              </a:extLst>
            </p:cNvPr>
            <p:cNvSpPr txBox="1"/>
            <p:nvPr/>
          </p:nvSpPr>
          <p:spPr>
            <a:xfrm>
              <a:off x="1127448" y="4006591"/>
              <a:ext cx="10657184" cy="646331"/>
            </a:xfrm>
            <a:prstGeom prst="rect">
              <a:avLst/>
            </a:prstGeom>
            <a:noFill/>
          </p:spPr>
          <p:txBody>
            <a:bodyPr wrap="square" rtlCol="0">
              <a:spAutoFit/>
            </a:bodyPr>
            <a:lstStyle/>
            <a:p>
              <a:r>
                <a:rPr lang="es-ES" dirty="0" err="1">
                  <a:solidFill>
                    <a:srgbClr val="0070C0"/>
                  </a:solidFill>
                </a:rPr>
                <a:t>Underfit</a:t>
              </a:r>
              <a:r>
                <a:rPr lang="es-ES" dirty="0">
                  <a:solidFill>
                    <a:srgbClr val="0070C0"/>
                  </a:solidFill>
                </a:rPr>
                <a:t> – High </a:t>
              </a:r>
              <a:r>
                <a:rPr lang="es-ES" dirty="0" err="1">
                  <a:solidFill>
                    <a:srgbClr val="0070C0"/>
                  </a:solidFill>
                </a:rPr>
                <a:t>bias</a:t>
              </a:r>
              <a:r>
                <a:rPr lang="es-ES" dirty="0">
                  <a:solidFill>
                    <a:srgbClr val="0070C0"/>
                  </a:solidFill>
                </a:rPr>
                <a:t>			Correcto				</a:t>
              </a:r>
              <a:r>
                <a:rPr lang="es-ES" dirty="0" err="1">
                  <a:solidFill>
                    <a:srgbClr val="0070C0"/>
                  </a:solidFill>
                </a:rPr>
                <a:t>Overfit</a:t>
              </a:r>
              <a:r>
                <a:rPr lang="es-ES" dirty="0">
                  <a:solidFill>
                    <a:srgbClr val="0070C0"/>
                  </a:solidFill>
                </a:rPr>
                <a:t> – High </a:t>
              </a:r>
              <a:r>
                <a:rPr lang="es-ES" dirty="0" err="1">
                  <a:solidFill>
                    <a:srgbClr val="0070C0"/>
                  </a:solidFill>
                </a:rPr>
                <a:t>variance</a:t>
              </a:r>
              <a:endParaRPr lang="es-ES" dirty="0">
                <a:solidFill>
                  <a:srgbClr val="0070C0"/>
                </a:solidFill>
              </a:endParaRPr>
            </a:p>
            <a:p>
              <a:r>
                <a:rPr lang="es-ES" dirty="0" err="1">
                  <a:solidFill>
                    <a:srgbClr val="0070C0"/>
                  </a:solidFill>
                </a:rPr>
                <a:t>Subajuste</a:t>
              </a:r>
              <a:r>
                <a:rPr lang="es-ES" dirty="0">
                  <a:solidFill>
                    <a:srgbClr val="0070C0"/>
                  </a:solidFill>
                </a:rPr>
                <a:t>									Sobreajuste	</a:t>
              </a:r>
              <a:endParaRPr lang="es-BO" dirty="0">
                <a:solidFill>
                  <a:srgbClr val="0070C0"/>
                </a:solidFill>
              </a:endParaRPr>
            </a:p>
          </p:txBody>
        </p:sp>
      </p:grpSp>
    </p:spTree>
    <p:extLst>
      <p:ext uri="{BB962C8B-B14F-4D97-AF65-F5344CB8AC3E}">
        <p14:creationId xmlns:p14="http://schemas.microsoft.com/office/powerpoint/2010/main" val="4051111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1"/>
            <a:ext cx="8534400" cy="584775"/>
          </a:xfrm>
          <a:prstGeom prst="rect">
            <a:avLst/>
          </a:prstGeom>
          <a:noFill/>
        </p:spPr>
        <p:txBody>
          <a:bodyPr wrap="square" rtlCol="0">
            <a:spAutoFit/>
          </a:bodyPr>
          <a:lstStyle/>
          <a:p>
            <a:r>
              <a:rPr lang="en-US" sz="3200" dirty="0" err="1"/>
              <a:t>Ejemplo</a:t>
            </a:r>
            <a:r>
              <a:rPr lang="en-US" sz="3200" dirty="0"/>
              <a:t>: </a:t>
            </a:r>
            <a:r>
              <a:rPr lang="en-US" sz="3200" dirty="0" err="1"/>
              <a:t>Regresión</a:t>
            </a:r>
            <a:r>
              <a:rPr lang="en-US" sz="3200" dirty="0"/>
              <a:t> </a:t>
            </a:r>
            <a:r>
              <a:rPr lang="en-US" sz="3200" dirty="0" err="1"/>
              <a:t>logística</a:t>
            </a:r>
            <a:endParaRPr lang="en-US" sz="3200" dirty="0"/>
          </a:p>
        </p:txBody>
      </p:sp>
      <p:grpSp>
        <p:nvGrpSpPr>
          <p:cNvPr id="9" name="Grupo 8">
            <a:extLst>
              <a:ext uri="{FF2B5EF4-FFF2-40B4-BE49-F238E27FC236}">
                <a16:creationId xmlns:a16="http://schemas.microsoft.com/office/drawing/2014/main" id="{0C4AD8B7-95F5-B8FC-37C1-143729A1FE2D}"/>
              </a:ext>
            </a:extLst>
          </p:cNvPr>
          <p:cNvGrpSpPr/>
          <p:nvPr/>
        </p:nvGrpSpPr>
        <p:grpSpPr>
          <a:xfrm>
            <a:off x="66240" y="810720"/>
            <a:ext cx="11820755" cy="5257836"/>
            <a:chOff x="66240" y="810720"/>
            <a:chExt cx="11820755" cy="5257836"/>
          </a:xfrm>
        </p:grpSpPr>
        <p:pic>
          <p:nvPicPr>
            <p:cNvPr id="2" name="Picture 1"/>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29329" y="4193388"/>
              <a:ext cx="4025304" cy="335649"/>
            </a:xfrm>
            <a:prstGeom prst="rect">
              <a:avLst/>
            </a:prstGeom>
          </p:spPr>
        </p:pic>
        <p:sp>
          <p:nvSpPr>
            <p:cNvPr id="30" name="TextBox 29"/>
            <p:cNvSpPr txBox="1"/>
            <p:nvPr/>
          </p:nvSpPr>
          <p:spPr>
            <a:xfrm>
              <a:off x="304801" y="4589395"/>
              <a:ext cx="3692124" cy="502766"/>
            </a:xfrm>
            <a:prstGeom prst="rect">
              <a:avLst/>
            </a:prstGeom>
            <a:noFill/>
          </p:spPr>
          <p:txBody>
            <a:bodyPr wrap="square" rtlCol="0">
              <a:spAutoFit/>
            </a:bodyPr>
            <a:lstStyle/>
            <a:p>
              <a:pPr algn="ctr"/>
              <a:r>
                <a:rPr lang="en-US" sz="2667" dirty="0"/>
                <a:t>(    = sigmoid function)</a:t>
              </a:r>
            </a:p>
          </p:txBody>
        </p:sp>
        <p:pic>
          <p:nvPicPr>
            <p:cNvPr id="3" name="Picture 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75301" y="4843433"/>
              <a:ext cx="142507" cy="197672"/>
            </a:xfrm>
            <a:prstGeom prst="rect">
              <a:avLst/>
            </a:prstGeom>
          </p:spPr>
        </p:pic>
        <p:pic>
          <p:nvPicPr>
            <p:cNvPr id="7" name="Picture 6"/>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4678555" y="4186245"/>
              <a:ext cx="2834891" cy="1202440"/>
            </a:xfrm>
            <a:prstGeom prst="rect">
              <a:avLst/>
            </a:prstGeom>
          </p:spPr>
        </p:pic>
        <p:pic>
          <p:nvPicPr>
            <p:cNvPr id="10" name="Picture 9"/>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8173195" y="4125741"/>
              <a:ext cx="3713800" cy="1202440"/>
            </a:xfrm>
            <a:prstGeom prst="rect">
              <a:avLst/>
            </a:prstGeom>
          </p:spPr>
        </p:pic>
        <p:grpSp>
          <p:nvGrpSpPr>
            <p:cNvPr id="5" name="Group 4"/>
            <p:cNvGrpSpPr/>
            <p:nvPr/>
          </p:nvGrpSpPr>
          <p:grpSpPr>
            <a:xfrm>
              <a:off x="408735" y="1052324"/>
              <a:ext cx="3390343" cy="3019121"/>
              <a:chOff x="306551" y="789242"/>
              <a:chExt cx="2542757" cy="2264341"/>
            </a:xfrm>
          </p:grpSpPr>
          <p:grpSp>
            <p:nvGrpSpPr>
              <p:cNvPr id="15" name="Group 14"/>
              <p:cNvGrpSpPr/>
              <p:nvPr/>
            </p:nvGrpSpPr>
            <p:grpSpPr>
              <a:xfrm>
                <a:off x="306551" y="876401"/>
                <a:ext cx="2485587" cy="2177182"/>
                <a:chOff x="306551" y="747415"/>
                <a:chExt cx="2485587" cy="2177182"/>
              </a:xfrm>
            </p:grpSpPr>
            <p:sp>
              <p:nvSpPr>
                <p:cNvPr id="35" name="Oval 34"/>
                <p:cNvSpPr/>
                <p:nvPr/>
              </p:nvSpPr>
              <p:spPr>
                <a:xfrm>
                  <a:off x="1204258"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6" name="Oval 35"/>
                <p:cNvSpPr/>
                <p:nvPr/>
              </p:nvSpPr>
              <p:spPr>
                <a:xfrm>
                  <a:off x="1750444" y="94767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Oval 36"/>
                <p:cNvSpPr/>
                <p:nvPr/>
              </p:nvSpPr>
              <p:spPr>
                <a:xfrm>
                  <a:off x="1359948" y="152339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8" name="Oval 37"/>
                <p:cNvSpPr/>
                <p:nvPr/>
              </p:nvSpPr>
              <p:spPr>
                <a:xfrm>
                  <a:off x="1530346" y="77372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9" name="Cross 38"/>
                <p:cNvSpPr/>
                <p:nvPr/>
              </p:nvSpPr>
              <p:spPr>
                <a:xfrm rot="2734294">
                  <a:off x="1032913" y="222291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0" name="Cross 39"/>
                <p:cNvSpPr/>
                <p:nvPr/>
              </p:nvSpPr>
              <p:spPr>
                <a:xfrm rot="2734294">
                  <a:off x="1032913" y="153144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1" name="Cross 40"/>
                <p:cNvSpPr/>
                <p:nvPr/>
              </p:nvSpPr>
              <p:spPr>
                <a:xfrm rot="2734294">
                  <a:off x="1262879" y="195441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2" name="Cross 41"/>
                <p:cNvSpPr/>
                <p:nvPr/>
              </p:nvSpPr>
              <p:spPr>
                <a:xfrm rot="2734294">
                  <a:off x="936841" y="1939311"/>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3" name="TextBox 42"/>
                <p:cNvSpPr txBox="1"/>
                <p:nvPr/>
              </p:nvSpPr>
              <p:spPr>
                <a:xfrm>
                  <a:off x="1546700" y="2578348"/>
                  <a:ext cx="334467" cy="346249"/>
                </a:xfrm>
                <a:prstGeom prst="rect">
                  <a:avLst/>
                </a:prstGeom>
                <a:noFill/>
                <a:ln w="19050">
                  <a:noFill/>
                </a:ln>
              </p:spPr>
              <p:txBody>
                <a:bodyPr wrap="none" rtlCol="0">
                  <a:spAutoFit/>
                </a:bodyPr>
                <a:lstStyle/>
                <a:p>
                  <a:r>
                    <a:rPr lang="en-US" sz="2400" dirty="0"/>
                    <a:t>x</a:t>
                  </a:r>
                  <a:r>
                    <a:rPr lang="en-US" sz="2400" baseline="-25000" dirty="0"/>
                    <a:t>1</a:t>
                  </a:r>
                </a:p>
              </p:txBody>
            </p:sp>
            <p:sp>
              <p:nvSpPr>
                <p:cNvPr id="44" name="TextBox 43"/>
                <p:cNvSpPr txBox="1"/>
                <p:nvPr/>
              </p:nvSpPr>
              <p:spPr>
                <a:xfrm>
                  <a:off x="306551" y="1202476"/>
                  <a:ext cx="334467" cy="346249"/>
                </a:xfrm>
                <a:prstGeom prst="rect">
                  <a:avLst/>
                </a:prstGeom>
                <a:noFill/>
              </p:spPr>
              <p:txBody>
                <a:bodyPr wrap="none" rtlCol="0">
                  <a:spAutoFit/>
                </a:bodyPr>
                <a:lstStyle/>
                <a:p>
                  <a:r>
                    <a:rPr lang="en-US" sz="2400" dirty="0"/>
                    <a:t>x</a:t>
                  </a:r>
                  <a:r>
                    <a:rPr lang="en-US" sz="2400" baseline="-25000" dirty="0"/>
                    <a:t>2</a:t>
                  </a:r>
                </a:p>
              </p:txBody>
            </p:sp>
            <p:cxnSp>
              <p:nvCxnSpPr>
                <p:cNvPr id="45" name="Straight Arrow Connector 44"/>
                <p:cNvCxnSpPr/>
                <p:nvPr/>
              </p:nvCxnSpPr>
              <p:spPr>
                <a:xfrm flipV="1">
                  <a:off x="669151" y="747415"/>
                  <a:ext cx="0" cy="199568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560369" y="2589944"/>
                  <a:ext cx="223176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7" name="Cross 46"/>
                <p:cNvSpPr/>
                <p:nvPr/>
              </p:nvSpPr>
              <p:spPr>
                <a:xfrm rot="2734294">
                  <a:off x="1359601"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8" name="Cross 47"/>
                <p:cNvSpPr/>
                <p:nvPr/>
              </p:nvSpPr>
              <p:spPr>
                <a:xfrm rot="2734294">
                  <a:off x="1732921" y="205878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9" name="Cross 48"/>
                <p:cNvSpPr/>
                <p:nvPr/>
              </p:nvSpPr>
              <p:spPr>
                <a:xfrm rot="2734294">
                  <a:off x="2044914"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0" name="Cross 49"/>
                <p:cNvSpPr/>
                <p:nvPr/>
              </p:nvSpPr>
              <p:spPr>
                <a:xfrm rot="2734294">
                  <a:off x="2031520" y="198914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Cross 50"/>
                <p:cNvSpPr/>
                <p:nvPr/>
              </p:nvSpPr>
              <p:spPr>
                <a:xfrm rot="2734294">
                  <a:off x="2366221" y="198560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2" name="Cross 51"/>
                <p:cNvSpPr/>
                <p:nvPr/>
              </p:nvSpPr>
              <p:spPr>
                <a:xfrm rot="2734294">
                  <a:off x="2201001" y="1496815"/>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3" name="Cross 52"/>
                <p:cNvSpPr/>
                <p:nvPr/>
              </p:nvSpPr>
              <p:spPr>
                <a:xfrm rot="2734294">
                  <a:off x="1637830" y="151225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Cross 53"/>
                <p:cNvSpPr/>
                <p:nvPr/>
              </p:nvSpPr>
              <p:spPr>
                <a:xfrm rot="2734294">
                  <a:off x="735109" y="130196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5" name="Cross 54"/>
                <p:cNvSpPr/>
                <p:nvPr/>
              </p:nvSpPr>
              <p:spPr>
                <a:xfrm rot="2734294">
                  <a:off x="714486" y="169833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6" name="Cross 55"/>
                <p:cNvSpPr/>
                <p:nvPr/>
              </p:nvSpPr>
              <p:spPr>
                <a:xfrm rot="2734294">
                  <a:off x="1030623" y="94869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7" name="Oval 56"/>
                <p:cNvSpPr/>
                <p:nvPr/>
              </p:nvSpPr>
              <p:spPr>
                <a:xfrm>
                  <a:off x="1544248"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8" name="Oval 57"/>
                <p:cNvSpPr/>
                <p:nvPr/>
              </p:nvSpPr>
              <p:spPr>
                <a:xfrm>
                  <a:off x="1972899"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9" name="Oval 58"/>
                <p:cNvSpPr/>
                <p:nvPr/>
              </p:nvSpPr>
              <p:spPr>
                <a:xfrm>
                  <a:off x="2234730" y="175266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0" name="Oval 59"/>
                <p:cNvSpPr/>
                <p:nvPr/>
              </p:nvSpPr>
              <p:spPr>
                <a:xfrm>
                  <a:off x="2477998" y="1456346"/>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 name="Oval 60"/>
                <p:cNvSpPr/>
                <p:nvPr/>
              </p:nvSpPr>
              <p:spPr>
                <a:xfrm>
                  <a:off x="1955570" y="127948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2" name="Oval 61"/>
                <p:cNvSpPr/>
                <p:nvPr/>
              </p:nvSpPr>
              <p:spPr>
                <a:xfrm>
                  <a:off x="2216167"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3" name="Oval 62"/>
                <p:cNvSpPr/>
                <p:nvPr/>
              </p:nvSpPr>
              <p:spPr>
                <a:xfrm>
                  <a:off x="1459049" y="105915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4" name="Oval 63"/>
                <p:cNvSpPr/>
                <p:nvPr/>
              </p:nvSpPr>
              <p:spPr>
                <a:xfrm>
                  <a:off x="1673162"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Oval 64"/>
                <p:cNvSpPr/>
                <p:nvPr/>
              </p:nvSpPr>
              <p:spPr>
                <a:xfrm>
                  <a:off x="2040344" y="102895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Oval 65"/>
                <p:cNvSpPr/>
                <p:nvPr/>
              </p:nvSpPr>
              <p:spPr>
                <a:xfrm>
                  <a:off x="2385648" y="943752"/>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7" name="Oval 66"/>
                <p:cNvSpPr/>
                <p:nvPr/>
              </p:nvSpPr>
              <p:spPr>
                <a:xfrm>
                  <a:off x="2030069" y="75077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36" name="Cross 135"/>
              <p:cNvSpPr/>
              <p:nvPr/>
            </p:nvSpPr>
            <p:spPr>
              <a:xfrm rot="2734294">
                <a:off x="2625754" y="19971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7" name="Cross 136"/>
              <p:cNvSpPr/>
              <p:nvPr/>
            </p:nvSpPr>
            <p:spPr>
              <a:xfrm rot="2734294">
                <a:off x="732092" y="10065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8" name="Cross 137"/>
              <p:cNvSpPr/>
              <p:nvPr/>
            </p:nvSpPr>
            <p:spPr>
              <a:xfrm rot="2734294">
                <a:off x="1101754" y="78924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139" name="Group 138"/>
            <p:cNvGrpSpPr/>
            <p:nvPr/>
          </p:nvGrpSpPr>
          <p:grpSpPr>
            <a:xfrm>
              <a:off x="4128058" y="1061948"/>
              <a:ext cx="3390343" cy="3019121"/>
              <a:chOff x="306551" y="789242"/>
              <a:chExt cx="2542757" cy="2264341"/>
            </a:xfrm>
          </p:grpSpPr>
          <p:grpSp>
            <p:nvGrpSpPr>
              <p:cNvPr id="140" name="Group 139"/>
              <p:cNvGrpSpPr/>
              <p:nvPr/>
            </p:nvGrpSpPr>
            <p:grpSpPr>
              <a:xfrm>
                <a:off x="306551" y="876401"/>
                <a:ext cx="2485587" cy="2177182"/>
                <a:chOff x="306551" y="747415"/>
                <a:chExt cx="2485587" cy="2177182"/>
              </a:xfrm>
            </p:grpSpPr>
            <p:sp>
              <p:nvSpPr>
                <p:cNvPr id="144" name="Oval 143"/>
                <p:cNvSpPr/>
                <p:nvPr/>
              </p:nvSpPr>
              <p:spPr>
                <a:xfrm>
                  <a:off x="1204258"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5" name="Oval 144"/>
                <p:cNvSpPr/>
                <p:nvPr/>
              </p:nvSpPr>
              <p:spPr>
                <a:xfrm>
                  <a:off x="1750444" y="94767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6" name="Oval 145"/>
                <p:cNvSpPr/>
                <p:nvPr/>
              </p:nvSpPr>
              <p:spPr>
                <a:xfrm>
                  <a:off x="1359948" y="152339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7" name="Oval 146"/>
                <p:cNvSpPr/>
                <p:nvPr/>
              </p:nvSpPr>
              <p:spPr>
                <a:xfrm>
                  <a:off x="1530346" y="77372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8" name="Cross 147"/>
                <p:cNvSpPr/>
                <p:nvPr/>
              </p:nvSpPr>
              <p:spPr>
                <a:xfrm rot="2734294">
                  <a:off x="1032913" y="222291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9" name="Cross 148"/>
                <p:cNvSpPr/>
                <p:nvPr/>
              </p:nvSpPr>
              <p:spPr>
                <a:xfrm rot="2734294">
                  <a:off x="1032913" y="153144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0" name="Cross 149"/>
                <p:cNvSpPr/>
                <p:nvPr/>
              </p:nvSpPr>
              <p:spPr>
                <a:xfrm rot="2734294">
                  <a:off x="1262879" y="195441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1" name="Cross 150"/>
                <p:cNvSpPr/>
                <p:nvPr/>
              </p:nvSpPr>
              <p:spPr>
                <a:xfrm rot="2734294">
                  <a:off x="936841" y="1939311"/>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2" name="TextBox 151"/>
                <p:cNvSpPr txBox="1"/>
                <p:nvPr/>
              </p:nvSpPr>
              <p:spPr>
                <a:xfrm>
                  <a:off x="1546700" y="2578348"/>
                  <a:ext cx="334467" cy="346249"/>
                </a:xfrm>
                <a:prstGeom prst="rect">
                  <a:avLst/>
                </a:prstGeom>
                <a:noFill/>
                <a:ln w="19050">
                  <a:noFill/>
                </a:ln>
              </p:spPr>
              <p:txBody>
                <a:bodyPr wrap="none" rtlCol="0">
                  <a:spAutoFit/>
                </a:bodyPr>
                <a:lstStyle/>
                <a:p>
                  <a:r>
                    <a:rPr lang="en-US" sz="2400" dirty="0"/>
                    <a:t>x</a:t>
                  </a:r>
                  <a:r>
                    <a:rPr lang="en-US" sz="2400" baseline="-25000" dirty="0"/>
                    <a:t>1</a:t>
                  </a:r>
                </a:p>
              </p:txBody>
            </p:sp>
            <p:sp>
              <p:nvSpPr>
                <p:cNvPr id="153" name="TextBox 152"/>
                <p:cNvSpPr txBox="1"/>
                <p:nvPr/>
              </p:nvSpPr>
              <p:spPr>
                <a:xfrm>
                  <a:off x="306551" y="1202476"/>
                  <a:ext cx="334467" cy="346249"/>
                </a:xfrm>
                <a:prstGeom prst="rect">
                  <a:avLst/>
                </a:prstGeom>
                <a:noFill/>
              </p:spPr>
              <p:txBody>
                <a:bodyPr wrap="none" rtlCol="0">
                  <a:spAutoFit/>
                </a:bodyPr>
                <a:lstStyle/>
                <a:p>
                  <a:r>
                    <a:rPr lang="en-US" sz="2400" dirty="0"/>
                    <a:t>x</a:t>
                  </a:r>
                  <a:r>
                    <a:rPr lang="en-US" sz="2400" baseline="-25000" dirty="0"/>
                    <a:t>2</a:t>
                  </a:r>
                </a:p>
              </p:txBody>
            </p:sp>
            <p:cxnSp>
              <p:nvCxnSpPr>
                <p:cNvPr id="154" name="Straight Arrow Connector 153"/>
                <p:cNvCxnSpPr/>
                <p:nvPr/>
              </p:nvCxnSpPr>
              <p:spPr>
                <a:xfrm flipV="1">
                  <a:off x="669151" y="747415"/>
                  <a:ext cx="0" cy="199568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p:nvPr/>
              </p:nvCxnSpPr>
              <p:spPr>
                <a:xfrm>
                  <a:off x="560369" y="2589944"/>
                  <a:ext cx="223176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56" name="Cross 155"/>
                <p:cNvSpPr/>
                <p:nvPr/>
              </p:nvSpPr>
              <p:spPr>
                <a:xfrm rot="2734294">
                  <a:off x="1359601"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7" name="Cross 156"/>
                <p:cNvSpPr/>
                <p:nvPr/>
              </p:nvSpPr>
              <p:spPr>
                <a:xfrm rot="2734294">
                  <a:off x="1732921" y="205878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8" name="Cross 157"/>
                <p:cNvSpPr/>
                <p:nvPr/>
              </p:nvSpPr>
              <p:spPr>
                <a:xfrm rot="2734294">
                  <a:off x="2044914"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9" name="Cross 158"/>
                <p:cNvSpPr/>
                <p:nvPr/>
              </p:nvSpPr>
              <p:spPr>
                <a:xfrm rot="2734294">
                  <a:off x="2031520" y="198914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0" name="Cross 159"/>
                <p:cNvSpPr/>
                <p:nvPr/>
              </p:nvSpPr>
              <p:spPr>
                <a:xfrm rot="2734294">
                  <a:off x="2366221" y="198560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1" name="Cross 160"/>
                <p:cNvSpPr/>
                <p:nvPr/>
              </p:nvSpPr>
              <p:spPr>
                <a:xfrm rot="2734294">
                  <a:off x="2201001" y="1496815"/>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2" name="Cross 161"/>
                <p:cNvSpPr/>
                <p:nvPr/>
              </p:nvSpPr>
              <p:spPr>
                <a:xfrm rot="2734294">
                  <a:off x="1637830" y="151225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3" name="Cross 162"/>
                <p:cNvSpPr/>
                <p:nvPr/>
              </p:nvSpPr>
              <p:spPr>
                <a:xfrm rot="2734294">
                  <a:off x="735109" y="130196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4" name="Cross 163"/>
                <p:cNvSpPr/>
                <p:nvPr/>
              </p:nvSpPr>
              <p:spPr>
                <a:xfrm rot="2734294">
                  <a:off x="714486" y="169833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5" name="Cross 164"/>
                <p:cNvSpPr/>
                <p:nvPr/>
              </p:nvSpPr>
              <p:spPr>
                <a:xfrm rot="2734294">
                  <a:off x="1030623" y="94869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6" name="Oval 165"/>
                <p:cNvSpPr/>
                <p:nvPr/>
              </p:nvSpPr>
              <p:spPr>
                <a:xfrm>
                  <a:off x="1544248"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7" name="Oval 166"/>
                <p:cNvSpPr/>
                <p:nvPr/>
              </p:nvSpPr>
              <p:spPr>
                <a:xfrm>
                  <a:off x="1972899"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8" name="Oval 167"/>
                <p:cNvSpPr/>
                <p:nvPr/>
              </p:nvSpPr>
              <p:spPr>
                <a:xfrm>
                  <a:off x="2234730" y="175266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9" name="Oval 168"/>
                <p:cNvSpPr/>
                <p:nvPr/>
              </p:nvSpPr>
              <p:spPr>
                <a:xfrm>
                  <a:off x="2477998" y="1456346"/>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0" name="Oval 169"/>
                <p:cNvSpPr/>
                <p:nvPr/>
              </p:nvSpPr>
              <p:spPr>
                <a:xfrm>
                  <a:off x="1955570" y="127948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1" name="Oval 170"/>
                <p:cNvSpPr/>
                <p:nvPr/>
              </p:nvSpPr>
              <p:spPr>
                <a:xfrm>
                  <a:off x="2216167"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2" name="Oval 171"/>
                <p:cNvSpPr/>
                <p:nvPr/>
              </p:nvSpPr>
              <p:spPr>
                <a:xfrm>
                  <a:off x="1459049" y="105915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3" name="Oval 172"/>
                <p:cNvSpPr/>
                <p:nvPr/>
              </p:nvSpPr>
              <p:spPr>
                <a:xfrm>
                  <a:off x="1673162"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4" name="Oval 173"/>
                <p:cNvSpPr/>
                <p:nvPr/>
              </p:nvSpPr>
              <p:spPr>
                <a:xfrm>
                  <a:off x="2040344" y="102895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5" name="Oval 174"/>
                <p:cNvSpPr/>
                <p:nvPr/>
              </p:nvSpPr>
              <p:spPr>
                <a:xfrm>
                  <a:off x="2385648" y="943752"/>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6" name="Oval 175"/>
                <p:cNvSpPr/>
                <p:nvPr/>
              </p:nvSpPr>
              <p:spPr>
                <a:xfrm>
                  <a:off x="2030069" y="75077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1" name="Cross 140"/>
              <p:cNvSpPr/>
              <p:nvPr/>
            </p:nvSpPr>
            <p:spPr>
              <a:xfrm rot="2734294">
                <a:off x="2625754" y="19971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2" name="Cross 141"/>
              <p:cNvSpPr/>
              <p:nvPr/>
            </p:nvSpPr>
            <p:spPr>
              <a:xfrm rot="2734294">
                <a:off x="732092" y="10065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3" name="Cross 142"/>
              <p:cNvSpPr/>
              <p:nvPr/>
            </p:nvSpPr>
            <p:spPr>
              <a:xfrm rot="2734294">
                <a:off x="1101754" y="78924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177" name="Group 176"/>
            <p:cNvGrpSpPr/>
            <p:nvPr/>
          </p:nvGrpSpPr>
          <p:grpSpPr>
            <a:xfrm>
              <a:off x="7887258" y="1061488"/>
              <a:ext cx="3390343" cy="3019121"/>
              <a:chOff x="306551" y="789242"/>
              <a:chExt cx="2542757" cy="2264341"/>
            </a:xfrm>
          </p:grpSpPr>
          <p:grpSp>
            <p:nvGrpSpPr>
              <p:cNvPr id="178" name="Group 177"/>
              <p:cNvGrpSpPr/>
              <p:nvPr/>
            </p:nvGrpSpPr>
            <p:grpSpPr>
              <a:xfrm>
                <a:off x="306551" y="876401"/>
                <a:ext cx="2485587" cy="2177182"/>
                <a:chOff x="306551" y="747415"/>
                <a:chExt cx="2485587" cy="2177182"/>
              </a:xfrm>
            </p:grpSpPr>
            <p:sp>
              <p:nvSpPr>
                <p:cNvPr id="182" name="Oval 181"/>
                <p:cNvSpPr/>
                <p:nvPr/>
              </p:nvSpPr>
              <p:spPr>
                <a:xfrm>
                  <a:off x="1204258"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3" name="Oval 182"/>
                <p:cNvSpPr/>
                <p:nvPr/>
              </p:nvSpPr>
              <p:spPr>
                <a:xfrm>
                  <a:off x="1750444" y="94767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4" name="Oval 183"/>
                <p:cNvSpPr/>
                <p:nvPr/>
              </p:nvSpPr>
              <p:spPr>
                <a:xfrm>
                  <a:off x="1359948" y="152339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5" name="Oval 184"/>
                <p:cNvSpPr/>
                <p:nvPr/>
              </p:nvSpPr>
              <p:spPr>
                <a:xfrm>
                  <a:off x="1530346" y="77372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6" name="Cross 185"/>
                <p:cNvSpPr/>
                <p:nvPr/>
              </p:nvSpPr>
              <p:spPr>
                <a:xfrm rot="2734294">
                  <a:off x="1032913" y="222291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7" name="Cross 186"/>
                <p:cNvSpPr/>
                <p:nvPr/>
              </p:nvSpPr>
              <p:spPr>
                <a:xfrm rot="2734294">
                  <a:off x="1032913" y="153144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8" name="Cross 187"/>
                <p:cNvSpPr/>
                <p:nvPr/>
              </p:nvSpPr>
              <p:spPr>
                <a:xfrm rot="2734294">
                  <a:off x="1262879" y="195441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9" name="Cross 188"/>
                <p:cNvSpPr/>
                <p:nvPr/>
              </p:nvSpPr>
              <p:spPr>
                <a:xfrm rot="2734294">
                  <a:off x="936841" y="1939311"/>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0" name="TextBox 189"/>
                <p:cNvSpPr txBox="1"/>
                <p:nvPr/>
              </p:nvSpPr>
              <p:spPr>
                <a:xfrm>
                  <a:off x="1546700" y="2578348"/>
                  <a:ext cx="334467" cy="346249"/>
                </a:xfrm>
                <a:prstGeom prst="rect">
                  <a:avLst/>
                </a:prstGeom>
                <a:noFill/>
                <a:ln w="19050">
                  <a:noFill/>
                </a:ln>
              </p:spPr>
              <p:txBody>
                <a:bodyPr wrap="none" rtlCol="0">
                  <a:spAutoFit/>
                </a:bodyPr>
                <a:lstStyle/>
                <a:p>
                  <a:r>
                    <a:rPr lang="en-US" sz="2400" dirty="0"/>
                    <a:t>x</a:t>
                  </a:r>
                  <a:r>
                    <a:rPr lang="en-US" sz="2400" baseline="-25000" dirty="0"/>
                    <a:t>1</a:t>
                  </a:r>
                </a:p>
              </p:txBody>
            </p:sp>
            <p:sp>
              <p:nvSpPr>
                <p:cNvPr id="191" name="TextBox 190"/>
                <p:cNvSpPr txBox="1"/>
                <p:nvPr/>
              </p:nvSpPr>
              <p:spPr>
                <a:xfrm>
                  <a:off x="306551" y="1202476"/>
                  <a:ext cx="334467" cy="346249"/>
                </a:xfrm>
                <a:prstGeom prst="rect">
                  <a:avLst/>
                </a:prstGeom>
                <a:noFill/>
              </p:spPr>
              <p:txBody>
                <a:bodyPr wrap="none" rtlCol="0">
                  <a:spAutoFit/>
                </a:bodyPr>
                <a:lstStyle/>
                <a:p>
                  <a:r>
                    <a:rPr lang="en-US" sz="2400" dirty="0"/>
                    <a:t>x</a:t>
                  </a:r>
                  <a:r>
                    <a:rPr lang="en-US" sz="2400" baseline="-25000" dirty="0"/>
                    <a:t>2</a:t>
                  </a:r>
                </a:p>
              </p:txBody>
            </p:sp>
            <p:cxnSp>
              <p:nvCxnSpPr>
                <p:cNvPr id="192" name="Straight Arrow Connector 191"/>
                <p:cNvCxnSpPr/>
                <p:nvPr/>
              </p:nvCxnSpPr>
              <p:spPr>
                <a:xfrm flipV="1">
                  <a:off x="669151" y="747415"/>
                  <a:ext cx="0" cy="199568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3" name="Straight Arrow Connector 192"/>
                <p:cNvCxnSpPr/>
                <p:nvPr/>
              </p:nvCxnSpPr>
              <p:spPr>
                <a:xfrm>
                  <a:off x="560369" y="2589944"/>
                  <a:ext cx="223176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94" name="Cross 193"/>
                <p:cNvSpPr/>
                <p:nvPr/>
              </p:nvSpPr>
              <p:spPr>
                <a:xfrm rot="2734294">
                  <a:off x="1359601"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5" name="Cross 194"/>
                <p:cNvSpPr/>
                <p:nvPr/>
              </p:nvSpPr>
              <p:spPr>
                <a:xfrm rot="2734294">
                  <a:off x="1732921" y="205878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6" name="Cross 195"/>
                <p:cNvSpPr/>
                <p:nvPr/>
              </p:nvSpPr>
              <p:spPr>
                <a:xfrm rot="2734294">
                  <a:off x="2044914"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7" name="Cross 196"/>
                <p:cNvSpPr/>
                <p:nvPr/>
              </p:nvSpPr>
              <p:spPr>
                <a:xfrm rot="2734294">
                  <a:off x="2031520" y="198914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8" name="Cross 197"/>
                <p:cNvSpPr/>
                <p:nvPr/>
              </p:nvSpPr>
              <p:spPr>
                <a:xfrm rot="2734294">
                  <a:off x="2366221" y="198560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9" name="Cross 198"/>
                <p:cNvSpPr/>
                <p:nvPr/>
              </p:nvSpPr>
              <p:spPr>
                <a:xfrm rot="2734294">
                  <a:off x="2201001" y="1496815"/>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0" name="Cross 199"/>
                <p:cNvSpPr/>
                <p:nvPr/>
              </p:nvSpPr>
              <p:spPr>
                <a:xfrm rot="2734294">
                  <a:off x="1637830" y="151225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1" name="Cross 200"/>
                <p:cNvSpPr/>
                <p:nvPr/>
              </p:nvSpPr>
              <p:spPr>
                <a:xfrm rot="2734294">
                  <a:off x="735109" y="130196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2" name="Cross 201"/>
                <p:cNvSpPr/>
                <p:nvPr/>
              </p:nvSpPr>
              <p:spPr>
                <a:xfrm rot="2734294">
                  <a:off x="714486" y="169833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3" name="Cross 202"/>
                <p:cNvSpPr/>
                <p:nvPr/>
              </p:nvSpPr>
              <p:spPr>
                <a:xfrm rot="2734294">
                  <a:off x="1030623" y="94869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4" name="Oval 203"/>
                <p:cNvSpPr/>
                <p:nvPr/>
              </p:nvSpPr>
              <p:spPr>
                <a:xfrm>
                  <a:off x="1544248"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5" name="Oval 204"/>
                <p:cNvSpPr/>
                <p:nvPr/>
              </p:nvSpPr>
              <p:spPr>
                <a:xfrm>
                  <a:off x="1972899"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6" name="Oval 205"/>
                <p:cNvSpPr/>
                <p:nvPr/>
              </p:nvSpPr>
              <p:spPr>
                <a:xfrm>
                  <a:off x="2234730" y="175266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7" name="Oval 206"/>
                <p:cNvSpPr/>
                <p:nvPr/>
              </p:nvSpPr>
              <p:spPr>
                <a:xfrm>
                  <a:off x="2477998" y="1456346"/>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8" name="Oval 207"/>
                <p:cNvSpPr/>
                <p:nvPr/>
              </p:nvSpPr>
              <p:spPr>
                <a:xfrm>
                  <a:off x="1955570" y="127948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9" name="Oval 208"/>
                <p:cNvSpPr/>
                <p:nvPr/>
              </p:nvSpPr>
              <p:spPr>
                <a:xfrm>
                  <a:off x="2216167"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0" name="Oval 209"/>
                <p:cNvSpPr/>
                <p:nvPr/>
              </p:nvSpPr>
              <p:spPr>
                <a:xfrm>
                  <a:off x="1459049" y="105915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1" name="Oval 210"/>
                <p:cNvSpPr/>
                <p:nvPr/>
              </p:nvSpPr>
              <p:spPr>
                <a:xfrm>
                  <a:off x="1673162"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2" name="Oval 211"/>
                <p:cNvSpPr/>
                <p:nvPr/>
              </p:nvSpPr>
              <p:spPr>
                <a:xfrm>
                  <a:off x="2040344" y="102895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3" name="Oval 212"/>
                <p:cNvSpPr/>
                <p:nvPr/>
              </p:nvSpPr>
              <p:spPr>
                <a:xfrm>
                  <a:off x="2385648" y="943752"/>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4" name="Oval 213"/>
                <p:cNvSpPr/>
                <p:nvPr/>
              </p:nvSpPr>
              <p:spPr>
                <a:xfrm>
                  <a:off x="2030069" y="75077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79" name="Cross 178"/>
              <p:cNvSpPr/>
              <p:nvPr/>
            </p:nvSpPr>
            <p:spPr>
              <a:xfrm rot="2734294">
                <a:off x="2625754" y="19971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0" name="Cross 179"/>
              <p:cNvSpPr/>
              <p:nvPr/>
            </p:nvSpPr>
            <p:spPr>
              <a:xfrm rot="2734294">
                <a:off x="732092" y="10065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1" name="Cross 180"/>
              <p:cNvSpPr/>
              <p:nvPr/>
            </p:nvSpPr>
            <p:spPr>
              <a:xfrm rot="2734294">
                <a:off x="1101754" y="78924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mc:AlternateContent xmlns:mc="http://schemas.openxmlformats.org/markup-compatibility/2006" xmlns:p14="http://schemas.microsoft.com/office/powerpoint/2010/main">
          <mc:Choice Requires="p14">
            <p:contentPart p14:bwMode="auto" r:id="rId10">
              <p14:nvContentPartPr>
                <p14:cNvPr id="8" name="Ink 7"/>
                <p14:cNvContentPartPr/>
                <p14:nvPr/>
              </p14:nvContentPartPr>
              <p14:xfrm>
                <a:off x="66240" y="810720"/>
                <a:ext cx="11558880" cy="3519720"/>
              </p14:xfrm>
            </p:contentPart>
          </mc:Choice>
          <mc:Fallback xmlns="">
            <p:pic>
              <p:nvPicPr>
                <p:cNvPr id="8" name="Ink 7"/>
                <p:cNvPicPr/>
                <p:nvPr/>
              </p:nvPicPr>
              <p:blipFill>
                <a:blip r:embed="rId11"/>
                <a:stretch>
                  <a:fillRect/>
                </a:stretch>
              </p:blipFill>
              <p:spPr>
                <a:xfrm>
                  <a:off x="56880" y="801360"/>
                  <a:ext cx="11577600" cy="3538440"/>
                </a:xfrm>
                <a:prstGeom prst="rect">
                  <a:avLst/>
                </a:prstGeom>
              </p:spPr>
            </p:pic>
          </mc:Fallback>
        </mc:AlternateContent>
        <p:sp>
          <p:nvSpPr>
            <p:cNvPr id="6" name="CuadroTexto 5">
              <a:extLst>
                <a:ext uri="{FF2B5EF4-FFF2-40B4-BE49-F238E27FC236}">
                  <a16:creationId xmlns:a16="http://schemas.microsoft.com/office/drawing/2014/main" id="{B586A8FD-D698-47F3-8479-C891CE2BA8D8}"/>
                </a:ext>
              </a:extLst>
            </p:cNvPr>
            <p:cNvSpPr txBox="1"/>
            <p:nvPr/>
          </p:nvSpPr>
          <p:spPr>
            <a:xfrm>
              <a:off x="508000" y="5422225"/>
              <a:ext cx="10657184" cy="646331"/>
            </a:xfrm>
            <a:prstGeom prst="rect">
              <a:avLst/>
            </a:prstGeom>
            <a:noFill/>
          </p:spPr>
          <p:txBody>
            <a:bodyPr wrap="square" rtlCol="0">
              <a:spAutoFit/>
            </a:bodyPr>
            <a:lstStyle/>
            <a:p>
              <a:r>
                <a:rPr lang="es-ES" dirty="0" err="1">
                  <a:solidFill>
                    <a:srgbClr val="0070C0"/>
                  </a:solidFill>
                </a:rPr>
                <a:t>Underfit</a:t>
              </a:r>
              <a:r>
                <a:rPr lang="es-ES" dirty="0">
                  <a:solidFill>
                    <a:srgbClr val="0070C0"/>
                  </a:solidFill>
                </a:rPr>
                <a:t> – High </a:t>
              </a:r>
              <a:r>
                <a:rPr lang="es-ES" dirty="0" err="1">
                  <a:solidFill>
                    <a:srgbClr val="0070C0"/>
                  </a:solidFill>
                </a:rPr>
                <a:t>bias</a:t>
              </a:r>
              <a:r>
                <a:rPr lang="es-ES" dirty="0">
                  <a:solidFill>
                    <a:srgbClr val="0070C0"/>
                  </a:solidFill>
                </a:rPr>
                <a:t>			Correcto				</a:t>
              </a:r>
              <a:r>
                <a:rPr lang="es-ES" dirty="0" err="1">
                  <a:solidFill>
                    <a:srgbClr val="0070C0"/>
                  </a:solidFill>
                </a:rPr>
                <a:t>Overfit</a:t>
              </a:r>
              <a:r>
                <a:rPr lang="es-ES" dirty="0">
                  <a:solidFill>
                    <a:srgbClr val="0070C0"/>
                  </a:solidFill>
                </a:rPr>
                <a:t> – High </a:t>
              </a:r>
              <a:r>
                <a:rPr lang="es-ES" dirty="0" err="1">
                  <a:solidFill>
                    <a:srgbClr val="0070C0"/>
                  </a:solidFill>
                </a:rPr>
                <a:t>variance</a:t>
              </a:r>
              <a:endParaRPr lang="es-ES" dirty="0">
                <a:solidFill>
                  <a:srgbClr val="0070C0"/>
                </a:solidFill>
              </a:endParaRPr>
            </a:p>
            <a:p>
              <a:r>
                <a:rPr lang="es-ES" dirty="0" err="1">
                  <a:solidFill>
                    <a:srgbClr val="0070C0"/>
                  </a:solidFill>
                </a:rPr>
                <a:t>Subajuste</a:t>
              </a:r>
              <a:r>
                <a:rPr lang="es-ES" dirty="0">
                  <a:solidFill>
                    <a:srgbClr val="0070C0"/>
                  </a:solidFill>
                </a:rPr>
                <a:t>									Sobreajuste	</a:t>
              </a:r>
              <a:endParaRPr lang="es-BO" dirty="0">
                <a:solidFill>
                  <a:srgbClr val="0070C0"/>
                </a:solidFill>
              </a:endParaRPr>
            </a:p>
          </p:txBody>
        </p:sp>
      </p:grpSp>
    </p:spTree>
    <p:extLst>
      <p:ext uri="{BB962C8B-B14F-4D97-AF65-F5344CB8AC3E}">
        <p14:creationId xmlns:p14="http://schemas.microsoft.com/office/powerpoint/2010/main" val="10068662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10E69D83-81E3-4332-9512-55B60C48F600}"/>
              </a:ext>
            </a:extLst>
          </p:cNvPr>
          <p:cNvSpPr>
            <a:spLocks noGrp="1"/>
          </p:cNvSpPr>
          <p:nvPr>
            <p:ph type="title"/>
          </p:nvPr>
        </p:nvSpPr>
        <p:spPr/>
        <p:txBody>
          <a:bodyPr/>
          <a:lstStyle/>
          <a:p>
            <a:r>
              <a:rPr lang="es-BO" dirty="0"/>
              <a:t>Abordar el sobreajuste</a:t>
            </a:r>
          </a:p>
        </p:txBody>
      </p:sp>
      <p:sp>
        <p:nvSpPr>
          <p:cNvPr id="11" name="Marcador de contenido 10">
            <a:extLst>
              <a:ext uri="{FF2B5EF4-FFF2-40B4-BE49-F238E27FC236}">
                <a16:creationId xmlns:a16="http://schemas.microsoft.com/office/drawing/2014/main" id="{15A6DA0D-0548-476F-B283-5F90E0D4B2F6}"/>
              </a:ext>
            </a:extLst>
          </p:cNvPr>
          <p:cNvSpPr>
            <a:spLocks noGrp="1"/>
          </p:cNvSpPr>
          <p:nvPr>
            <p:ph idx="1"/>
          </p:nvPr>
        </p:nvSpPr>
        <p:spPr/>
        <p:txBody>
          <a:bodyPr>
            <a:normAutofit/>
          </a:bodyPr>
          <a:lstStyle/>
          <a:p>
            <a:r>
              <a:rPr lang="es-ES" dirty="0"/>
              <a:t>X1 = Tamaño de la casa</a:t>
            </a:r>
          </a:p>
          <a:p>
            <a:r>
              <a:rPr lang="es-ES" dirty="0"/>
              <a:t>X2 = Numero de dormitorios</a:t>
            </a:r>
          </a:p>
          <a:p>
            <a:r>
              <a:rPr lang="es-ES" dirty="0"/>
              <a:t>X3 = Numero de pisos</a:t>
            </a:r>
          </a:p>
          <a:p>
            <a:r>
              <a:rPr lang="es-ES" dirty="0"/>
              <a:t>X4 = ingreso promedio en el vecindario</a:t>
            </a:r>
          </a:p>
          <a:p>
            <a:r>
              <a:rPr lang="es-ES" dirty="0"/>
              <a:t>X5 = Tamaño de la cocina</a:t>
            </a:r>
            <a:br>
              <a:rPr lang="es-ES" dirty="0"/>
            </a:br>
            <a:r>
              <a:rPr lang="es-ES" dirty="0"/>
              <a:t>.</a:t>
            </a:r>
            <a:br>
              <a:rPr lang="es-ES" dirty="0"/>
            </a:br>
            <a:r>
              <a:rPr lang="es-ES" dirty="0"/>
              <a:t>.</a:t>
            </a:r>
            <a:br>
              <a:rPr lang="es-ES" dirty="0"/>
            </a:br>
            <a:r>
              <a:rPr lang="es-ES" dirty="0"/>
              <a:t>.</a:t>
            </a:r>
            <a:br>
              <a:rPr lang="es-ES" dirty="0"/>
            </a:br>
            <a:r>
              <a:rPr lang="es-ES" dirty="0"/>
              <a:t>.</a:t>
            </a:r>
            <a:br>
              <a:rPr lang="es-ES" dirty="0"/>
            </a:br>
            <a:r>
              <a:rPr lang="es-ES" dirty="0"/>
              <a:t>X100 …</a:t>
            </a:r>
            <a:endParaRPr lang="es-BO" dirty="0"/>
          </a:p>
        </p:txBody>
      </p:sp>
      <p:grpSp>
        <p:nvGrpSpPr>
          <p:cNvPr id="12" name="Grupo 11">
            <a:extLst>
              <a:ext uri="{FF2B5EF4-FFF2-40B4-BE49-F238E27FC236}">
                <a16:creationId xmlns:a16="http://schemas.microsoft.com/office/drawing/2014/main" id="{7A96EE36-C7EA-4110-86EE-E4C4D331D2BE}"/>
              </a:ext>
            </a:extLst>
          </p:cNvPr>
          <p:cNvGrpSpPr/>
          <p:nvPr/>
        </p:nvGrpSpPr>
        <p:grpSpPr>
          <a:xfrm>
            <a:off x="7176120" y="2234981"/>
            <a:ext cx="4027528" cy="3244865"/>
            <a:chOff x="7902512" y="472167"/>
            <a:chExt cx="4027528" cy="3244865"/>
          </a:xfrm>
        </p:grpSpPr>
        <p:graphicFrame>
          <p:nvGraphicFramePr>
            <p:cNvPr id="26" name="Chart 25"/>
            <p:cNvGraphicFramePr>
              <a:graphicFrameLocks/>
            </p:cNvGraphicFramePr>
            <p:nvPr>
              <p:extLst>
                <p:ext uri="{D42A27DB-BD31-4B8C-83A1-F6EECF244321}">
                  <p14:modId xmlns:p14="http://schemas.microsoft.com/office/powerpoint/2010/main" val="803705729"/>
                </p:ext>
              </p:extLst>
            </p:nvPr>
          </p:nvGraphicFramePr>
          <p:xfrm>
            <a:off x="8113834" y="472167"/>
            <a:ext cx="3468567" cy="3045383"/>
          </p:xfrm>
          <a:graphic>
            <a:graphicData uri="http://schemas.openxmlformats.org/drawingml/2006/chart">
              <c:chart xmlns:c="http://schemas.openxmlformats.org/drawingml/2006/chart" xmlns:r="http://schemas.openxmlformats.org/officeDocument/2006/relationships" r:id="rId2"/>
            </a:graphicData>
          </a:graphic>
        </p:graphicFrame>
        <p:sp>
          <p:nvSpPr>
            <p:cNvPr id="27" name="TextBox 26"/>
            <p:cNvSpPr txBox="1"/>
            <p:nvPr/>
          </p:nvSpPr>
          <p:spPr>
            <a:xfrm rot="16200000">
              <a:off x="7256952" y="1592310"/>
              <a:ext cx="1711683" cy="420564"/>
            </a:xfrm>
            <a:prstGeom prst="rect">
              <a:avLst/>
            </a:prstGeom>
            <a:noFill/>
          </p:spPr>
          <p:txBody>
            <a:bodyPr wrap="square" rtlCol="0">
              <a:spAutoFit/>
            </a:bodyPr>
            <a:lstStyle/>
            <a:p>
              <a:pPr algn="ctr"/>
              <a:r>
                <a:rPr lang="en-US" sz="2133" dirty="0" err="1"/>
                <a:t>Precio</a:t>
              </a:r>
              <a:endParaRPr lang="en-US" sz="2133" dirty="0"/>
            </a:p>
          </p:txBody>
        </p:sp>
        <p:sp>
          <p:nvSpPr>
            <p:cNvPr id="28" name="TextBox 20"/>
            <p:cNvSpPr txBox="1"/>
            <p:nvPr/>
          </p:nvSpPr>
          <p:spPr>
            <a:xfrm>
              <a:off x="9347200" y="3296468"/>
              <a:ext cx="1711683"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endParaRPr lang="en-US" sz="2133" dirty="0"/>
            </a:p>
          </p:txBody>
        </p:sp>
        <mc:AlternateContent xmlns:mc="http://schemas.openxmlformats.org/markup-compatibility/2006" xmlns:p14="http://schemas.microsoft.com/office/powerpoint/2010/main">
          <mc:Choice Requires="p14">
            <p:contentPart p14:bwMode="auto" r:id="rId3">
              <p14:nvContentPartPr>
                <p14:cNvPr id="9" name="Ink 8"/>
                <p14:cNvContentPartPr/>
                <p14:nvPr/>
              </p14:nvContentPartPr>
              <p14:xfrm>
                <a:off x="8146440" y="810720"/>
                <a:ext cx="3783600" cy="2413800"/>
              </p14:xfrm>
            </p:contentPart>
          </mc:Choice>
          <mc:Fallback xmlns="">
            <p:pic>
              <p:nvPicPr>
                <p:cNvPr id="9" name="Ink 8"/>
                <p:cNvPicPr/>
                <p:nvPr/>
              </p:nvPicPr>
              <p:blipFill>
                <a:blip r:embed="rId4"/>
                <a:stretch>
                  <a:fillRect/>
                </a:stretch>
              </p:blipFill>
              <p:spPr>
                <a:xfrm>
                  <a:off x="8137080" y="801360"/>
                  <a:ext cx="3802320" cy="2432520"/>
                </a:xfrm>
                <a:prstGeom prst="rect">
                  <a:avLst/>
                </a:prstGeom>
              </p:spPr>
            </p:pic>
          </mc:Fallback>
        </mc:AlternateContent>
      </p:grpSp>
    </p:spTree>
    <p:extLst>
      <p:ext uri="{BB962C8B-B14F-4D97-AF65-F5344CB8AC3E}">
        <p14:creationId xmlns:p14="http://schemas.microsoft.com/office/powerpoint/2010/main" val="3270134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EFDBAE40-9FF6-4E15-BC2F-3D31780D752C}"/>
              </a:ext>
            </a:extLst>
          </p:cNvPr>
          <p:cNvSpPr>
            <a:spLocks noGrp="1"/>
          </p:cNvSpPr>
          <p:nvPr>
            <p:ph idx="1"/>
          </p:nvPr>
        </p:nvSpPr>
        <p:spPr/>
        <p:txBody>
          <a:bodyPr>
            <a:normAutofit fontScale="85000" lnSpcReduction="10000"/>
          </a:bodyPr>
          <a:lstStyle/>
          <a:p>
            <a:r>
              <a:rPr lang="en-US" sz="3200" dirty="0" err="1"/>
              <a:t>Opciones</a:t>
            </a:r>
            <a:r>
              <a:rPr lang="en-US" sz="3200" dirty="0"/>
              <a:t>:</a:t>
            </a:r>
          </a:p>
          <a:p>
            <a:pPr marL="1219170" lvl="1" indent="-609585">
              <a:buAutoNum type="arabicPeriod"/>
            </a:pPr>
            <a:r>
              <a:rPr lang="en-US" sz="3200" dirty="0" err="1"/>
              <a:t>Reducir</a:t>
            </a:r>
            <a:r>
              <a:rPr lang="en-US" sz="3200" dirty="0"/>
              <a:t> el </a:t>
            </a:r>
            <a:r>
              <a:rPr lang="en-US" sz="3200" dirty="0" err="1"/>
              <a:t>numero</a:t>
            </a:r>
            <a:r>
              <a:rPr lang="en-US" sz="3200" dirty="0"/>
              <a:t> de </a:t>
            </a:r>
            <a:r>
              <a:rPr lang="en-US" sz="3200" dirty="0" err="1"/>
              <a:t>caracteristicas</a:t>
            </a:r>
            <a:r>
              <a:rPr lang="en-US" sz="3200" dirty="0"/>
              <a:t>.</a:t>
            </a:r>
          </a:p>
          <a:p>
            <a:pPr marL="1828754" lvl="2" indent="-609585">
              <a:buFont typeface="Calibri" pitchFamily="34" charset="0"/>
              <a:buChar char="―"/>
            </a:pPr>
            <a:r>
              <a:rPr lang="en-US" sz="3200" dirty="0" err="1"/>
              <a:t>Elegir</a:t>
            </a:r>
            <a:r>
              <a:rPr lang="en-US" sz="3200" dirty="0"/>
              <a:t> </a:t>
            </a:r>
            <a:r>
              <a:rPr lang="en-US" sz="3200" dirty="0" err="1"/>
              <a:t>manualmente</a:t>
            </a:r>
            <a:r>
              <a:rPr lang="en-US" sz="3200" dirty="0"/>
              <a:t> las </a:t>
            </a:r>
            <a:r>
              <a:rPr lang="en-US" sz="3200" dirty="0" err="1"/>
              <a:t>caracteristicas</a:t>
            </a:r>
            <a:r>
              <a:rPr lang="en-US" sz="3200" dirty="0"/>
              <a:t> que se </a:t>
            </a:r>
            <a:r>
              <a:rPr lang="en-US" sz="3200" dirty="0" err="1"/>
              <a:t>conservaran</a:t>
            </a:r>
            <a:r>
              <a:rPr lang="en-US" sz="3200" dirty="0"/>
              <a:t> o </a:t>
            </a:r>
            <a:r>
              <a:rPr lang="en-US" sz="3200" dirty="0" err="1"/>
              <a:t>eliminaran</a:t>
            </a:r>
            <a:r>
              <a:rPr lang="en-US" sz="3200" dirty="0"/>
              <a:t>. </a:t>
            </a:r>
          </a:p>
          <a:p>
            <a:pPr marL="1828754" lvl="2" indent="-609585">
              <a:buFont typeface="Calibri" pitchFamily="34" charset="0"/>
              <a:buChar char="―"/>
            </a:pPr>
            <a:r>
              <a:rPr lang="en-US" sz="3200" dirty="0" err="1"/>
              <a:t>Algoritmos</a:t>
            </a:r>
            <a:r>
              <a:rPr lang="en-US" sz="3200" dirty="0"/>
              <a:t> de </a:t>
            </a:r>
            <a:r>
              <a:rPr lang="en-US" sz="3200" dirty="0" err="1"/>
              <a:t>selección</a:t>
            </a:r>
            <a:r>
              <a:rPr lang="en-US" sz="3200" dirty="0"/>
              <a:t> de </a:t>
            </a:r>
            <a:r>
              <a:rPr lang="en-US" sz="3200" dirty="0" err="1"/>
              <a:t>modelos</a:t>
            </a:r>
            <a:endParaRPr lang="en-US" sz="3200" dirty="0"/>
          </a:p>
          <a:p>
            <a:pPr marL="1219170" lvl="1" indent="-609585">
              <a:buAutoNum type="arabicPeriod"/>
            </a:pPr>
            <a:r>
              <a:rPr lang="en-US" sz="3200" dirty="0" err="1"/>
              <a:t>Regularización</a:t>
            </a:r>
            <a:r>
              <a:rPr lang="en-US" sz="3200" dirty="0"/>
              <a:t>.</a:t>
            </a:r>
          </a:p>
          <a:p>
            <a:pPr marL="1828754" lvl="2" indent="-609585">
              <a:buFont typeface="Calibri" pitchFamily="34" charset="0"/>
              <a:buChar char="―"/>
            </a:pPr>
            <a:r>
              <a:rPr lang="es-ES" sz="3200" dirty="0"/>
              <a:t>Mantener todas las características, pero reducir la magnitud / valores de los parámetros     .</a:t>
            </a:r>
          </a:p>
          <a:p>
            <a:pPr marL="1828754" lvl="2" indent="-609585">
              <a:buFont typeface="Calibri" pitchFamily="34" charset="0"/>
              <a:buChar char="―"/>
            </a:pPr>
            <a:r>
              <a:rPr lang="es-ES" sz="3200" dirty="0"/>
              <a:t>Funciona bien cuando tenemos muchas </a:t>
            </a:r>
            <a:r>
              <a:rPr lang="es-ES" sz="3200" dirty="0" err="1"/>
              <a:t>caracteristicas</a:t>
            </a:r>
            <a:r>
              <a:rPr lang="es-ES" sz="3200" dirty="0"/>
              <a:t>, cada una de las cuales contribuye un poco a predecir</a:t>
            </a:r>
            <a:r>
              <a:rPr lang="en-US" sz="3200" dirty="0"/>
              <a:t>.</a:t>
            </a:r>
          </a:p>
          <a:p>
            <a:endParaRPr lang="es-BO" dirty="0"/>
          </a:p>
        </p:txBody>
      </p:sp>
      <p:pic>
        <p:nvPicPr>
          <p:cNvPr id="8" name="Picture 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184232" y="4509120"/>
            <a:ext cx="298704" cy="408432"/>
          </a:xfrm>
          <a:prstGeom prst="rect">
            <a:avLst/>
          </a:prstGeom>
        </p:spPr>
      </p:pic>
      <p:pic>
        <p:nvPicPr>
          <p:cNvPr id="9" name="Picture 8"/>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10344472" y="5373216"/>
            <a:ext cx="192024" cy="262128"/>
          </a:xfrm>
          <a:prstGeom prst="rect">
            <a:avLst/>
          </a:prstGeom>
        </p:spPr>
      </p:pic>
      <p:sp>
        <p:nvSpPr>
          <p:cNvPr id="2" name="Título 1">
            <a:extLst>
              <a:ext uri="{FF2B5EF4-FFF2-40B4-BE49-F238E27FC236}">
                <a16:creationId xmlns:a16="http://schemas.microsoft.com/office/drawing/2014/main" id="{19CF114B-9CB2-4A96-A00B-1E6B83E49082}"/>
              </a:ext>
            </a:extLst>
          </p:cNvPr>
          <p:cNvSpPr>
            <a:spLocks noGrp="1"/>
          </p:cNvSpPr>
          <p:nvPr>
            <p:ph type="title"/>
          </p:nvPr>
        </p:nvSpPr>
        <p:spPr/>
        <p:txBody>
          <a:bodyPr/>
          <a:lstStyle/>
          <a:p>
            <a:r>
              <a:rPr lang="es-BO" dirty="0"/>
              <a:t>Como solucionamos el sobreajuste</a:t>
            </a:r>
          </a:p>
        </p:txBody>
      </p:sp>
    </p:spTree>
    <p:extLst>
      <p:ext uri="{BB962C8B-B14F-4D97-AF65-F5344CB8AC3E}">
        <p14:creationId xmlns:p14="http://schemas.microsoft.com/office/powerpoint/2010/main" val="166341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5588000" y="1219200"/>
            <a:ext cx="6604000" cy="19050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7200" dirty="0">
                <a:solidFill>
                  <a:schemeClr val="tx1">
                    <a:lumMod val="75000"/>
                    <a:lumOff val="25000"/>
                  </a:schemeClr>
                </a:solidFill>
              </a:rPr>
              <a:t>Regularization</a:t>
            </a:r>
          </a:p>
        </p:txBody>
      </p:sp>
      <p:cxnSp>
        <p:nvCxnSpPr>
          <p:cNvPr id="6" name="Straight Connector 5"/>
          <p:cNvCxnSpPr/>
          <p:nvPr/>
        </p:nvCxnSpPr>
        <p:spPr>
          <a:xfrm>
            <a:off x="5633153" y="2867371"/>
            <a:ext cx="573024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idx="4294967295"/>
          </p:nvPr>
        </p:nvSpPr>
        <p:spPr>
          <a:xfrm>
            <a:off x="5689600" y="2413000"/>
            <a:ext cx="6502400" cy="2235200"/>
          </a:xfrm>
        </p:spPr>
        <p:txBody>
          <a:bodyPr>
            <a:noAutofit/>
          </a:bodyPr>
          <a:lstStyle/>
          <a:p>
            <a:pPr algn="l"/>
            <a:r>
              <a:rPr lang="en-US" sz="7200" dirty="0">
                <a:solidFill>
                  <a:schemeClr val="tx1">
                    <a:lumMod val="75000"/>
                    <a:lumOff val="25000"/>
                  </a:schemeClr>
                </a:solidFill>
              </a:rPr>
              <a:t>Cost function</a:t>
            </a:r>
          </a:p>
        </p:txBody>
      </p:sp>
      <p:pic>
        <p:nvPicPr>
          <p:cNvPr id="2" name="Picture 2" descr="C:\Users\ang\Desktop\iStock_000012344803Large.jpg"/>
          <p:cNvPicPr>
            <a:picLocks noChangeAspect="1" noChangeArrowheads="1"/>
          </p:cNvPicPr>
          <p:nvPr/>
        </p:nvPicPr>
        <p:blipFill>
          <a:blip r:embed="rId3" cstate="print"/>
          <a:srcRect b="7246"/>
          <a:stretch>
            <a:fillRect/>
          </a:stretch>
        </p:blipFill>
        <p:spPr bwMode="auto">
          <a:xfrm>
            <a:off x="914400" y="482600"/>
            <a:ext cx="4267200" cy="4876800"/>
          </a:xfrm>
          <a:prstGeom prst="rect">
            <a:avLst/>
          </a:prstGeom>
          <a:noFill/>
        </p:spPr>
      </p:pic>
      <p:sp>
        <p:nvSpPr>
          <p:cNvPr id="7" name="Title 1"/>
          <p:cNvSpPr txBox="1">
            <a:spLocks/>
          </p:cNvSpPr>
          <p:nvPr/>
        </p:nvSpPr>
        <p:spPr>
          <a:xfrm>
            <a:off x="1117600" y="5156200"/>
            <a:ext cx="3860800" cy="1117600"/>
          </a:xfrm>
          <a:prstGeom prst="rect">
            <a:avLst/>
          </a:prstGeom>
        </p:spPr>
        <p:txBody>
          <a:bodyPr vert="horz" lIns="121920" tIns="60960" rIns="121920" bIns="60960" rtlCol="0" anchor="ctr">
            <a:noAutofit/>
          </a:bodyPr>
          <a:lstStyle/>
          <a:p>
            <a:pPr defTabSz="1219170">
              <a:spcBef>
                <a:spcPct val="0"/>
              </a:spcBef>
              <a:defRPr/>
            </a:pPr>
            <a:r>
              <a:rPr lang="en-US" sz="3200" dirty="0">
                <a:solidFill>
                  <a:schemeClr val="tx1">
                    <a:lumMod val="75000"/>
                    <a:lumOff val="25000"/>
                  </a:schemeClr>
                </a:solidFill>
                <a:latin typeface="+mj-lt"/>
                <a:ea typeface="+mj-ea"/>
                <a:cs typeface="+mj-cs"/>
              </a:rPr>
              <a:t>Machine Learning</a:t>
            </a:r>
          </a:p>
        </p:txBody>
      </p:sp>
    </p:spTree>
    <p:extLst>
      <p:ext uri="{BB962C8B-B14F-4D97-AF65-F5344CB8AC3E}">
        <p14:creationId xmlns:p14="http://schemas.microsoft.com/office/powerpoint/2010/main" val="989290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9">
            <a:extLst>
              <a:ext uri="{FF2B5EF4-FFF2-40B4-BE49-F238E27FC236}">
                <a16:creationId xmlns:a16="http://schemas.microsoft.com/office/drawing/2014/main" id="{7D7D633A-B6B2-4544-8D9F-634E57C8990A}"/>
              </a:ext>
            </a:extLst>
          </p:cNvPr>
          <p:cNvSpPr>
            <a:spLocks noGrp="1"/>
          </p:cNvSpPr>
          <p:nvPr>
            <p:ph idx="1"/>
          </p:nvPr>
        </p:nvSpPr>
        <p:spPr>
          <a:xfrm>
            <a:off x="1097280" y="2029830"/>
            <a:ext cx="10058400" cy="4023360"/>
          </a:xfrm>
        </p:spPr>
        <p:txBody>
          <a:bodyPr/>
          <a:lstStyle/>
          <a:p>
            <a:endParaRPr lang="es-BO" dirty="0"/>
          </a:p>
        </p:txBody>
      </p:sp>
      <p:sp>
        <p:nvSpPr>
          <p:cNvPr id="11" name="TextBox 10"/>
          <p:cNvSpPr txBox="1"/>
          <p:nvPr/>
        </p:nvSpPr>
        <p:spPr>
          <a:xfrm>
            <a:off x="508000" y="4324296"/>
            <a:ext cx="11379200" cy="584775"/>
          </a:xfrm>
          <a:prstGeom prst="rect">
            <a:avLst/>
          </a:prstGeom>
          <a:noFill/>
        </p:spPr>
        <p:txBody>
          <a:bodyPr wrap="square" rtlCol="0">
            <a:spAutoFit/>
          </a:bodyPr>
          <a:lstStyle/>
          <a:p>
            <a:r>
              <a:rPr lang="en-US" sz="3200" dirty="0" err="1"/>
              <a:t>Supongamos</a:t>
            </a:r>
            <a:r>
              <a:rPr lang="en-US" sz="3200" dirty="0"/>
              <a:t> que </a:t>
            </a:r>
            <a:r>
              <a:rPr lang="en-US" sz="3200" dirty="0" err="1"/>
              <a:t>penalizamos</a:t>
            </a:r>
            <a:r>
              <a:rPr lang="en-US" sz="3200" dirty="0"/>
              <a:t> y </a:t>
            </a:r>
            <a:r>
              <a:rPr lang="en-US" sz="3200" dirty="0" err="1"/>
              <a:t>hacemos</a:t>
            </a:r>
            <a:r>
              <a:rPr lang="en-US" sz="3200" dirty="0"/>
              <a:t> </a:t>
            </a:r>
            <a:r>
              <a:rPr lang="en-US" sz="3200" dirty="0" err="1"/>
              <a:t>muy</a:t>
            </a:r>
            <a:r>
              <a:rPr lang="en-US" sz="3200" dirty="0"/>
              <a:t> </a:t>
            </a:r>
            <a:r>
              <a:rPr lang="en-US" sz="3200" dirty="0" err="1"/>
              <a:t>pequeño</a:t>
            </a:r>
            <a:r>
              <a:rPr lang="en-US" sz="3200" dirty="0"/>
              <a:t>.</a:t>
            </a:r>
          </a:p>
        </p:txBody>
      </p:sp>
      <p:pic>
        <p:nvPicPr>
          <p:cNvPr id="3" name="Picture 2"/>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0000693" y="4453764"/>
            <a:ext cx="320040" cy="356616"/>
          </a:xfrm>
          <a:prstGeom prst="rect">
            <a:avLst/>
          </a:prstGeom>
        </p:spPr>
      </p:pic>
      <p:pic>
        <p:nvPicPr>
          <p:cNvPr id="5" name="Picture 4"/>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0522392" y="4453764"/>
            <a:ext cx="326136" cy="350520"/>
          </a:xfrm>
          <a:prstGeom prst="rect">
            <a:avLst/>
          </a:prstGeom>
        </p:spPr>
      </p:pic>
      <p:pic>
        <p:nvPicPr>
          <p:cNvPr id="8" name="Picture 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2156105" y="4939849"/>
            <a:ext cx="4531868" cy="1017016"/>
          </a:xfrm>
          <a:prstGeom prst="rect">
            <a:avLst/>
          </a:prstGeom>
        </p:spPr>
      </p:pic>
      <p:grpSp>
        <p:nvGrpSpPr>
          <p:cNvPr id="4" name="Grupo 3">
            <a:extLst>
              <a:ext uri="{FF2B5EF4-FFF2-40B4-BE49-F238E27FC236}">
                <a16:creationId xmlns:a16="http://schemas.microsoft.com/office/drawing/2014/main" id="{B7349C4E-4E71-90A0-9813-B251B2D6B373}"/>
              </a:ext>
            </a:extLst>
          </p:cNvPr>
          <p:cNvGrpSpPr/>
          <p:nvPr/>
        </p:nvGrpSpPr>
        <p:grpSpPr>
          <a:xfrm>
            <a:off x="1926810" y="912886"/>
            <a:ext cx="8636191" cy="3253186"/>
            <a:chOff x="1926810" y="912886"/>
            <a:chExt cx="8636191" cy="3253186"/>
          </a:xfrm>
        </p:grpSpPr>
        <p:pic>
          <p:nvPicPr>
            <p:cNvPr id="18" name="Picture 17"/>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2430411" y="3816351"/>
              <a:ext cx="2263140" cy="340111"/>
            </a:xfrm>
            <a:prstGeom prst="rect">
              <a:avLst/>
            </a:prstGeom>
          </p:spPr>
        </p:pic>
        <p:pic>
          <p:nvPicPr>
            <p:cNvPr id="2" name="Picture 1"/>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6052472" y="3816297"/>
              <a:ext cx="4510529" cy="349775"/>
            </a:xfrm>
            <a:prstGeom prst="rect">
              <a:avLst/>
            </a:prstGeom>
          </p:spPr>
        </p:pic>
        <p:graphicFrame>
          <p:nvGraphicFramePr>
            <p:cNvPr id="20" name="Chart 19"/>
            <p:cNvGraphicFramePr>
              <a:graphicFrameLocks/>
            </p:cNvGraphicFramePr>
            <p:nvPr>
              <p:extLst>
                <p:ext uri="{D42A27DB-BD31-4B8C-83A1-F6EECF244321}">
                  <p14:modId xmlns:p14="http://schemas.microsoft.com/office/powerpoint/2010/main" val="4051599028"/>
                </p:ext>
              </p:extLst>
            </p:nvPr>
          </p:nvGraphicFramePr>
          <p:xfrm>
            <a:off x="2184835" y="971497"/>
            <a:ext cx="2896235" cy="2542879"/>
          </p:xfrm>
          <a:graphic>
            <a:graphicData uri="http://schemas.openxmlformats.org/drawingml/2006/chart">
              <c:chart xmlns:c="http://schemas.openxmlformats.org/drawingml/2006/chart" xmlns:r="http://schemas.openxmlformats.org/officeDocument/2006/relationships" r:id="rId12"/>
            </a:graphicData>
          </a:graphic>
        </p:graphicFrame>
        <p:sp>
          <p:nvSpPr>
            <p:cNvPr id="21" name="TextBox 20"/>
            <p:cNvSpPr txBox="1"/>
            <p:nvPr/>
          </p:nvSpPr>
          <p:spPr>
            <a:xfrm rot="16200000">
              <a:off x="1422468" y="2141430"/>
              <a:ext cx="1429248" cy="420564"/>
            </a:xfrm>
            <a:prstGeom prst="rect">
              <a:avLst/>
            </a:prstGeom>
            <a:noFill/>
          </p:spPr>
          <p:txBody>
            <a:bodyPr wrap="square" rtlCol="0">
              <a:spAutoFit/>
            </a:bodyPr>
            <a:lstStyle/>
            <a:p>
              <a:pPr algn="ctr"/>
              <a:r>
                <a:rPr lang="en-US" sz="2133" dirty="0" err="1"/>
                <a:t>Precio</a:t>
              </a:r>
              <a:endParaRPr lang="en-US" sz="2133" dirty="0"/>
            </a:p>
          </p:txBody>
        </p:sp>
        <p:sp>
          <p:nvSpPr>
            <p:cNvPr id="22" name="TextBox 20"/>
            <p:cNvSpPr txBox="1"/>
            <p:nvPr/>
          </p:nvSpPr>
          <p:spPr>
            <a:xfrm>
              <a:off x="2499731" y="3362013"/>
              <a:ext cx="231798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r>
                <a:rPr lang="en-US" sz="2133" dirty="0"/>
                <a:t> de la casa</a:t>
              </a:r>
            </a:p>
          </p:txBody>
        </p:sp>
        <p:graphicFrame>
          <p:nvGraphicFramePr>
            <p:cNvPr id="23" name="Chart 22"/>
            <p:cNvGraphicFramePr>
              <a:graphicFrameLocks/>
            </p:cNvGraphicFramePr>
            <p:nvPr>
              <p:extLst>
                <p:ext uri="{D42A27DB-BD31-4B8C-83A1-F6EECF244321}">
                  <p14:modId xmlns:p14="http://schemas.microsoft.com/office/powerpoint/2010/main" val="3471085834"/>
                </p:ext>
              </p:extLst>
            </p:nvPr>
          </p:nvGraphicFramePr>
          <p:xfrm>
            <a:off x="6782939" y="912886"/>
            <a:ext cx="2896235" cy="2542879"/>
          </p:xfrm>
          <a:graphic>
            <a:graphicData uri="http://schemas.openxmlformats.org/drawingml/2006/chart">
              <c:chart xmlns:c="http://schemas.openxmlformats.org/drawingml/2006/chart" xmlns:r="http://schemas.openxmlformats.org/officeDocument/2006/relationships" r:id="rId13"/>
            </a:graphicData>
          </a:graphic>
        </p:graphicFrame>
        <p:sp>
          <p:nvSpPr>
            <p:cNvPr id="24" name="TextBox 23"/>
            <p:cNvSpPr txBox="1"/>
            <p:nvPr/>
          </p:nvSpPr>
          <p:spPr>
            <a:xfrm rot="16200000">
              <a:off x="6020572" y="2082817"/>
              <a:ext cx="1429251" cy="420564"/>
            </a:xfrm>
            <a:prstGeom prst="rect">
              <a:avLst/>
            </a:prstGeom>
            <a:noFill/>
          </p:spPr>
          <p:txBody>
            <a:bodyPr wrap="square" rtlCol="0">
              <a:spAutoFit/>
            </a:bodyPr>
            <a:lstStyle/>
            <a:p>
              <a:pPr algn="ctr"/>
              <a:r>
                <a:rPr lang="en-US" sz="2133" dirty="0" err="1"/>
                <a:t>Precio</a:t>
              </a:r>
              <a:endParaRPr lang="en-US" sz="2133" dirty="0"/>
            </a:p>
          </p:txBody>
        </p:sp>
        <p:sp>
          <p:nvSpPr>
            <p:cNvPr id="29" name="TextBox 20"/>
            <p:cNvSpPr txBox="1"/>
            <p:nvPr/>
          </p:nvSpPr>
          <p:spPr>
            <a:xfrm>
              <a:off x="7061200" y="3308297"/>
              <a:ext cx="231798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r>
                <a:rPr lang="en-US" sz="2133" dirty="0"/>
                <a:t> de la casa</a:t>
              </a:r>
            </a:p>
          </p:txBody>
        </p:sp>
        <mc:AlternateContent xmlns:mc="http://schemas.openxmlformats.org/markup-compatibility/2006" xmlns:p14="http://schemas.microsoft.com/office/powerpoint/2010/main">
          <mc:Choice Requires="p14">
            <p:contentPart p14:bwMode="auto" r:id="rId14">
              <p14:nvContentPartPr>
                <p14:cNvPr id="6" name="Ink 5"/>
                <p14:cNvContentPartPr/>
                <p14:nvPr/>
              </p14:nvContentPartPr>
              <p14:xfrm>
                <a:off x="2553120" y="1194976"/>
                <a:ext cx="7251840" cy="2108640"/>
              </p14:xfrm>
            </p:contentPart>
          </mc:Choice>
          <mc:Fallback xmlns="">
            <p:pic>
              <p:nvPicPr>
                <p:cNvPr id="6" name="Ink 5"/>
                <p:cNvPicPr/>
                <p:nvPr/>
              </p:nvPicPr>
              <p:blipFill>
                <a:blip r:embed="rId15"/>
                <a:stretch>
                  <a:fillRect/>
                </a:stretch>
              </p:blipFill>
              <p:spPr>
                <a:xfrm>
                  <a:off x="2543760" y="1185615"/>
                  <a:ext cx="7270560" cy="2127361"/>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9" name="Ink 8"/>
              <p14:cNvContentPartPr/>
              <p14:nvPr/>
            </p14:nvContentPartPr>
            <p14:xfrm>
              <a:off x="1352160" y="1461856"/>
              <a:ext cx="9834480" cy="5351400"/>
            </p14:xfrm>
          </p:contentPart>
        </mc:Choice>
        <mc:Fallback xmlns="">
          <p:pic>
            <p:nvPicPr>
              <p:cNvPr id="9" name="Ink 8"/>
              <p:cNvPicPr/>
              <p:nvPr/>
            </p:nvPicPr>
            <p:blipFill>
              <a:blip r:embed="rId17"/>
              <a:stretch>
                <a:fillRect/>
              </a:stretch>
            </p:blipFill>
            <p:spPr>
              <a:xfrm>
                <a:off x="1342800" y="1452496"/>
                <a:ext cx="9853440" cy="5370240"/>
              </a:xfrm>
              <a:prstGeom prst="rect">
                <a:avLst/>
              </a:prstGeom>
            </p:spPr>
          </p:pic>
        </mc:Fallback>
      </mc:AlternateContent>
      <p:sp>
        <p:nvSpPr>
          <p:cNvPr id="7" name="Título 6">
            <a:extLst>
              <a:ext uri="{FF2B5EF4-FFF2-40B4-BE49-F238E27FC236}">
                <a16:creationId xmlns:a16="http://schemas.microsoft.com/office/drawing/2014/main" id="{C964436F-6113-4F64-A2AC-E137FDD6DA5B}"/>
              </a:ext>
            </a:extLst>
          </p:cNvPr>
          <p:cNvSpPr>
            <a:spLocks noGrp="1"/>
          </p:cNvSpPr>
          <p:nvPr>
            <p:ph type="title"/>
          </p:nvPr>
        </p:nvSpPr>
        <p:spPr>
          <a:xfrm>
            <a:off x="1055440" y="286603"/>
            <a:ext cx="10100240" cy="697613"/>
          </a:xfrm>
        </p:spPr>
        <p:txBody>
          <a:bodyPr>
            <a:normAutofit fontScale="90000"/>
          </a:bodyPr>
          <a:lstStyle/>
          <a:p>
            <a:r>
              <a:rPr lang="es-ES" dirty="0"/>
              <a:t>Regularización – función de costo</a:t>
            </a:r>
            <a:endParaRPr lang="es-BO" dirty="0"/>
          </a:p>
        </p:txBody>
      </p:sp>
    </p:spTree>
    <p:extLst>
      <p:ext uri="{BB962C8B-B14F-4D97-AF65-F5344CB8AC3E}">
        <p14:creationId xmlns:p14="http://schemas.microsoft.com/office/powerpoint/2010/main" val="93794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08000" y="1222300"/>
            <a:ext cx="11074400" cy="1569660"/>
          </a:xfrm>
          <a:prstGeom prst="rect">
            <a:avLst/>
          </a:prstGeom>
          <a:noFill/>
        </p:spPr>
        <p:txBody>
          <a:bodyPr wrap="square" rtlCol="0">
            <a:spAutoFit/>
          </a:bodyPr>
          <a:lstStyle/>
          <a:p>
            <a:r>
              <a:rPr lang="en-US" sz="3200" dirty="0" err="1"/>
              <a:t>Valores</a:t>
            </a:r>
            <a:r>
              <a:rPr lang="en-US" sz="3200" dirty="0"/>
              <a:t> </a:t>
            </a:r>
            <a:r>
              <a:rPr lang="en-US" sz="3200" dirty="0" err="1"/>
              <a:t>pequeños</a:t>
            </a:r>
            <a:r>
              <a:rPr lang="en-US" sz="3200" dirty="0"/>
              <a:t> para los </a:t>
            </a:r>
            <a:r>
              <a:rPr lang="en-US" sz="3200" dirty="0" err="1"/>
              <a:t>parametros</a:t>
            </a:r>
            <a:endParaRPr lang="en-US" sz="3200" dirty="0"/>
          </a:p>
          <a:p>
            <a:pPr marL="1219170" lvl="1" indent="-609585">
              <a:buFont typeface="Calibri" pitchFamily="34" charset="0"/>
              <a:buChar char="―"/>
            </a:pPr>
            <a:r>
              <a:rPr lang="en-US" sz="3200" dirty="0" err="1"/>
              <a:t>Hipotesis</a:t>
            </a:r>
            <a:r>
              <a:rPr lang="en-US" sz="3200" dirty="0"/>
              <a:t> “Simple”</a:t>
            </a:r>
          </a:p>
          <a:p>
            <a:pPr marL="1219170" lvl="1" indent="-609585">
              <a:buFont typeface="Calibri" pitchFamily="34" charset="0"/>
              <a:buChar char="―"/>
            </a:pPr>
            <a:r>
              <a:rPr lang="en-US" sz="3200" dirty="0" err="1"/>
              <a:t>Menos</a:t>
            </a:r>
            <a:r>
              <a:rPr lang="en-US" sz="3200" dirty="0"/>
              <a:t> </a:t>
            </a:r>
            <a:r>
              <a:rPr lang="en-US" sz="3200" dirty="0" err="1"/>
              <a:t>propenso</a:t>
            </a:r>
            <a:r>
              <a:rPr lang="en-US" sz="3200" dirty="0"/>
              <a:t> al </a:t>
            </a:r>
            <a:r>
              <a:rPr lang="en-US" sz="3200" dirty="0" err="1"/>
              <a:t>sobreajuste</a:t>
            </a:r>
            <a:r>
              <a:rPr lang="en-US" sz="3200" dirty="0"/>
              <a:t> </a:t>
            </a:r>
          </a:p>
        </p:txBody>
      </p:sp>
      <p:sp>
        <p:nvSpPr>
          <p:cNvPr id="4" name="TextBox 3"/>
          <p:cNvSpPr txBox="1"/>
          <p:nvPr/>
        </p:nvSpPr>
        <p:spPr>
          <a:xfrm>
            <a:off x="508000" y="381001"/>
            <a:ext cx="8534400" cy="584775"/>
          </a:xfrm>
          <a:prstGeom prst="rect">
            <a:avLst/>
          </a:prstGeom>
          <a:noFill/>
        </p:spPr>
        <p:txBody>
          <a:bodyPr wrap="square" rtlCol="0">
            <a:spAutoFit/>
          </a:bodyPr>
          <a:lstStyle/>
          <a:p>
            <a:r>
              <a:rPr lang="en-US" sz="3200" b="1" dirty="0" err="1"/>
              <a:t>Regularización</a:t>
            </a:r>
            <a:endParaRPr lang="en-US" sz="3200" b="1" dirty="0"/>
          </a:p>
        </p:txBody>
      </p:sp>
      <p:pic>
        <p:nvPicPr>
          <p:cNvPr id="6" name="Picture 5"/>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7006928" y="1390608"/>
            <a:ext cx="2185416" cy="368808"/>
          </a:xfrm>
          <a:prstGeom prst="rect">
            <a:avLst/>
          </a:prstGeom>
        </p:spPr>
      </p:pic>
      <p:sp>
        <p:nvSpPr>
          <p:cNvPr id="19" name="TextBox 18"/>
          <p:cNvSpPr txBox="1"/>
          <p:nvPr/>
        </p:nvSpPr>
        <p:spPr>
          <a:xfrm>
            <a:off x="508000" y="2844561"/>
            <a:ext cx="11074400" cy="1569660"/>
          </a:xfrm>
          <a:prstGeom prst="rect">
            <a:avLst/>
          </a:prstGeom>
          <a:noFill/>
        </p:spPr>
        <p:txBody>
          <a:bodyPr wrap="square" rtlCol="0">
            <a:spAutoFit/>
          </a:bodyPr>
          <a:lstStyle/>
          <a:p>
            <a:r>
              <a:rPr lang="en-US" sz="3200" dirty="0"/>
              <a:t>Casas:</a:t>
            </a:r>
          </a:p>
          <a:p>
            <a:pPr marL="1219170" lvl="1" indent="-609585">
              <a:buFont typeface="Calibri" pitchFamily="34" charset="0"/>
              <a:buChar char="―"/>
            </a:pPr>
            <a:r>
              <a:rPr lang="en-US" sz="3200" dirty="0" err="1"/>
              <a:t>Caracteristicas</a:t>
            </a:r>
            <a:r>
              <a:rPr lang="en-US" sz="3200" dirty="0"/>
              <a:t>: </a:t>
            </a:r>
          </a:p>
          <a:p>
            <a:pPr marL="1219170" lvl="1" indent="-609585">
              <a:buFont typeface="Calibri" pitchFamily="34" charset="0"/>
              <a:buChar char="―"/>
            </a:pPr>
            <a:r>
              <a:rPr lang="en-US" sz="3200" dirty="0" err="1"/>
              <a:t>Parametros</a:t>
            </a:r>
            <a:r>
              <a:rPr lang="en-US" sz="3200" dirty="0"/>
              <a:t>:</a:t>
            </a:r>
          </a:p>
        </p:txBody>
      </p:sp>
      <p:pic>
        <p:nvPicPr>
          <p:cNvPr id="7" name="Picture 6"/>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3990755" y="4011425"/>
            <a:ext cx="3020568" cy="368808"/>
          </a:xfrm>
          <a:prstGeom prst="rect">
            <a:avLst/>
          </a:prstGeom>
        </p:spPr>
      </p:pic>
      <p:pic>
        <p:nvPicPr>
          <p:cNvPr id="8" name="Picture 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4432160" y="3573795"/>
            <a:ext cx="2599944" cy="259080"/>
          </a:xfrm>
          <a:prstGeom prst="rect">
            <a:avLst/>
          </a:prstGeom>
        </p:spPr>
      </p:pic>
      <p:pic>
        <p:nvPicPr>
          <p:cNvPr id="13" name="Picture 12"/>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714129" y="4898136"/>
            <a:ext cx="2389632" cy="658368"/>
          </a:xfrm>
          <a:prstGeom prst="rect">
            <a:avLst/>
          </a:prstGeom>
        </p:spPr>
      </p:pic>
      <p:pic>
        <p:nvPicPr>
          <p:cNvPr id="2" name="Picture 1"/>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3881120" y="4648200"/>
            <a:ext cx="4559808" cy="1158240"/>
          </a:xfrm>
          <a:prstGeom prst="rect">
            <a:avLst/>
          </a:prstGeom>
        </p:spPr>
      </p:pic>
      <mc:AlternateContent xmlns:mc="http://schemas.openxmlformats.org/markup-compatibility/2006" xmlns:p14="http://schemas.microsoft.com/office/powerpoint/2010/main">
        <mc:Choice Requires="p14">
          <p:contentPart p14:bwMode="auto" r:id="rId12">
            <p14:nvContentPartPr>
              <p14:cNvPr id="3" name="Ink 2"/>
              <p14:cNvContentPartPr/>
              <p14:nvPr/>
            </p14:nvContentPartPr>
            <p14:xfrm>
              <a:off x="3419880" y="2059560"/>
              <a:ext cx="8033040" cy="4550760"/>
            </p14:xfrm>
          </p:contentPart>
        </mc:Choice>
        <mc:Fallback xmlns="">
          <p:pic>
            <p:nvPicPr>
              <p:cNvPr id="3" name="Ink 2"/>
              <p:cNvPicPr/>
              <p:nvPr/>
            </p:nvPicPr>
            <p:blipFill>
              <a:blip r:embed="rId13"/>
              <a:stretch>
                <a:fillRect/>
              </a:stretch>
            </p:blipFill>
            <p:spPr>
              <a:xfrm>
                <a:off x="3410520" y="2050200"/>
                <a:ext cx="8051760" cy="4569480"/>
              </a:xfrm>
              <a:prstGeom prst="rect">
                <a:avLst/>
              </a:prstGeom>
            </p:spPr>
          </p:pic>
        </mc:Fallback>
      </mc:AlternateContent>
    </p:spTree>
    <p:extLst>
      <p:ext uri="{BB962C8B-B14F-4D97-AF65-F5344CB8AC3E}">
        <p14:creationId xmlns:p14="http://schemas.microsoft.com/office/powerpoint/2010/main" val="18600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1"/>
            <a:ext cx="8534400" cy="584775"/>
          </a:xfrm>
          <a:prstGeom prst="rect">
            <a:avLst/>
          </a:prstGeom>
          <a:noFill/>
        </p:spPr>
        <p:txBody>
          <a:bodyPr wrap="square" rtlCol="0">
            <a:spAutoFit/>
          </a:bodyPr>
          <a:lstStyle/>
          <a:p>
            <a:r>
              <a:rPr lang="en-US" sz="3200" b="1" dirty="0"/>
              <a:t>Regularization.</a:t>
            </a:r>
          </a:p>
        </p:txBody>
      </p:sp>
      <p:pic>
        <p:nvPicPr>
          <p:cNvPr id="3" name="Picture 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524001" y="2569713"/>
            <a:ext cx="1422399" cy="556591"/>
          </a:xfrm>
          <a:prstGeom prst="rect">
            <a:avLst/>
          </a:prstGeom>
        </p:spPr>
      </p:pic>
      <p:pic>
        <p:nvPicPr>
          <p:cNvPr id="8" name="Picture 7"/>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1524001" y="1026968"/>
            <a:ext cx="6917944" cy="1114805"/>
          </a:xfrm>
          <a:prstGeom prst="rect">
            <a:avLst/>
          </a:prstGeom>
        </p:spPr>
      </p:pic>
      <p:graphicFrame>
        <p:nvGraphicFramePr>
          <p:cNvPr id="14" name="Chart 13"/>
          <p:cNvGraphicFramePr>
            <a:graphicFrameLocks/>
          </p:cNvGraphicFramePr>
          <p:nvPr/>
        </p:nvGraphicFramePr>
        <p:xfrm>
          <a:off x="5622793" y="2819402"/>
          <a:ext cx="3641423" cy="3197149"/>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p:cNvSpPr txBox="1"/>
          <p:nvPr/>
        </p:nvSpPr>
        <p:spPr>
          <a:xfrm rot="16200000">
            <a:off x="4627346" y="4130465"/>
            <a:ext cx="1796991" cy="420564"/>
          </a:xfrm>
          <a:prstGeom prst="rect">
            <a:avLst/>
          </a:prstGeom>
          <a:noFill/>
          <a:ln w="19050">
            <a:noFill/>
          </a:ln>
        </p:spPr>
        <p:txBody>
          <a:bodyPr wrap="square" rtlCol="0">
            <a:spAutoFit/>
          </a:bodyPr>
          <a:lstStyle/>
          <a:p>
            <a:pPr algn="ctr"/>
            <a:r>
              <a:rPr lang="en-US" sz="2133" dirty="0" err="1"/>
              <a:t>Precio</a:t>
            </a:r>
            <a:endParaRPr lang="en-US" sz="2133" dirty="0"/>
          </a:p>
        </p:txBody>
      </p:sp>
      <p:sp>
        <p:nvSpPr>
          <p:cNvPr id="16" name="TextBox 20"/>
          <p:cNvSpPr txBox="1"/>
          <p:nvPr/>
        </p:nvSpPr>
        <p:spPr>
          <a:xfrm>
            <a:off x="6214536" y="5867400"/>
            <a:ext cx="2914384" cy="420564"/>
          </a:xfrm>
          <a:prstGeom prst="rect">
            <a:avLst/>
          </a:prstGeom>
          <a:noFill/>
          <a:ln w="19050">
            <a:noFill/>
          </a:ln>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r>
              <a:rPr lang="en-US" sz="2133" dirty="0"/>
              <a:t> de la casa</a:t>
            </a:r>
          </a:p>
        </p:txBody>
      </p:sp>
      <p:cxnSp>
        <p:nvCxnSpPr>
          <p:cNvPr id="18" name="Straight Arrow Connector 17"/>
          <p:cNvCxnSpPr/>
          <p:nvPr/>
        </p:nvCxnSpPr>
        <p:spPr>
          <a:xfrm flipV="1">
            <a:off x="5807400" y="2819401"/>
            <a:ext cx="0" cy="3243735"/>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603091" y="5824868"/>
            <a:ext cx="3659445"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7">
            <p14:nvContentPartPr>
              <p14:cNvPr id="10" name="Ink 9"/>
              <p14:cNvContentPartPr/>
              <p14:nvPr/>
            </p14:nvContentPartPr>
            <p14:xfrm>
              <a:off x="790080" y="658080"/>
              <a:ext cx="10529760" cy="5427360"/>
            </p14:xfrm>
          </p:contentPart>
        </mc:Choice>
        <mc:Fallback xmlns="">
          <p:pic>
            <p:nvPicPr>
              <p:cNvPr id="10" name="Ink 9"/>
              <p:cNvPicPr/>
              <p:nvPr/>
            </p:nvPicPr>
            <p:blipFill>
              <a:blip r:embed="rId8"/>
              <a:stretch>
                <a:fillRect/>
              </a:stretch>
            </p:blipFill>
            <p:spPr>
              <a:xfrm>
                <a:off x="780720" y="648720"/>
                <a:ext cx="10548480" cy="5446080"/>
              </a:xfrm>
              <a:prstGeom prst="rect">
                <a:avLst/>
              </a:prstGeom>
            </p:spPr>
          </p:pic>
        </mc:Fallback>
      </mc:AlternateContent>
    </p:spTree>
    <p:extLst>
      <p:ext uri="{BB962C8B-B14F-4D97-AF65-F5344CB8AC3E}">
        <p14:creationId xmlns:p14="http://schemas.microsoft.com/office/powerpoint/2010/main" val="12736634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508000" y="381000"/>
            <a:ext cx="11277600" cy="584775"/>
          </a:xfrm>
          <a:prstGeom prst="rect">
            <a:avLst/>
          </a:prstGeom>
          <a:noFill/>
        </p:spPr>
        <p:txBody>
          <a:bodyPr wrap="square" rtlCol="0">
            <a:spAutoFit/>
          </a:bodyPr>
          <a:lstStyle/>
          <a:p>
            <a:r>
              <a:rPr lang="en-US" sz="3200" dirty="0" err="1"/>
              <a:t>En</a:t>
            </a:r>
            <a:r>
              <a:rPr lang="en-US" sz="3200" dirty="0"/>
              <a:t> una </a:t>
            </a:r>
            <a:r>
              <a:rPr lang="en-US" sz="3200" dirty="0" err="1"/>
              <a:t>regresión</a:t>
            </a:r>
            <a:r>
              <a:rPr lang="en-US" sz="3200" dirty="0"/>
              <a:t> lineal </a:t>
            </a:r>
            <a:r>
              <a:rPr lang="en-US" sz="3200" dirty="0" err="1"/>
              <a:t>regularizada</a:t>
            </a:r>
            <a:r>
              <a:rPr lang="en-US" sz="3200" dirty="0"/>
              <a:t>, se </a:t>
            </a:r>
            <a:r>
              <a:rPr lang="en-US" sz="3200" dirty="0" err="1"/>
              <a:t>elige</a:t>
            </a:r>
            <a:r>
              <a:rPr lang="en-US" sz="3200" dirty="0"/>
              <a:t>       para </a:t>
            </a:r>
            <a:r>
              <a:rPr lang="en-US" sz="3200" dirty="0" err="1"/>
              <a:t>minimizar</a:t>
            </a:r>
            <a:endParaRPr lang="en-US" sz="3200" dirty="0"/>
          </a:p>
        </p:txBody>
      </p:sp>
      <p:pic>
        <p:nvPicPr>
          <p:cNvPr id="6" name="Picture 5"/>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8112224" y="550413"/>
            <a:ext cx="170688" cy="292608"/>
          </a:xfrm>
          <a:prstGeom prst="rect">
            <a:avLst/>
          </a:prstGeom>
        </p:spPr>
      </p:pic>
      <p:sp>
        <p:nvSpPr>
          <p:cNvPr id="12" name="TextBox 11"/>
          <p:cNvSpPr txBox="1"/>
          <p:nvPr/>
        </p:nvSpPr>
        <p:spPr>
          <a:xfrm>
            <a:off x="505636" y="2117804"/>
            <a:ext cx="11277600" cy="1077218"/>
          </a:xfrm>
          <a:prstGeom prst="rect">
            <a:avLst/>
          </a:prstGeom>
          <a:noFill/>
        </p:spPr>
        <p:txBody>
          <a:bodyPr wrap="square" rtlCol="0">
            <a:spAutoFit/>
          </a:bodyPr>
          <a:lstStyle/>
          <a:p>
            <a:r>
              <a:rPr lang="en-US" sz="3200" dirty="0"/>
              <a:t>Que </a:t>
            </a:r>
            <a:r>
              <a:rPr lang="en-US" sz="3200" dirty="0" err="1"/>
              <a:t>pasa</a:t>
            </a:r>
            <a:r>
              <a:rPr lang="en-US" sz="3200" dirty="0"/>
              <a:t> </a:t>
            </a:r>
            <a:r>
              <a:rPr lang="en-US" sz="3200" dirty="0" err="1"/>
              <a:t>si</a:t>
            </a:r>
            <a:r>
              <a:rPr lang="en-US" sz="3200" dirty="0"/>
              <a:t> se </a:t>
            </a:r>
            <a:r>
              <a:rPr lang="en-US" sz="3200" dirty="0" err="1"/>
              <a:t>establece</a:t>
            </a:r>
            <a:r>
              <a:rPr lang="en-US" sz="3200" dirty="0"/>
              <a:t> un valor de     </a:t>
            </a:r>
            <a:r>
              <a:rPr lang="en-US" sz="3200" dirty="0" err="1"/>
              <a:t>extermadamente</a:t>
            </a:r>
            <a:r>
              <a:rPr lang="en-US" sz="3200" dirty="0"/>
              <a:t> </a:t>
            </a:r>
            <a:r>
              <a:rPr lang="en-US" sz="3200" dirty="0" err="1"/>
              <a:t>grande</a:t>
            </a:r>
            <a:r>
              <a:rPr lang="en-US" sz="3200" dirty="0"/>
              <a:t> (</a:t>
            </a:r>
            <a:r>
              <a:rPr lang="en-US" sz="3200" dirty="0" err="1"/>
              <a:t>talvez</a:t>
            </a:r>
            <a:r>
              <a:rPr lang="en-US" sz="3200" dirty="0"/>
              <a:t> </a:t>
            </a:r>
            <a:r>
              <a:rPr lang="en-US" sz="3200" dirty="0" err="1"/>
              <a:t>demasiado</a:t>
            </a:r>
            <a:r>
              <a:rPr lang="en-US" sz="3200" dirty="0"/>
              <a:t> </a:t>
            </a:r>
            <a:r>
              <a:rPr lang="en-US" sz="3200" dirty="0" err="1"/>
              <a:t>grado</a:t>
            </a:r>
            <a:r>
              <a:rPr lang="en-US" sz="3200" dirty="0"/>
              <a:t> para el </a:t>
            </a:r>
            <a:r>
              <a:rPr lang="en-US" sz="3200" dirty="0" err="1"/>
              <a:t>problema</a:t>
            </a:r>
            <a:r>
              <a:rPr lang="en-US" sz="3200" dirty="0"/>
              <a:t>, </a:t>
            </a:r>
            <a:r>
              <a:rPr lang="en-US" sz="3200" dirty="0" err="1"/>
              <a:t>como</a:t>
            </a:r>
            <a:r>
              <a:rPr lang="en-US" sz="3200" dirty="0"/>
              <a:t>                  )?</a:t>
            </a:r>
          </a:p>
        </p:txBody>
      </p:sp>
      <p:pic>
        <p:nvPicPr>
          <p:cNvPr id="7" name="Picture 6"/>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6614912" y="2272557"/>
            <a:ext cx="201168" cy="286512"/>
          </a:xfrm>
          <a:prstGeom prst="rect">
            <a:avLst/>
          </a:prstGeom>
        </p:spPr>
      </p:pic>
      <p:pic>
        <p:nvPicPr>
          <p:cNvPr id="8" name="Picture 7"/>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806376" y="2700660"/>
            <a:ext cx="1466088" cy="347472"/>
          </a:xfrm>
          <a:prstGeom prst="rect">
            <a:avLst/>
          </a:prstGeom>
        </p:spPr>
      </p:pic>
      <p:sp>
        <p:nvSpPr>
          <p:cNvPr id="13" name="TextBox 12"/>
          <p:cNvSpPr txBox="1"/>
          <p:nvPr/>
        </p:nvSpPr>
        <p:spPr>
          <a:xfrm>
            <a:off x="457200" y="3225800"/>
            <a:ext cx="11277600" cy="3046988"/>
          </a:xfrm>
          <a:prstGeom prst="rect">
            <a:avLst/>
          </a:prstGeom>
          <a:noFill/>
        </p:spPr>
        <p:txBody>
          <a:bodyPr wrap="square" rtlCol="0">
            <a:spAutoFit/>
          </a:bodyPr>
          <a:lstStyle/>
          <a:p>
            <a:pPr marL="457189" indent="-457189">
              <a:buFontTx/>
              <a:buChar char="-"/>
            </a:pPr>
            <a:r>
              <a:rPr lang="es-ES" sz="3200" dirty="0"/>
              <a:t>El algoritmo funciona bien; la configuración de     muy grande no puede dañarlo.</a:t>
            </a:r>
          </a:p>
          <a:p>
            <a:pPr marL="457189" indent="-457189">
              <a:buFontTx/>
              <a:buChar char="-"/>
            </a:pPr>
            <a:r>
              <a:rPr lang="en-US" sz="3200" dirty="0"/>
              <a:t>El </a:t>
            </a:r>
            <a:r>
              <a:rPr lang="en-US" sz="3200" dirty="0" err="1"/>
              <a:t>algoritmo</a:t>
            </a:r>
            <a:r>
              <a:rPr lang="en-US" sz="3200" dirty="0"/>
              <a:t> no </a:t>
            </a:r>
            <a:r>
              <a:rPr lang="en-US" sz="3200" dirty="0" err="1"/>
              <a:t>elimina</a:t>
            </a:r>
            <a:r>
              <a:rPr lang="en-US" sz="3200" dirty="0"/>
              <a:t> el </a:t>
            </a:r>
            <a:r>
              <a:rPr lang="en-US" sz="3200" dirty="0" err="1"/>
              <a:t>sobreajuste</a:t>
            </a:r>
            <a:r>
              <a:rPr lang="en-US" sz="3200" dirty="0"/>
              <a:t>.</a:t>
            </a:r>
          </a:p>
          <a:p>
            <a:pPr marL="457189" indent="-457189">
              <a:buFontTx/>
              <a:buChar char="-"/>
            </a:pPr>
            <a:r>
              <a:rPr lang="es-ES" sz="3200" dirty="0"/>
              <a:t>El algoritmo da como resultado </a:t>
            </a:r>
            <a:r>
              <a:rPr lang="es-ES" sz="3200" dirty="0" err="1"/>
              <a:t>subajuste</a:t>
            </a:r>
            <a:r>
              <a:rPr lang="es-ES" sz="3200" dirty="0"/>
              <a:t>. (No se ajusta bien incluso a los datos de entrenamiento).</a:t>
            </a:r>
            <a:endParaRPr lang="en-US" sz="3200" dirty="0"/>
          </a:p>
          <a:p>
            <a:pPr marL="457189" indent="-457189">
              <a:buFontTx/>
              <a:buChar char="-"/>
            </a:pPr>
            <a:r>
              <a:rPr lang="en-US" sz="3200" dirty="0"/>
              <a:t>El </a:t>
            </a:r>
            <a:r>
              <a:rPr lang="en-US" sz="3200" dirty="0" err="1"/>
              <a:t>descenso</a:t>
            </a:r>
            <a:r>
              <a:rPr lang="en-US" sz="3200" dirty="0"/>
              <a:t> por el </a:t>
            </a:r>
            <a:r>
              <a:rPr lang="en-US" sz="3200" dirty="0" err="1"/>
              <a:t>gradiente</a:t>
            </a:r>
            <a:r>
              <a:rPr lang="en-US" sz="3200" dirty="0"/>
              <a:t> </a:t>
            </a:r>
            <a:r>
              <a:rPr lang="en-US" sz="3200" dirty="0" err="1"/>
              <a:t>falla</a:t>
            </a:r>
            <a:r>
              <a:rPr lang="en-US" sz="3200" dirty="0"/>
              <a:t> </a:t>
            </a:r>
            <a:r>
              <a:rPr lang="en-US" sz="3200" dirty="0" err="1"/>
              <a:t>en</a:t>
            </a:r>
            <a:r>
              <a:rPr lang="en-US" sz="3200" dirty="0"/>
              <a:t> </a:t>
            </a:r>
            <a:r>
              <a:rPr lang="en-US" sz="3200" dirty="0" err="1"/>
              <a:t>su</a:t>
            </a:r>
            <a:r>
              <a:rPr lang="en-US" sz="3200" dirty="0"/>
              <a:t> </a:t>
            </a:r>
            <a:r>
              <a:rPr lang="en-US" sz="3200" dirty="0" err="1"/>
              <a:t>convergencia</a:t>
            </a:r>
            <a:r>
              <a:rPr lang="en-US" sz="3200" dirty="0"/>
              <a:t>.</a:t>
            </a:r>
          </a:p>
        </p:txBody>
      </p:sp>
      <p:pic>
        <p:nvPicPr>
          <p:cNvPr id="14" name="Picture 13"/>
          <p:cNvPicPr>
            <a:picLocks noChangeAspect="1"/>
          </p:cNvPicPr>
          <p:nvPr>
            <p:custDataLst>
              <p:tags r:id="rId4"/>
            </p:custDataLst>
          </p:nvPr>
        </p:nvPicPr>
        <p:blipFill>
          <a:blip r:embed="rId8" cstate="print">
            <a:extLst>
              <a:ext uri="{28A0092B-C50C-407E-A947-70E740481C1C}">
                <a14:useLocalDpi xmlns:a14="http://schemas.microsoft.com/office/drawing/2010/main" val="0"/>
              </a:ext>
            </a:extLst>
          </a:blip>
          <a:stretch>
            <a:fillRect/>
          </a:stretch>
        </p:blipFill>
        <p:spPr>
          <a:xfrm>
            <a:off x="8775152" y="3356992"/>
            <a:ext cx="201168" cy="286512"/>
          </a:xfrm>
          <a:prstGeom prst="rect">
            <a:avLst/>
          </a:prstGeom>
        </p:spPr>
      </p:pic>
      <p:pic>
        <p:nvPicPr>
          <p:cNvPr id="11" name="Picture 10"/>
          <p:cNvPicPr>
            <a:picLocks noChangeAspect="1"/>
          </p:cNvPicPr>
          <p:nvPr>
            <p:custDataLst>
              <p:tags r:id="rId5"/>
            </p:custDataLst>
          </p:nvPr>
        </p:nvPicPr>
        <p:blipFill>
          <a:blip r:embed="rId10" cstate="print">
            <a:extLst>
              <a:ext uri="{28A0092B-C50C-407E-A947-70E740481C1C}">
                <a14:useLocalDpi xmlns:a14="http://schemas.microsoft.com/office/drawing/2010/main" val="0"/>
              </a:ext>
            </a:extLst>
          </a:blip>
          <a:stretch>
            <a:fillRect/>
          </a:stretch>
        </p:blipFill>
        <p:spPr>
          <a:xfrm>
            <a:off x="2438400" y="1026966"/>
            <a:ext cx="6917944" cy="1114805"/>
          </a:xfrm>
          <a:prstGeom prst="rect">
            <a:avLst/>
          </a:prstGeom>
        </p:spPr>
      </p:pic>
    </p:spTree>
    <p:extLst>
      <p:ext uri="{BB962C8B-B14F-4D97-AF65-F5344CB8AC3E}">
        <p14:creationId xmlns:p14="http://schemas.microsoft.com/office/powerpoint/2010/main" val="303951235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8000" y="381000"/>
            <a:ext cx="11277600" cy="584775"/>
          </a:xfrm>
          <a:prstGeom prst="rect">
            <a:avLst/>
          </a:prstGeom>
          <a:noFill/>
        </p:spPr>
        <p:txBody>
          <a:bodyPr wrap="square" rtlCol="0">
            <a:spAutoFit/>
          </a:bodyPr>
          <a:lstStyle/>
          <a:p>
            <a:r>
              <a:rPr lang="en-US" sz="3200" dirty="0" err="1"/>
              <a:t>En</a:t>
            </a:r>
            <a:r>
              <a:rPr lang="en-US" sz="3200" dirty="0"/>
              <a:t> una regression lineal </a:t>
            </a:r>
            <a:r>
              <a:rPr lang="en-US" sz="3200" dirty="0" err="1"/>
              <a:t>regularizada</a:t>
            </a:r>
            <a:r>
              <a:rPr lang="en-US" sz="3200" dirty="0"/>
              <a:t>, se </a:t>
            </a:r>
            <a:r>
              <a:rPr lang="en-US" sz="3200" dirty="0" err="1"/>
              <a:t>elige</a:t>
            </a:r>
            <a:r>
              <a:rPr lang="en-US" sz="3200" dirty="0"/>
              <a:t>    para </a:t>
            </a:r>
            <a:r>
              <a:rPr lang="en-US" sz="3200" dirty="0" err="1"/>
              <a:t>minimizar</a:t>
            </a:r>
            <a:endParaRPr lang="en-US" sz="3200" dirty="0"/>
          </a:p>
        </p:txBody>
      </p:sp>
      <p:pic>
        <p:nvPicPr>
          <p:cNvPr id="6" name="Picture 5"/>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8157560" y="550413"/>
            <a:ext cx="170688" cy="292608"/>
          </a:xfrm>
          <a:prstGeom prst="rect">
            <a:avLst/>
          </a:prstGeom>
        </p:spPr>
      </p:pic>
      <p:pic>
        <p:nvPicPr>
          <p:cNvPr id="5" name="Picture 4"/>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2438400" y="1026966"/>
            <a:ext cx="6917944" cy="1114805"/>
          </a:xfrm>
          <a:prstGeom prst="rect">
            <a:avLst/>
          </a:prstGeom>
        </p:spPr>
      </p:pic>
      <p:sp>
        <p:nvSpPr>
          <p:cNvPr id="12" name="TextBox 11"/>
          <p:cNvSpPr txBox="1"/>
          <p:nvPr/>
        </p:nvSpPr>
        <p:spPr>
          <a:xfrm>
            <a:off x="505636" y="2117804"/>
            <a:ext cx="11277600" cy="1077218"/>
          </a:xfrm>
          <a:prstGeom prst="rect">
            <a:avLst/>
          </a:prstGeom>
          <a:noFill/>
        </p:spPr>
        <p:txBody>
          <a:bodyPr wrap="square" rtlCol="0">
            <a:spAutoFit/>
          </a:bodyPr>
          <a:lstStyle/>
          <a:p>
            <a:r>
              <a:rPr lang="en-US" sz="3200" dirty="0"/>
              <a:t>Que </a:t>
            </a:r>
            <a:r>
              <a:rPr lang="en-US" sz="3200" dirty="0" err="1"/>
              <a:t>pasa</a:t>
            </a:r>
            <a:r>
              <a:rPr lang="en-US" sz="3200" dirty="0"/>
              <a:t> </a:t>
            </a:r>
            <a:r>
              <a:rPr lang="en-US" sz="3200" dirty="0" err="1"/>
              <a:t>si</a:t>
            </a:r>
            <a:r>
              <a:rPr lang="en-US" sz="3200" dirty="0"/>
              <a:t> se </a:t>
            </a:r>
            <a:r>
              <a:rPr lang="en-US" sz="3200" dirty="0" err="1"/>
              <a:t>establece</a:t>
            </a:r>
            <a:r>
              <a:rPr lang="en-US" sz="3200" dirty="0"/>
              <a:t> un valor de     </a:t>
            </a:r>
            <a:r>
              <a:rPr lang="en-US" sz="3200" dirty="0" err="1"/>
              <a:t>extermadamente</a:t>
            </a:r>
            <a:r>
              <a:rPr lang="en-US" sz="3200" dirty="0"/>
              <a:t> </a:t>
            </a:r>
            <a:r>
              <a:rPr lang="en-US" sz="3200" dirty="0" err="1"/>
              <a:t>grande</a:t>
            </a:r>
            <a:r>
              <a:rPr lang="en-US" sz="3200" dirty="0"/>
              <a:t> (</a:t>
            </a:r>
            <a:r>
              <a:rPr lang="en-US" sz="3200" dirty="0" err="1"/>
              <a:t>talvez</a:t>
            </a:r>
            <a:r>
              <a:rPr lang="en-US" sz="3200" dirty="0"/>
              <a:t> </a:t>
            </a:r>
            <a:r>
              <a:rPr lang="en-US" sz="3200" dirty="0" err="1"/>
              <a:t>demasiado</a:t>
            </a:r>
            <a:r>
              <a:rPr lang="en-US" sz="3200" dirty="0"/>
              <a:t> </a:t>
            </a:r>
            <a:r>
              <a:rPr lang="en-US" sz="3200" dirty="0" err="1"/>
              <a:t>grado</a:t>
            </a:r>
            <a:r>
              <a:rPr lang="en-US" sz="3200" dirty="0"/>
              <a:t> para el </a:t>
            </a:r>
            <a:r>
              <a:rPr lang="en-US" sz="3200" dirty="0" err="1"/>
              <a:t>problema</a:t>
            </a:r>
            <a:r>
              <a:rPr lang="en-US" sz="3200" dirty="0"/>
              <a:t>, </a:t>
            </a:r>
            <a:r>
              <a:rPr lang="en-US" sz="3200" dirty="0" err="1"/>
              <a:t>como</a:t>
            </a:r>
            <a:r>
              <a:rPr lang="en-US" sz="3200" dirty="0"/>
              <a:t>                  )?</a:t>
            </a:r>
          </a:p>
        </p:txBody>
      </p:sp>
      <p:pic>
        <p:nvPicPr>
          <p:cNvPr id="7" name="Picture 6"/>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6614912" y="2272557"/>
            <a:ext cx="201168" cy="286512"/>
          </a:xfrm>
          <a:prstGeom prst="rect">
            <a:avLst/>
          </a:prstGeom>
        </p:spPr>
      </p:pic>
      <p:pic>
        <p:nvPicPr>
          <p:cNvPr id="8" name="Picture 7"/>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8760296" y="2700660"/>
            <a:ext cx="1466088" cy="347472"/>
          </a:xfrm>
          <a:prstGeom prst="rect">
            <a:avLst/>
          </a:prstGeom>
        </p:spPr>
      </p:pic>
      <p:graphicFrame>
        <p:nvGraphicFramePr>
          <p:cNvPr id="19" name="Chart 18"/>
          <p:cNvGraphicFramePr>
            <a:graphicFrameLocks/>
          </p:cNvGraphicFramePr>
          <p:nvPr/>
        </p:nvGraphicFramePr>
        <p:xfrm>
          <a:off x="2102244" y="3124201"/>
          <a:ext cx="2896235" cy="2542879"/>
        </p:xfrm>
        <a:graphic>
          <a:graphicData uri="http://schemas.openxmlformats.org/drawingml/2006/chart">
            <c:chart xmlns:c="http://schemas.openxmlformats.org/drawingml/2006/chart" xmlns:r="http://schemas.openxmlformats.org/officeDocument/2006/relationships" r:id="rId11"/>
          </a:graphicData>
        </a:graphic>
      </p:graphicFrame>
      <p:sp>
        <p:nvSpPr>
          <p:cNvPr id="21" name="TextBox 20"/>
          <p:cNvSpPr txBox="1"/>
          <p:nvPr/>
        </p:nvSpPr>
        <p:spPr>
          <a:xfrm rot="16200000">
            <a:off x="1339877" y="4294131"/>
            <a:ext cx="1429251" cy="420564"/>
          </a:xfrm>
          <a:prstGeom prst="rect">
            <a:avLst/>
          </a:prstGeom>
          <a:noFill/>
        </p:spPr>
        <p:txBody>
          <a:bodyPr wrap="square" rtlCol="0">
            <a:spAutoFit/>
          </a:bodyPr>
          <a:lstStyle/>
          <a:p>
            <a:pPr algn="ctr"/>
            <a:r>
              <a:rPr lang="en-US" sz="2133" dirty="0" err="1"/>
              <a:t>Precio</a:t>
            </a:r>
            <a:endParaRPr lang="en-US" sz="2133" dirty="0"/>
          </a:p>
        </p:txBody>
      </p:sp>
      <p:sp>
        <p:nvSpPr>
          <p:cNvPr id="22" name="TextBox 20"/>
          <p:cNvSpPr txBox="1"/>
          <p:nvPr/>
        </p:nvSpPr>
        <p:spPr>
          <a:xfrm>
            <a:off x="2380506" y="5519612"/>
            <a:ext cx="2317981" cy="42056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US" sz="2133" dirty="0" err="1"/>
              <a:t>Tamaño</a:t>
            </a:r>
            <a:r>
              <a:rPr lang="en-US" sz="2133" dirty="0"/>
              <a:t> de la casa</a:t>
            </a:r>
          </a:p>
        </p:txBody>
      </p:sp>
      <p:pic>
        <p:nvPicPr>
          <p:cNvPr id="9" name="Picture 8"/>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1727201" y="6205994"/>
            <a:ext cx="4804961" cy="372607"/>
          </a:xfrm>
          <a:prstGeom prst="rect">
            <a:avLst/>
          </a:prstGeom>
        </p:spPr>
      </p:pic>
      <mc:AlternateContent xmlns:mc="http://schemas.openxmlformats.org/markup-compatibility/2006" xmlns:p14="http://schemas.microsoft.com/office/powerpoint/2010/main">
        <mc:Choice Requires="p14">
          <p:contentPart p14:bwMode="auto" r:id="rId13">
            <p14:nvContentPartPr>
              <p14:cNvPr id="10" name="Ink 9"/>
              <p14:cNvContentPartPr/>
              <p14:nvPr/>
            </p14:nvContentPartPr>
            <p14:xfrm>
              <a:off x="447360" y="915840"/>
              <a:ext cx="10567680" cy="5742240"/>
            </p14:xfrm>
          </p:contentPart>
        </mc:Choice>
        <mc:Fallback xmlns="">
          <p:pic>
            <p:nvPicPr>
              <p:cNvPr id="10" name="Ink 9"/>
              <p:cNvPicPr/>
              <p:nvPr/>
            </p:nvPicPr>
            <p:blipFill>
              <a:blip r:embed="rId14"/>
              <a:stretch>
                <a:fillRect/>
              </a:stretch>
            </p:blipFill>
            <p:spPr>
              <a:xfrm>
                <a:off x="438000" y="906840"/>
                <a:ext cx="10586400" cy="5760961"/>
              </a:xfrm>
              <a:prstGeom prst="rect">
                <a:avLst/>
              </a:prstGeom>
            </p:spPr>
          </p:pic>
        </mc:Fallback>
      </mc:AlternateContent>
    </p:spTree>
    <p:extLst>
      <p:ext uri="{BB962C8B-B14F-4D97-AF65-F5344CB8AC3E}">
        <p14:creationId xmlns:p14="http://schemas.microsoft.com/office/powerpoint/2010/main" val="25911368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2438400" y="2264477"/>
            <a:ext cx="7546848" cy="1216152"/>
          </a:xfrm>
          <a:prstGeom prst="rect">
            <a:avLst/>
          </a:prstGeom>
        </p:spPr>
      </p:pic>
      <p:pic>
        <p:nvPicPr>
          <p:cNvPr id="11" name="Picture 10"/>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2443126" y="3920285"/>
            <a:ext cx="1349501" cy="528065"/>
          </a:xfrm>
          <a:prstGeom prst="rect">
            <a:avLst/>
          </a:prstGeom>
        </p:spPr>
      </p:pic>
      <mc:AlternateContent xmlns:mc="http://schemas.openxmlformats.org/markup-compatibility/2006" xmlns:p14="http://schemas.microsoft.com/office/powerpoint/2010/main">
        <mc:Choice Requires="p14">
          <p:contentPart p14:bwMode="auto" r:id="rId6">
            <p14:nvContentPartPr>
              <p14:cNvPr id="18" name="Ink 17"/>
              <p14:cNvContentPartPr/>
              <p14:nvPr/>
            </p14:nvContentPartPr>
            <p14:xfrm>
              <a:off x="2628960" y="2617960"/>
              <a:ext cx="7195200" cy="2251200"/>
            </p14:xfrm>
          </p:contentPart>
        </mc:Choice>
        <mc:Fallback xmlns="">
          <p:pic>
            <p:nvPicPr>
              <p:cNvPr id="18" name="Ink 17"/>
              <p:cNvPicPr/>
              <p:nvPr/>
            </p:nvPicPr>
            <p:blipFill>
              <a:blip r:embed="rId7"/>
              <a:stretch>
                <a:fillRect/>
              </a:stretch>
            </p:blipFill>
            <p:spPr>
              <a:xfrm>
                <a:off x="2619600" y="2608600"/>
                <a:ext cx="7213921" cy="2269921"/>
              </a:xfrm>
              <a:prstGeom prst="rect">
                <a:avLst/>
              </a:prstGeom>
            </p:spPr>
          </p:pic>
        </mc:Fallback>
      </mc:AlternateContent>
      <p:sp>
        <p:nvSpPr>
          <p:cNvPr id="3" name="Título 2">
            <a:extLst>
              <a:ext uri="{FF2B5EF4-FFF2-40B4-BE49-F238E27FC236}">
                <a16:creationId xmlns:a16="http://schemas.microsoft.com/office/drawing/2014/main" id="{111EDC7D-6C92-4C7A-B5C1-B07E07B4C47C}"/>
              </a:ext>
            </a:extLst>
          </p:cNvPr>
          <p:cNvSpPr>
            <a:spLocks noGrp="1"/>
          </p:cNvSpPr>
          <p:nvPr>
            <p:ph type="title"/>
          </p:nvPr>
        </p:nvSpPr>
        <p:spPr/>
        <p:txBody>
          <a:bodyPr/>
          <a:lstStyle/>
          <a:p>
            <a:r>
              <a:rPr lang="es-ES" dirty="0" err="1"/>
              <a:t>Regresion</a:t>
            </a:r>
            <a:r>
              <a:rPr lang="es-ES" dirty="0"/>
              <a:t> lineal regularizada</a:t>
            </a:r>
            <a:endParaRPr lang="es-BO" dirty="0"/>
          </a:p>
        </p:txBody>
      </p:sp>
      <p:sp>
        <p:nvSpPr>
          <p:cNvPr id="4" name="Marcador de contenido 3">
            <a:extLst>
              <a:ext uri="{FF2B5EF4-FFF2-40B4-BE49-F238E27FC236}">
                <a16:creationId xmlns:a16="http://schemas.microsoft.com/office/drawing/2014/main" id="{57F324DD-787D-4DDB-8566-37A4184DC391}"/>
              </a:ext>
            </a:extLst>
          </p:cNvPr>
          <p:cNvSpPr>
            <a:spLocks noGrp="1"/>
          </p:cNvSpPr>
          <p:nvPr>
            <p:ph idx="1"/>
          </p:nvPr>
        </p:nvSpPr>
        <p:spPr/>
        <p:txBody>
          <a:bodyPr/>
          <a:lstStyle/>
          <a:p>
            <a:endParaRPr lang="es-BO"/>
          </a:p>
        </p:txBody>
      </p:sp>
    </p:spTree>
    <p:extLst>
      <p:ext uri="{BB962C8B-B14F-4D97-AF65-F5344CB8AC3E}">
        <p14:creationId xmlns:p14="http://schemas.microsoft.com/office/powerpoint/2010/main" val="25729964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81001"/>
            <a:ext cx="11277600" cy="584775"/>
          </a:xfrm>
          <a:prstGeom prst="rect">
            <a:avLst/>
          </a:prstGeom>
          <a:noFill/>
        </p:spPr>
        <p:txBody>
          <a:bodyPr wrap="square" rtlCol="0">
            <a:spAutoFit/>
          </a:bodyPr>
          <a:lstStyle/>
          <a:p>
            <a:r>
              <a:rPr lang="en-US" sz="3200" b="1" dirty="0" err="1"/>
              <a:t>Descenso</a:t>
            </a:r>
            <a:r>
              <a:rPr lang="en-US" sz="3200" b="1" dirty="0"/>
              <a:t> por el </a:t>
            </a:r>
            <a:r>
              <a:rPr lang="en-US" sz="3200" b="1" dirty="0" err="1"/>
              <a:t>gradiente</a:t>
            </a:r>
            <a:endParaRPr lang="en-US" sz="3200" b="1" dirty="0"/>
          </a:p>
        </p:txBody>
      </p:sp>
      <p:pic>
        <p:nvPicPr>
          <p:cNvPr id="16" name="Picture 15"/>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5618250" y="3733801"/>
            <a:ext cx="2814551" cy="331999"/>
          </a:xfrm>
          <a:prstGeom prst="rect">
            <a:avLst/>
          </a:prstGeom>
        </p:spPr>
      </p:pic>
      <p:sp>
        <p:nvSpPr>
          <p:cNvPr id="5" name="TextBox 4"/>
          <p:cNvSpPr txBox="1"/>
          <p:nvPr/>
        </p:nvSpPr>
        <p:spPr>
          <a:xfrm>
            <a:off x="812800" y="990600"/>
            <a:ext cx="3556000" cy="502766"/>
          </a:xfrm>
          <a:prstGeom prst="rect">
            <a:avLst/>
          </a:prstGeom>
          <a:noFill/>
        </p:spPr>
        <p:txBody>
          <a:bodyPr wrap="square" rtlCol="0">
            <a:spAutoFit/>
          </a:bodyPr>
          <a:lstStyle/>
          <a:p>
            <a:r>
              <a:rPr lang="en-US" sz="2667" dirty="0" err="1"/>
              <a:t>Repetir</a:t>
            </a:r>
            <a:endParaRPr lang="en-US" sz="3200" dirty="0"/>
          </a:p>
        </p:txBody>
      </p:sp>
      <p:pic>
        <p:nvPicPr>
          <p:cNvPr id="6" name="Picture 5"/>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2094484" y="1065489"/>
            <a:ext cx="146304" cy="405384"/>
          </a:xfrm>
          <a:prstGeom prst="rect">
            <a:avLst/>
          </a:prstGeom>
        </p:spPr>
      </p:pic>
      <p:pic>
        <p:nvPicPr>
          <p:cNvPr id="7" name="Picture 6"/>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377696" y="4141216"/>
            <a:ext cx="146304" cy="405384"/>
          </a:xfrm>
          <a:prstGeom prst="rect">
            <a:avLst/>
          </a:prstGeom>
        </p:spPr>
      </p:pic>
      <p:pic>
        <p:nvPicPr>
          <p:cNvPr id="4" name="Picture 3"/>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1685775" y="1721989"/>
            <a:ext cx="6446520" cy="868680"/>
          </a:xfrm>
          <a:prstGeom prst="rect">
            <a:avLst/>
          </a:prstGeom>
        </p:spPr>
      </p:pic>
      <p:pic>
        <p:nvPicPr>
          <p:cNvPr id="14" name="Picture 13"/>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1685775" y="3020568"/>
            <a:ext cx="2097024" cy="408432"/>
          </a:xfrm>
          <a:prstGeom prst="rect">
            <a:avLst/>
          </a:prstGeom>
        </p:spPr>
      </p:pic>
      <p:pic>
        <p:nvPicPr>
          <p:cNvPr id="3" name="Picture 2"/>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4411331" y="2790444"/>
            <a:ext cx="4261104" cy="868680"/>
          </a:xfrm>
          <a:prstGeom prst="rect">
            <a:avLst/>
          </a:prstGeom>
        </p:spPr>
      </p:pic>
      <p:pic>
        <p:nvPicPr>
          <p:cNvPr id="8" name="Picture 7"/>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1016000" y="4749800"/>
            <a:ext cx="8083296" cy="868680"/>
          </a:xfrm>
          <a:prstGeom prst="rect">
            <a:avLst/>
          </a:prstGeom>
        </p:spPr>
      </p:pic>
      <p:sp>
        <p:nvSpPr>
          <p:cNvPr id="22" name="Cross 21"/>
          <p:cNvSpPr/>
          <p:nvPr/>
        </p:nvSpPr>
        <p:spPr>
          <a:xfrm rot="2734294">
            <a:off x="6222700" y="3722407"/>
            <a:ext cx="298072" cy="298072"/>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p14="http://schemas.microsoft.com/office/powerpoint/2010/main">
        <mc:Choice Requires="p14">
          <p:contentPart p14:bwMode="auto" r:id="rId16">
            <p14:nvContentPartPr>
              <p14:cNvPr id="9" name="Ink 8"/>
              <p14:cNvContentPartPr/>
              <p14:nvPr/>
            </p14:nvContentPartPr>
            <p14:xfrm>
              <a:off x="485280" y="381120"/>
              <a:ext cx="11082240" cy="6171840"/>
            </p14:xfrm>
          </p:contentPart>
        </mc:Choice>
        <mc:Fallback xmlns="">
          <p:pic>
            <p:nvPicPr>
              <p:cNvPr id="9" name="Ink 8"/>
              <p:cNvPicPr/>
              <p:nvPr/>
            </p:nvPicPr>
            <p:blipFill>
              <a:blip r:embed="rId17"/>
              <a:stretch>
                <a:fillRect/>
              </a:stretch>
            </p:blipFill>
            <p:spPr>
              <a:xfrm>
                <a:off x="475920" y="371760"/>
                <a:ext cx="11100960" cy="6190560"/>
              </a:xfrm>
              <a:prstGeom prst="rect">
                <a:avLst/>
              </a:prstGeom>
            </p:spPr>
          </p:pic>
        </mc:Fallback>
      </mc:AlternateContent>
    </p:spTree>
    <p:extLst>
      <p:ext uri="{BB962C8B-B14F-4D97-AF65-F5344CB8AC3E}">
        <p14:creationId xmlns:p14="http://schemas.microsoft.com/office/powerpoint/2010/main" val="287206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508000" y="381001"/>
            <a:ext cx="7213600" cy="584775"/>
          </a:xfrm>
          <a:prstGeom prst="rect">
            <a:avLst/>
          </a:prstGeom>
          <a:noFill/>
        </p:spPr>
        <p:txBody>
          <a:bodyPr wrap="square" rtlCol="0">
            <a:spAutoFit/>
          </a:bodyPr>
          <a:lstStyle/>
          <a:p>
            <a:r>
              <a:rPr lang="en-US" sz="3200" b="1" dirty="0" err="1"/>
              <a:t>Ecuación</a:t>
            </a:r>
            <a:r>
              <a:rPr lang="en-US" sz="3200" b="1" dirty="0"/>
              <a:t> de la Normal</a:t>
            </a:r>
          </a:p>
        </p:txBody>
      </p:sp>
      <p:pic>
        <p:nvPicPr>
          <p:cNvPr id="4" name="Picture 3"/>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1016000" y="1185820"/>
            <a:ext cx="2540000" cy="1655640"/>
          </a:xfrm>
          <a:prstGeom prst="rect">
            <a:avLst/>
          </a:prstGeom>
        </p:spPr>
      </p:pic>
      <p:pic>
        <p:nvPicPr>
          <p:cNvPr id="5" name="Picture 4"/>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451600" y="1146245"/>
            <a:ext cx="1879285" cy="1695216"/>
          </a:xfrm>
          <a:prstGeom prst="rect">
            <a:avLst/>
          </a:prstGeom>
        </p:spPr>
      </p:pic>
      <p:pic>
        <p:nvPicPr>
          <p:cNvPr id="16" name="Picture 15"/>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1625600" y="3455504"/>
            <a:ext cx="1625600" cy="636104"/>
          </a:xfrm>
          <a:prstGeom prst="rect">
            <a:avLst/>
          </a:prstGeom>
        </p:spPr>
      </p:pic>
      <mc:AlternateContent xmlns:mc="http://schemas.openxmlformats.org/markup-compatibility/2006" xmlns:p14="http://schemas.microsoft.com/office/powerpoint/2010/main">
        <mc:Choice Requires="p14">
          <p:contentPart p14:bwMode="auto" r:id="rId8">
            <p14:nvContentPartPr>
              <p14:cNvPr id="2" name="Ink 1"/>
              <p14:cNvContentPartPr/>
              <p14:nvPr/>
            </p14:nvContentPartPr>
            <p14:xfrm>
              <a:off x="427680" y="1363680"/>
              <a:ext cx="9444000" cy="5256000"/>
            </p14:xfrm>
          </p:contentPart>
        </mc:Choice>
        <mc:Fallback xmlns="">
          <p:pic>
            <p:nvPicPr>
              <p:cNvPr id="2" name="Ink 1"/>
              <p:cNvPicPr/>
              <p:nvPr/>
            </p:nvPicPr>
            <p:blipFill>
              <a:blip r:embed="rId9"/>
              <a:stretch>
                <a:fillRect/>
              </a:stretch>
            </p:blipFill>
            <p:spPr>
              <a:xfrm>
                <a:off x="418320" y="1354320"/>
                <a:ext cx="9462720" cy="5274720"/>
              </a:xfrm>
              <a:prstGeom prst="rect">
                <a:avLst/>
              </a:prstGeom>
            </p:spPr>
          </p:pic>
        </mc:Fallback>
      </mc:AlternateContent>
    </p:spTree>
    <p:extLst>
      <p:ext uri="{BB962C8B-B14F-4D97-AF65-F5344CB8AC3E}">
        <p14:creationId xmlns:p14="http://schemas.microsoft.com/office/powerpoint/2010/main" val="11956816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08000" y="984647"/>
            <a:ext cx="7213600" cy="584775"/>
          </a:xfrm>
          <a:prstGeom prst="rect">
            <a:avLst/>
          </a:prstGeom>
          <a:noFill/>
        </p:spPr>
        <p:txBody>
          <a:bodyPr wrap="square" rtlCol="0">
            <a:spAutoFit/>
          </a:bodyPr>
          <a:lstStyle/>
          <a:p>
            <a:r>
              <a:rPr lang="en-US" sz="3200" dirty="0"/>
              <a:t>Suppose                 ,</a:t>
            </a:r>
          </a:p>
        </p:txBody>
      </p:sp>
      <p:sp>
        <p:nvSpPr>
          <p:cNvPr id="20" name="TextBox 19"/>
          <p:cNvSpPr txBox="1"/>
          <p:nvPr/>
        </p:nvSpPr>
        <p:spPr>
          <a:xfrm>
            <a:off x="508000" y="381000"/>
            <a:ext cx="7213600" cy="584775"/>
          </a:xfrm>
          <a:prstGeom prst="rect">
            <a:avLst/>
          </a:prstGeom>
          <a:noFill/>
        </p:spPr>
        <p:txBody>
          <a:bodyPr wrap="square" rtlCol="0">
            <a:spAutoFit/>
          </a:bodyPr>
          <a:lstStyle/>
          <a:p>
            <a:r>
              <a:rPr lang="en-US" sz="3200" b="1" dirty="0"/>
              <a:t>No </a:t>
            </a:r>
            <a:r>
              <a:rPr lang="en-US" sz="3200" b="1" dirty="0" err="1"/>
              <a:t>inversibilidad</a:t>
            </a:r>
            <a:r>
              <a:rPr lang="en-US" sz="3200" b="1" dirty="0"/>
              <a:t>  (optional/advanced).</a:t>
            </a:r>
          </a:p>
        </p:txBody>
      </p:sp>
      <p:pic>
        <p:nvPicPr>
          <p:cNvPr id="4" name="Picture 3"/>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727202" y="2122419"/>
            <a:ext cx="2844799" cy="379659"/>
          </a:xfrm>
          <a:prstGeom prst="rect">
            <a:avLst/>
          </a:prstGeom>
        </p:spPr>
      </p:pic>
      <p:pic>
        <p:nvPicPr>
          <p:cNvPr id="2" name="Picture 1"/>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438400" y="1148788"/>
            <a:ext cx="1117600" cy="316704"/>
          </a:xfrm>
          <a:prstGeom prst="rect">
            <a:avLst/>
          </a:prstGeom>
        </p:spPr>
      </p:pic>
      <p:sp>
        <p:nvSpPr>
          <p:cNvPr id="8" name="TextBox 7"/>
          <p:cNvSpPr txBox="1"/>
          <p:nvPr/>
        </p:nvSpPr>
        <p:spPr>
          <a:xfrm>
            <a:off x="1320485" y="1465493"/>
            <a:ext cx="3454715" cy="748795"/>
          </a:xfrm>
          <a:prstGeom prst="rect">
            <a:avLst/>
          </a:prstGeom>
          <a:noFill/>
        </p:spPr>
        <p:txBody>
          <a:bodyPr wrap="square" rtlCol="0">
            <a:spAutoFit/>
          </a:bodyPr>
          <a:lstStyle/>
          <a:p>
            <a:r>
              <a:rPr lang="en-US" sz="2133" dirty="0"/>
              <a:t>    (#examples)  (#features)</a:t>
            </a:r>
          </a:p>
        </p:txBody>
      </p:sp>
      <p:sp>
        <p:nvSpPr>
          <p:cNvPr id="10" name="TextBox 9"/>
          <p:cNvSpPr txBox="1"/>
          <p:nvPr/>
        </p:nvSpPr>
        <p:spPr>
          <a:xfrm>
            <a:off x="508000" y="3225801"/>
            <a:ext cx="7213600" cy="584775"/>
          </a:xfrm>
          <a:prstGeom prst="rect">
            <a:avLst/>
          </a:prstGeom>
          <a:noFill/>
        </p:spPr>
        <p:txBody>
          <a:bodyPr wrap="square" rtlCol="0">
            <a:spAutoFit/>
          </a:bodyPr>
          <a:lstStyle/>
          <a:p>
            <a:r>
              <a:rPr lang="en-US" sz="3200" dirty="0"/>
              <a:t>If             ,</a:t>
            </a:r>
          </a:p>
        </p:txBody>
      </p:sp>
      <p:pic>
        <p:nvPicPr>
          <p:cNvPr id="7" name="Picture 6"/>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1085467" y="3383963"/>
            <a:ext cx="946533" cy="299227"/>
          </a:xfrm>
          <a:prstGeom prst="rect">
            <a:avLst/>
          </a:prstGeom>
        </p:spPr>
      </p:pic>
      <p:pic>
        <p:nvPicPr>
          <p:cNvPr id="5" name="Picture 4"/>
          <p:cNvPicPr>
            <a:picLocks noChangeAspect="1"/>
          </p:cNvPicPr>
          <p:nvPr>
            <p:custDataLst>
              <p:tags r:id="rId4"/>
            </p:custDataLst>
          </p:nvPr>
        </p:nvPicPr>
        <p:blipFill>
          <a:blip r:embed="rId9" cstate="print">
            <a:extLst>
              <a:ext uri="{28A0092B-C50C-407E-A947-70E740481C1C}">
                <a14:useLocalDpi xmlns:a14="http://schemas.microsoft.com/office/drawing/2010/main" val="0"/>
              </a:ext>
            </a:extLst>
          </a:blip>
          <a:stretch>
            <a:fillRect/>
          </a:stretch>
        </p:blipFill>
        <p:spPr>
          <a:xfrm>
            <a:off x="1710662" y="3721586"/>
            <a:ext cx="7388445" cy="1829647"/>
          </a:xfrm>
          <a:prstGeom prst="rect">
            <a:avLst/>
          </a:prstGeom>
        </p:spPr>
      </p:pic>
      <mc:AlternateContent xmlns:mc="http://schemas.openxmlformats.org/markup-compatibility/2006" xmlns:p14="http://schemas.microsoft.com/office/powerpoint/2010/main">
        <mc:Choice Requires="p14">
          <p:contentPart p14:bwMode="auto" r:id="rId10">
            <p14:nvContentPartPr>
              <p14:cNvPr id="9" name="Ink 8"/>
              <p14:cNvContentPartPr/>
              <p14:nvPr/>
            </p14:nvContentPartPr>
            <p14:xfrm>
              <a:off x="1038240" y="1163520"/>
              <a:ext cx="8719200" cy="4998720"/>
            </p14:xfrm>
          </p:contentPart>
        </mc:Choice>
        <mc:Fallback xmlns="">
          <p:pic>
            <p:nvPicPr>
              <p:cNvPr id="9" name="Ink 8"/>
              <p:cNvPicPr/>
              <p:nvPr/>
            </p:nvPicPr>
            <p:blipFill>
              <a:blip r:embed="rId11"/>
              <a:stretch>
                <a:fillRect/>
              </a:stretch>
            </p:blipFill>
            <p:spPr>
              <a:xfrm>
                <a:off x="1028880" y="1154160"/>
                <a:ext cx="8737920" cy="5017440"/>
              </a:xfrm>
              <a:prstGeom prst="rect">
                <a:avLst/>
              </a:prstGeom>
            </p:spPr>
          </p:pic>
        </mc:Fallback>
      </mc:AlternateContent>
    </p:spTree>
    <p:extLst>
      <p:ext uri="{BB962C8B-B14F-4D97-AF65-F5344CB8AC3E}">
        <p14:creationId xmlns:p14="http://schemas.microsoft.com/office/powerpoint/2010/main" val="40919420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5588000" y="1219200"/>
            <a:ext cx="6604000" cy="19050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7200" dirty="0" err="1">
                <a:solidFill>
                  <a:schemeClr val="tx1">
                    <a:lumMod val="75000"/>
                    <a:lumOff val="25000"/>
                  </a:schemeClr>
                </a:solidFill>
              </a:rPr>
              <a:t>Regularización</a:t>
            </a:r>
            <a:endParaRPr lang="en-US" sz="7200" dirty="0">
              <a:solidFill>
                <a:schemeClr val="tx1">
                  <a:lumMod val="75000"/>
                  <a:lumOff val="25000"/>
                </a:schemeClr>
              </a:solidFill>
            </a:endParaRPr>
          </a:p>
        </p:txBody>
      </p:sp>
      <p:cxnSp>
        <p:nvCxnSpPr>
          <p:cNvPr id="6" name="Straight Connector 5"/>
          <p:cNvCxnSpPr/>
          <p:nvPr/>
        </p:nvCxnSpPr>
        <p:spPr>
          <a:xfrm>
            <a:off x="5633153" y="2867371"/>
            <a:ext cx="573024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itle 1"/>
          <p:cNvSpPr>
            <a:spLocks noGrp="1"/>
          </p:cNvSpPr>
          <p:nvPr>
            <p:ph type="ctrTitle" idx="4294967295"/>
          </p:nvPr>
        </p:nvSpPr>
        <p:spPr>
          <a:xfrm>
            <a:off x="6197600" y="2819400"/>
            <a:ext cx="5994400" cy="2235200"/>
          </a:xfrm>
        </p:spPr>
        <p:txBody>
          <a:bodyPr>
            <a:noAutofit/>
          </a:bodyPr>
          <a:lstStyle/>
          <a:p>
            <a:pPr algn="l"/>
            <a:r>
              <a:rPr lang="en-US" dirty="0" err="1">
                <a:solidFill>
                  <a:schemeClr val="tx1">
                    <a:lumMod val="75000"/>
                    <a:lumOff val="25000"/>
                  </a:schemeClr>
                </a:solidFill>
              </a:rPr>
              <a:t>Regresión</a:t>
            </a:r>
            <a:r>
              <a:rPr lang="en-US" dirty="0">
                <a:solidFill>
                  <a:schemeClr val="tx1">
                    <a:lumMod val="75000"/>
                    <a:lumOff val="25000"/>
                  </a:schemeClr>
                </a:solidFill>
              </a:rPr>
              <a:t> </a:t>
            </a:r>
            <a:r>
              <a:rPr lang="en-US" dirty="0" err="1">
                <a:solidFill>
                  <a:schemeClr val="tx1">
                    <a:lumMod val="75000"/>
                    <a:lumOff val="25000"/>
                  </a:schemeClr>
                </a:solidFill>
              </a:rPr>
              <a:t>logistica</a:t>
            </a:r>
            <a:r>
              <a:rPr lang="en-US" dirty="0">
                <a:solidFill>
                  <a:schemeClr val="tx1">
                    <a:lumMod val="75000"/>
                    <a:lumOff val="25000"/>
                  </a:schemeClr>
                </a:solidFill>
              </a:rPr>
              <a:t> </a:t>
            </a:r>
            <a:r>
              <a:rPr lang="en-US" dirty="0" err="1">
                <a:solidFill>
                  <a:schemeClr val="tx1">
                    <a:lumMod val="75000"/>
                    <a:lumOff val="25000"/>
                  </a:schemeClr>
                </a:solidFill>
              </a:rPr>
              <a:t>regularizada</a:t>
            </a:r>
            <a:endParaRPr lang="en-US" dirty="0">
              <a:solidFill>
                <a:schemeClr val="tx1">
                  <a:lumMod val="75000"/>
                  <a:lumOff val="25000"/>
                </a:schemeClr>
              </a:solidFill>
            </a:endParaRPr>
          </a:p>
        </p:txBody>
      </p:sp>
      <p:pic>
        <p:nvPicPr>
          <p:cNvPr id="2" name="Picture 2" descr="C:\Users\ang\Desktop\iStock_000012344803Large.jpg"/>
          <p:cNvPicPr>
            <a:picLocks noChangeAspect="1" noChangeArrowheads="1"/>
          </p:cNvPicPr>
          <p:nvPr/>
        </p:nvPicPr>
        <p:blipFill>
          <a:blip r:embed="rId3" cstate="print"/>
          <a:srcRect b="7246"/>
          <a:stretch>
            <a:fillRect/>
          </a:stretch>
        </p:blipFill>
        <p:spPr bwMode="auto">
          <a:xfrm>
            <a:off x="914400" y="482600"/>
            <a:ext cx="4267200" cy="4876800"/>
          </a:xfrm>
          <a:prstGeom prst="rect">
            <a:avLst/>
          </a:prstGeom>
          <a:noFill/>
        </p:spPr>
      </p:pic>
      <p:sp>
        <p:nvSpPr>
          <p:cNvPr id="7" name="Title 1"/>
          <p:cNvSpPr txBox="1">
            <a:spLocks/>
          </p:cNvSpPr>
          <p:nvPr/>
        </p:nvSpPr>
        <p:spPr>
          <a:xfrm>
            <a:off x="1117600" y="5156200"/>
            <a:ext cx="3860800" cy="1117600"/>
          </a:xfrm>
          <a:prstGeom prst="rect">
            <a:avLst/>
          </a:prstGeom>
        </p:spPr>
        <p:txBody>
          <a:bodyPr vert="horz" lIns="121920" tIns="60960" rIns="121920" bIns="60960" rtlCol="0" anchor="ctr">
            <a:noAutofit/>
          </a:bodyPr>
          <a:lstStyle/>
          <a:p>
            <a:pPr defTabSz="1219170">
              <a:spcBef>
                <a:spcPct val="0"/>
              </a:spcBef>
              <a:defRPr/>
            </a:pPr>
            <a:r>
              <a:rPr lang="en-US" sz="3200" dirty="0">
                <a:solidFill>
                  <a:schemeClr val="tx1">
                    <a:lumMod val="75000"/>
                    <a:lumOff val="25000"/>
                  </a:schemeClr>
                </a:solidFill>
                <a:latin typeface="+mj-lt"/>
                <a:ea typeface="+mj-ea"/>
                <a:cs typeface="+mj-cs"/>
              </a:rPr>
              <a:t>Machine Learning</a:t>
            </a:r>
          </a:p>
        </p:txBody>
      </p:sp>
    </p:spTree>
    <p:extLst>
      <p:ext uri="{BB962C8B-B14F-4D97-AF65-F5344CB8AC3E}">
        <p14:creationId xmlns:p14="http://schemas.microsoft.com/office/powerpoint/2010/main" val="15300188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5"/>
          <p:cNvSpPr txBox="1"/>
          <p:nvPr/>
        </p:nvSpPr>
        <p:spPr>
          <a:xfrm>
            <a:off x="508000" y="381001"/>
            <a:ext cx="7213600" cy="666786"/>
          </a:xfrm>
          <a:prstGeom prst="rect">
            <a:avLst/>
          </a:prstGeom>
          <a:noFill/>
        </p:spPr>
        <p:txBody>
          <a:bodyPr wrap="square" rtlCol="0">
            <a:spAutoFit/>
          </a:bodyPr>
          <a:lstStyle/>
          <a:p>
            <a:r>
              <a:rPr lang="en-US" sz="3733" b="1" dirty="0" err="1"/>
              <a:t>Regresión</a:t>
            </a:r>
            <a:r>
              <a:rPr lang="en-US" sz="3733" b="1" dirty="0"/>
              <a:t> </a:t>
            </a:r>
            <a:r>
              <a:rPr lang="en-US" sz="3733" b="1" dirty="0" err="1"/>
              <a:t>logistica</a:t>
            </a:r>
            <a:r>
              <a:rPr lang="en-US" sz="3733" b="1" dirty="0"/>
              <a:t> </a:t>
            </a:r>
            <a:r>
              <a:rPr lang="en-US" sz="3733" b="1" dirty="0" err="1"/>
              <a:t>regularizada</a:t>
            </a:r>
            <a:r>
              <a:rPr lang="en-US" sz="3733" b="1" dirty="0"/>
              <a:t>.</a:t>
            </a:r>
          </a:p>
        </p:txBody>
      </p:sp>
      <p:grpSp>
        <p:nvGrpSpPr>
          <p:cNvPr id="41" name="Group 40"/>
          <p:cNvGrpSpPr/>
          <p:nvPr/>
        </p:nvGrpSpPr>
        <p:grpSpPr>
          <a:xfrm>
            <a:off x="4974336" y="1846208"/>
            <a:ext cx="5388864" cy="1684392"/>
            <a:chOff x="3730752" y="1589532"/>
            <a:chExt cx="3584448" cy="1058418"/>
          </a:xfrm>
        </p:grpSpPr>
        <p:pic>
          <p:nvPicPr>
            <p:cNvPr id="39" name="Picture 38"/>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873752" y="1589532"/>
              <a:ext cx="2441448" cy="1058418"/>
            </a:xfrm>
            <a:prstGeom prst="rect">
              <a:avLst/>
            </a:prstGeom>
          </p:spPr>
        </p:pic>
        <p:pic>
          <p:nvPicPr>
            <p:cNvPr id="40" name="Picture 39"/>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3730752" y="1619188"/>
              <a:ext cx="1010412" cy="306324"/>
            </a:xfrm>
            <a:prstGeom prst="rect">
              <a:avLst/>
            </a:prstGeom>
          </p:spPr>
        </p:pic>
      </p:grpSp>
      <p:sp>
        <p:nvSpPr>
          <p:cNvPr id="42" name="TextBox 41"/>
          <p:cNvSpPr txBox="1"/>
          <p:nvPr/>
        </p:nvSpPr>
        <p:spPr>
          <a:xfrm>
            <a:off x="508000" y="4038601"/>
            <a:ext cx="7213600" cy="584775"/>
          </a:xfrm>
          <a:prstGeom prst="rect">
            <a:avLst/>
          </a:prstGeom>
          <a:noFill/>
        </p:spPr>
        <p:txBody>
          <a:bodyPr wrap="square" rtlCol="0">
            <a:spAutoFit/>
          </a:bodyPr>
          <a:lstStyle/>
          <a:p>
            <a:r>
              <a:rPr lang="en-US" sz="3200" dirty="0" err="1"/>
              <a:t>Función</a:t>
            </a:r>
            <a:r>
              <a:rPr lang="en-US" sz="3200" dirty="0"/>
              <a:t> de </a:t>
            </a:r>
            <a:r>
              <a:rPr lang="en-US" sz="3200" dirty="0" err="1"/>
              <a:t>costo</a:t>
            </a:r>
            <a:r>
              <a:rPr lang="en-US" sz="3200" dirty="0"/>
              <a:t>:</a:t>
            </a:r>
          </a:p>
        </p:txBody>
      </p:sp>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6368" y="4546915"/>
            <a:ext cx="10972800" cy="1320485"/>
          </a:xfrm>
          <a:prstGeom prst="rect">
            <a:avLst/>
          </a:prstGeom>
        </p:spPr>
      </p:pic>
      <p:grpSp>
        <p:nvGrpSpPr>
          <p:cNvPr id="3" name="Grupo 2">
            <a:extLst>
              <a:ext uri="{FF2B5EF4-FFF2-40B4-BE49-F238E27FC236}">
                <a16:creationId xmlns:a16="http://schemas.microsoft.com/office/drawing/2014/main" id="{B18CE6ED-87F8-8A26-A490-51ECA04AAC17}"/>
              </a:ext>
            </a:extLst>
          </p:cNvPr>
          <p:cNvGrpSpPr/>
          <p:nvPr/>
        </p:nvGrpSpPr>
        <p:grpSpPr>
          <a:xfrm>
            <a:off x="711201" y="1011000"/>
            <a:ext cx="3861999" cy="3069609"/>
            <a:chOff x="711201" y="1011000"/>
            <a:chExt cx="3861999" cy="3069609"/>
          </a:xfrm>
        </p:grpSpPr>
        <p:grpSp>
          <p:nvGrpSpPr>
            <p:cNvPr id="43" name="Group 42"/>
            <p:cNvGrpSpPr/>
            <p:nvPr/>
          </p:nvGrpSpPr>
          <p:grpSpPr>
            <a:xfrm>
              <a:off x="711201" y="1061488"/>
              <a:ext cx="3390343" cy="3019121"/>
              <a:chOff x="306551" y="789242"/>
              <a:chExt cx="2542757" cy="2264341"/>
            </a:xfrm>
          </p:grpSpPr>
          <p:grpSp>
            <p:nvGrpSpPr>
              <p:cNvPr id="44" name="Group 43"/>
              <p:cNvGrpSpPr/>
              <p:nvPr/>
            </p:nvGrpSpPr>
            <p:grpSpPr>
              <a:xfrm>
                <a:off x="306551" y="876401"/>
                <a:ext cx="2485587" cy="2177182"/>
                <a:chOff x="306551" y="747415"/>
                <a:chExt cx="2485587" cy="2177182"/>
              </a:xfrm>
            </p:grpSpPr>
            <p:sp>
              <p:nvSpPr>
                <p:cNvPr id="48" name="Oval 47"/>
                <p:cNvSpPr/>
                <p:nvPr/>
              </p:nvSpPr>
              <p:spPr>
                <a:xfrm>
                  <a:off x="1204258"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9" name="Oval 48"/>
                <p:cNvSpPr/>
                <p:nvPr/>
              </p:nvSpPr>
              <p:spPr>
                <a:xfrm>
                  <a:off x="1750444" y="94767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0" name="Oval 49"/>
                <p:cNvSpPr/>
                <p:nvPr/>
              </p:nvSpPr>
              <p:spPr>
                <a:xfrm>
                  <a:off x="1359948" y="152339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Oval 50"/>
                <p:cNvSpPr/>
                <p:nvPr/>
              </p:nvSpPr>
              <p:spPr>
                <a:xfrm>
                  <a:off x="1530346" y="77372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2" name="Cross 51"/>
                <p:cNvSpPr/>
                <p:nvPr/>
              </p:nvSpPr>
              <p:spPr>
                <a:xfrm rot="2734294">
                  <a:off x="1032913" y="222291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3" name="Cross 52"/>
                <p:cNvSpPr/>
                <p:nvPr/>
              </p:nvSpPr>
              <p:spPr>
                <a:xfrm rot="2734294">
                  <a:off x="1032913" y="1531448"/>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4" name="Cross 53"/>
                <p:cNvSpPr/>
                <p:nvPr/>
              </p:nvSpPr>
              <p:spPr>
                <a:xfrm rot="2734294">
                  <a:off x="1262879" y="195441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5" name="Cross 54"/>
                <p:cNvSpPr/>
                <p:nvPr/>
              </p:nvSpPr>
              <p:spPr>
                <a:xfrm rot="2734294">
                  <a:off x="936841" y="1939311"/>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6" name="TextBox 55"/>
                <p:cNvSpPr txBox="1"/>
                <p:nvPr/>
              </p:nvSpPr>
              <p:spPr>
                <a:xfrm>
                  <a:off x="1546700" y="2578348"/>
                  <a:ext cx="334467" cy="346249"/>
                </a:xfrm>
                <a:prstGeom prst="rect">
                  <a:avLst/>
                </a:prstGeom>
                <a:noFill/>
                <a:ln w="19050">
                  <a:noFill/>
                </a:ln>
              </p:spPr>
              <p:txBody>
                <a:bodyPr wrap="none" rtlCol="0">
                  <a:spAutoFit/>
                </a:bodyPr>
                <a:lstStyle/>
                <a:p>
                  <a:r>
                    <a:rPr lang="en-US" sz="2400" dirty="0"/>
                    <a:t>x</a:t>
                  </a:r>
                  <a:r>
                    <a:rPr lang="en-US" sz="2400" baseline="-25000" dirty="0"/>
                    <a:t>1</a:t>
                  </a:r>
                </a:p>
              </p:txBody>
            </p:sp>
            <p:sp>
              <p:nvSpPr>
                <p:cNvPr id="57" name="TextBox 56"/>
                <p:cNvSpPr txBox="1"/>
                <p:nvPr/>
              </p:nvSpPr>
              <p:spPr>
                <a:xfrm>
                  <a:off x="306551" y="1202476"/>
                  <a:ext cx="334467" cy="346249"/>
                </a:xfrm>
                <a:prstGeom prst="rect">
                  <a:avLst/>
                </a:prstGeom>
                <a:noFill/>
              </p:spPr>
              <p:txBody>
                <a:bodyPr wrap="none" rtlCol="0">
                  <a:spAutoFit/>
                </a:bodyPr>
                <a:lstStyle/>
                <a:p>
                  <a:r>
                    <a:rPr lang="en-US" sz="2400" dirty="0"/>
                    <a:t>x</a:t>
                  </a:r>
                  <a:r>
                    <a:rPr lang="en-US" sz="2400" baseline="-25000" dirty="0"/>
                    <a:t>2</a:t>
                  </a:r>
                </a:p>
              </p:txBody>
            </p:sp>
            <p:cxnSp>
              <p:nvCxnSpPr>
                <p:cNvPr id="58" name="Straight Arrow Connector 57"/>
                <p:cNvCxnSpPr/>
                <p:nvPr/>
              </p:nvCxnSpPr>
              <p:spPr>
                <a:xfrm flipV="1">
                  <a:off x="669151" y="747415"/>
                  <a:ext cx="0" cy="199568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560369" y="2589944"/>
                  <a:ext cx="2231769" cy="0"/>
                </a:xfrm>
                <a:prstGeom prst="straightConnector1">
                  <a:avLst/>
                </a:prstGeom>
                <a:ln w="19050">
                  <a:solidFill>
                    <a:schemeClr val="bg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60" name="Cross 59"/>
                <p:cNvSpPr/>
                <p:nvPr/>
              </p:nvSpPr>
              <p:spPr>
                <a:xfrm rot="2734294">
                  <a:off x="1359601"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 name="Cross 60"/>
                <p:cNvSpPr/>
                <p:nvPr/>
              </p:nvSpPr>
              <p:spPr>
                <a:xfrm rot="2734294">
                  <a:off x="1732921" y="205878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2" name="Cross 61"/>
                <p:cNvSpPr/>
                <p:nvPr/>
              </p:nvSpPr>
              <p:spPr>
                <a:xfrm rot="2734294">
                  <a:off x="2044914" y="2272086"/>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3" name="Cross 62"/>
                <p:cNvSpPr/>
                <p:nvPr/>
              </p:nvSpPr>
              <p:spPr>
                <a:xfrm rot="2734294">
                  <a:off x="2031520" y="198914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4" name="Cross 63"/>
                <p:cNvSpPr/>
                <p:nvPr/>
              </p:nvSpPr>
              <p:spPr>
                <a:xfrm rot="2734294">
                  <a:off x="2366221" y="198560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5" name="Cross 64"/>
                <p:cNvSpPr/>
                <p:nvPr/>
              </p:nvSpPr>
              <p:spPr>
                <a:xfrm rot="2734294">
                  <a:off x="2201001" y="1496815"/>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6" name="Cross 65"/>
                <p:cNvSpPr/>
                <p:nvPr/>
              </p:nvSpPr>
              <p:spPr>
                <a:xfrm rot="2734294">
                  <a:off x="1637830" y="1512253"/>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7" name="Cross 66"/>
                <p:cNvSpPr/>
                <p:nvPr/>
              </p:nvSpPr>
              <p:spPr>
                <a:xfrm rot="2734294">
                  <a:off x="735109" y="130196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8" name="Cross 67"/>
                <p:cNvSpPr/>
                <p:nvPr/>
              </p:nvSpPr>
              <p:spPr>
                <a:xfrm rot="2734294">
                  <a:off x="714486" y="1698337"/>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9" name="Cross 68"/>
                <p:cNvSpPr/>
                <p:nvPr/>
              </p:nvSpPr>
              <p:spPr>
                <a:xfrm rot="2734294">
                  <a:off x="1030623" y="948695"/>
                  <a:ext cx="223554" cy="223554"/>
                </a:xfrm>
                <a:prstGeom prst="plus">
                  <a:avLst>
                    <a:gd name="adj" fmla="val 46579"/>
                  </a:avLst>
                </a:prstGeom>
                <a:solidFill>
                  <a:schemeClr val="tx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0" name="Oval 69"/>
                <p:cNvSpPr/>
                <p:nvPr/>
              </p:nvSpPr>
              <p:spPr>
                <a:xfrm>
                  <a:off x="1544248"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1" name="Oval 70"/>
                <p:cNvSpPr/>
                <p:nvPr/>
              </p:nvSpPr>
              <p:spPr>
                <a:xfrm>
                  <a:off x="1972899" y="1737727"/>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2" name="Oval 71"/>
                <p:cNvSpPr/>
                <p:nvPr/>
              </p:nvSpPr>
              <p:spPr>
                <a:xfrm>
                  <a:off x="2234730" y="175266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3" name="Oval 72"/>
                <p:cNvSpPr/>
                <p:nvPr/>
              </p:nvSpPr>
              <p:spPr>
                <a:xfrm>
                  <a:off x="2477998" y="1456346"/>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4" name="Oval 73"/>
                <p:cNvSpPr/>
                <p:nvPr/>
              </p:nvSpPr>
              <p:spPr>
                <a:xfrm>
                  <a:off x="1955570" y="1279485"/>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5" name="Oval 74"/>
                <p:cNvSpPr/>
                <p:nvPr/>
              </p:nvSpPr>
              <p:spPr>
                <a:xfrm>
                  <a:off x="2216167"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6" name="Oval 75"/>
                <p:cNvSpPr/>
                <p:nvPr/>
              </p:nvSpPr>
              <p:spPr>
                <a:xfrm>
                  <a:off x="1459049" y="1059153"/>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7" name="Oval 76"/>
                <p:cNvSpPr/>
                <p:nvPr/>
              </p:nvSpPr>
              <p:spPr>
                <a:xfrm>
                  <a:off x="1673162" y="1221210"/>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8" name="Oval 77"/>
                <p:cNvSpPr/>
                <p:nvPr/>
              </p:nvSpPr>
              <p:spPr>
                <a:xfrm>
                  <a:off x="2040344" y="1028951"/>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9" name="Oval 78"/>
                <p:cNvSpPr/>
                <p:nvPr/>
              </p:nvSpPr>
              <p:spPr>
                <a:xfrm>
                  <a:off x="2385648" y="943752"/>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0" name="Oval 79"/>
                <p:cNvSpPr/>
                <p:nvPr/>
              </p:nvSpPr>
              <p:spPr>
                <a:xfrm>
                  <a:off x="2030069" y="750774"/>
                  <a:ext cx="170398" cy="170398"/>
                </a:xfrm>
                <a:prstGeom prst="ellipse">
                  <a:avLst/>
                </a:prstGeom>
                <a:noFill/>
                <a:ln w="190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45" name="Cross 44"/>
              <p:cNvSpPr/>
              <p:nvPr/>
            </p:nvSpPr>
            <p:spPr>
              <a:xfrm rot="2734294">
                <a:off x="2625754" y="19971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6" name="Cross 45"/>
              <p:cNvSpPr/>
              <p:nvPr/>
            </p:nvSpPr>
            <p:spPr>
              <a:xfrm rot="2734294">
                <a:off x="732092" y="1006504"/>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7" name="Cross 46"/>
              <p:cNvSpPr/>
              <p:nvPr/>
            </p:nvSpPr>
            <p:spPr>
              <a:xfrm rot="2734294">
                <a:off x="1101754" y="789242"/>
                <a:ext cx="223554" cy="223554"/>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mc:AlternateContent xmlns:mc="http://schemas.openxmlformats.org/markup-compatibility/2006" xmlns:p14="http://schemas.microsoft.com/office/powerpoint/2010/main">
          <mc:Choice Requires="p14">
            <p:contentPart p14:bwMode="auto" r:id="rId7">
              <p14:nvContentPartPr>
                <p14:cNvPr id="38" name="Ink 37"/>
                <p14:cNvContentPartPr/>
                <p14:nvPr/>
              </p14:nvContentPartPr>
              <p14:xfrm>
                <a:off x="1819560" y="1011000"/>
                <a:ext cx="2753640" cy="1850760"/>
              </p14:xfrm>
            </p:contentPart>
          </mc:Choice>
          <mc:Fallback xmlns="">
            <p:pic>
              <p:nvPicPr>
                <p:cNvPr id="38" name="Ink 37"/>
                <p:cNvPicPr/>
                <p:nvPr/>
              </p:nvPicPr>
              <p:blipFill>
                <a:blip r:embed="rId8"/>
                <a:stretch>
                  <a:fillRect/>
                </a:stretch>
              </p:blipFill>
              <p:spPr>
                <a:xfrm>
                  <a:off x="1810200" y="1001640"/>
                  <a:ext cx="2772360" cy="1869480"/>
                </a:xfrm>
                <a:prstGeom prst="rect">
                  <a:avLst/>
                </a:prstGeom>
              </p:spPr>
            </p:pic>
          </mc:Fallback>
        </mc:AlternateContent>
      </p:grpSp>
    </p:spTree>
    <p:extLst>
      <p:ext uri="{BB962C8B-B14F-4D97-AF65-F5344CB8AC3E}">
        <p14:creationId xmlns:p14="http://schemas.microsoft.com/office/powerpoint/2010/main" val="27636627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8000" y="381001"/>
            <a:ext cx="11277600" cy="584775"/>
          </a:xfrm>
          <a:prstGeom prst="rect">
            <a:avLst/>
          </a:prstGeom>
          <a:noFill/>
        </p:spPr>
        <p:txBody>
          <a:bodyPr wrap="square" rtlCol="0">
            <a:spAutoFit/>
          </a:bodyPr>
          <a:lstStyle/>
          <a:p>
            <a:r>
              <a:rPr lang="en-US" sz="3200" b="1" dirty="0" err="1"/>
              <a:t>Descenso</a:t>
            </a:r>
            <a:r>
              <a:rPr lang="en-US" sz="3200" b="1" dirty="0"/>
              <a:t> por el </a:t>
            </a:r>
            <a:r>
              <a:rPr lang="en-US" sz="3200" b="1" dirty="0" err="1"/>
              <a:t>gradiente</a:t>
            </a:r>
            <a:endParaRPr lang="en-US" sz="3200" b="1" dirty="0"/>
          </a:p>
        </p:txBody>
      </p:sp>
      <p:pic>
        <p:nvPicPr>
          <p:cNvPr id="16" name="Picture 15"/>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5618250" y="3733801"/>
            <a:ext cx="2814551" cy="331999"/>
          </a:xfrm>
          <a:prstGeom prst="rect">
            <a:avLst/>
          </a:prstGeom>
        </p:spPr>
      </p:pic>
      <p:sp>
        <p:nvSpPr>
          <p:cNvPr id="5" name="TextBox 4"/>
          <p:cNvSpPr txBox="1"/>
          <p:nvPr/>
        </p:nvSpPr>
        <p:spPr>
          <a:xfrm>
            <a:off x="812800" y="990600"/>
            <a:ext cx="3556000" cy="502766"/>
          </a:xfrm>
          <a:prstGeom prst="rect">
            <a:avLst/>
          </a:prstGeom>
          <a:noFill/>
        </p:spPr>
        <p:txBody>
          <a:bodyPr wrap="square" rtlCol="0">
            <a:spAutoFit/>
          </a:bodyPr>
          <a:lstStyle/>
          <a:p>
            <a:r>
              <a:rPr lang="en-US" sz="2667" dirty="0"/>
              <a:t>Repeat</a:t>
            </a:r>
            <a:endParaRPr lang="en-US" sz="3200" dirty="0"/>
          </a:p>
        </p:txBody>
      </p:sp>
      <p:pic>
        <p:nvPicPr>
          <p:cNvPr id="6" name="Picture 5"/>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094484" y="1065489"/>
            <a:ext cx="146304" cy="405384"/>
          </a:xfrm>
          <a:prstGeom prst="rect">
            <a:avLst/>
          </a:prstGeom>
        </p:spPr>
      </p:pic>
      <p:pic>
        <p:nvPicPr>
          <p:cNvPr id="7" name="Picture 6"/>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1377696" y="4141216"/>
            <a:ext cx="146304" cy="405384"/>
          </a:xfrm>
          <a:prstGeom prst="rect">
            <a:avLst/>
          </a:prstGeom>
        </p:spPr>
      </p:pic>
      <p:pic>
        <p:nvPicPr>
          <p:cNvPr id="4" name="Picture 3"/>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685775" y="1721989"/>
            <a:ext cx="6446520" cy="868680"/>
          </a:xfrm>
          <a:prstGeom prst="rect">
            <a:avLst/>
          </a:prstGeom>
        </p:spPr>
      </p:pic>
      <p:pic>
        <p:nvPicPr>
          <p:cNvPr id="14" name="Picture 13"/>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1685775" y="3020568"/>
            <a:ext cx="2097024" cy="408432"/>
          </a:xfrm>
          <a:prstGeom prst="rect">
            <a:avLst/>
          </a:prstGeom>
        </p:spPr>
      </p:pic>
      <p:pic>
        <p:nvPicPr>
          <p:cNvPr id="3" name="Picture 2"/>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4411331" y="2790444"/>
            <a:ext cx="4261104" cy="868680"/>
          </a:xfrm>
          <a:prstGeom prst="rect">
            <a:avLst/>
          </a:prstGeom>
        </p:spPr>
      </p:pic>
      <p:sp>
        <p:nvSpPr>
          <p:cNvPr id="22" name="Cross 21"/>
          <p:cNvSpPr/>
          <p:nvPr/>
        </p:nvSpPr>
        <p:spPr>
          <a:xfrm rot="2734294">
            <a:off x="6222700" y="3722407"/>
            <a:ext cx="298072" cy="298072"/>
          </a:xfrm>
          <a:prstGeom prst="plus">
            <a:avLst>
              <a:gd name="adj" fmla="val 46579"/>
            </a:avLst>
          </a:prstGeom>
          <a:solidFill>
            <a:schemeClr val="tx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mc:AlternateContent xmlns:mc="http://schemas.openxmlformats.org/markup-compatibility/2006" xmlns:p14="http://schemas.microsoft.com/office/powerpoint/2010/main">
        <mc:Choice Requires="p14">
          <p:contentPart p14:bwMode="auto" r:id="rId14">
            <p14:nvContentPartPr>
              <p14:cNvPr id="9" name="Ink 8"/>
              <p14:cNvContentPartPr/>
              <p14:nvPr/>
            </p14:nvContentPartPr>
            <p14:xfrm>
              <a:off x="561120" y="2078880"/>
              <a:ext cx="11254560" cy="3777600"/>
            </p14:xfrm>
          </p:contentPart>
        </mc:Choice>
        <mc:Fallback xmlns="">
          <p:pic>
            <p:nvPicPr>
              <p:cNvPr id="9" name="Ink 8"/>
              <p:cNvPicPr/>
              <p:nvPr/>
            </p:nvPicPr>
            <p:blipFill>
              <a:blip r:embed="rId15"/>
              <a:stretch>
                <a:fillRect/>
              </a:stretch>
            </p:blipFill>
            <p:spPr>
              <a:xfrm>
                <a:off x="551760" y="2069520"/>
                <a:ext cx="11273280" cy="3796321"/>
              </a:xfrm>
              <a:prstGeom prst="rect">
                <a:avLst/>
              </a:prstGeom>
            </p:spPr>
          </p:pic>
        </mc:Fallback>
      </mc:AlternateContent>
    </p:spTree>
    <p:extLst>
      <p:ext uri="{BB962C8B-B14F-4D97-AF65-F5344CB8AC3E}">
        <p14:creationId xmlns:p14="http://schemas.microsoft.com/office/powerpoint/2010/main" val="23922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1870315" y="2488115"/>
            <a:ext cx="9018892" cy="482120"/>
          </a:xfrm>
          <a:prstGeom prst="rect">
            <a:avLst/>
          </a:prstGeom>
          <a:noFill/>
        </p:spPr>
        <p:txBody>
          <a:bodyPr wrap="square" rtlCol="0">
            <a:spAutoFit/>
          </a:bodyPr>
          <a:lstStyle/>
          <a:p>
            <a:r>
              <a:rPr lang="en-US" sz="2533" b="1" dirty="0">
                <a:solidFill>
                  <a:srgbClr val="002060"/>
                </a:solidFill>
                <a:latin typeface="Courier New" pitchFamily="49" charset="0"/>
                <a:cs typeface="Courier New" pitchFamily="49" charset="0"/>
              </a:rPr>
              <a:t>gradient(1) = [                   ];</a:t>
            </a:r>
          </a:p>
        </p:txBody>
      </p:sp>
      <p:sp>
        <p:nvSpPr>
          <p:cNvPr id="14" name="TextBox 13"/>
          <p:cNvSpPr txBox="1"/>
          <p:nvPr/>
        </p:nvSpPr>
        <p:spPr>
          <a:xfrm>
            <a:off x="956931" y="889001"/>
            <a:ext cx="10828669" cy="482120"/>
          </a:xfrm>
          <a:prstGeom prst="rect">
            <a:avLst/>
          </a:prstGeom>
          <a:noFill/>
        </p:spPr>
        <p:txBody>
          <a:bodyPr wrap="square" rtlCol="0">
            <a:spAutoFit/>
          </a:bodyPr>
          <a:lstStyle/>
          <a:p>
            <a:r>
              <a:rPr lang="en-US" sz="2533" b="1" dirty="0">
                <a:solidFill>
                  <a:srgbClr val="002060"/>
                </a:solidFill>
                <a:latin typeface="Courier New" pitchFamily="49" charset="0"/>
                <a:cs typeface="Courier New" pitchFamily="49" charset="0"/>
              </a:rPr>
              <a:t>function [</a:t>
            </a:r>
            <a:r>
              <a:rPr lang="en-US" sz="2533" b="1" dirty="0" err="1">
                <a:solidFill>
                  <a:srgbClr val="002060"/>
                </a:solidFill>
                <a:latin typeface="Courier New" pitchFamily="49" charset="0"/>
                <a:cs typeface="Courier New" pitchFamily="49" charset="0"/>
              </a:rPr>
              <a:t>jVal</a:t>
            </a:r>
            <a:r>
              <a:rPr lang="en-US" sz="2533" b="1" dirty="0">
                <a:solidFill>
                  <a:srgbClr val="002060"/>
                </a:solidFill>
                <a:latin typeface="Courier New" pitchFamily="49" charset="0"/>
                <a:cs typeface="Courier New" pitchFamily="49" charset="0"/>
              </a:rPr>
              <a:t>, gradient] = </a:t>
            </a:r>
            <a:r>
              <a:rPr lang="en-US" sz="2533" b="1" dirty="0" err="1">
                <a:solidFill>
                  <a:srgbClr val="002060"/>
                </a:solidFill>
                <a:latin typeface="Courier New" pitchFamily="49" charset="0"/>
                <a:cs typeface="Courier New" pitchFamily="49" charset="0"/>
              </a:rPr>
              <a:t>costFunction</a:t>
            </a:r>
            <a:r>
              <a:rPr lang="en-US" sz="2533" b="1" dirty="0">
                <a:solidFill>
                  <a:srgbClr val="002060"/>
                </a:solidFill>
                <a:latin typeface="Courier New" pitchFamily="49" charset="0"/>
                <a:cs typeface="Courier New" pitchFamily="49" charset="0"/>
              </a:rPr>
              <a:t>(theta)</a:t>
            </a:r>
          </a:p>
        </p:txBody>
      </p:sp>
      <p:pic>
        <p:nvPicPr>
          <p:cNvPr id="6" name="Picture 5"/>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7413405" y="2510863"/>
            <a:ext cx="1038131" cy="438268"/>
          </a:xfrm>
          <a:prstGeom prst="rect">
            <a:avLst/>
          </a:prstGeom>
        </p:spPr>
      </p:pic>
      <p:sp>
        <p:nvSpPr>
          <p:cNvPr id="16" name="TextBox 15"/>
          <p:cNvSpPr txBox="1"/>
          <p:nvPr/>
        </p:nvSpPr>
        <p:spPr>
          <a:xfrm>
            <a:off x="1865469" y="1427620"/>
            <a:ext cx="8815692" cy="482120"/>
          </a:xfrm>
          <a:prstGeom prst="rect">
            <a:avLst/>
          </a:prstGeom>
          <a:noFill/>
        </p:spPr>
        <p:txBody>
          <a:bodyPr wrap="square" rtlCol="0">
            <a:spAutoFit/>
          </a:bodyPr>
          <a:lstStyle/>
          <a:p>
            <a:r>
              <a:rPr lang="en-US" sz="2533" b="1" dirty="0" err="1">
                <a:solidFill>
                  <a:srgbClr val="002060"/>
                </a:solidFill>
                <a:latin typeface="Courier New" pitchFamily="49" charset="0"/>
                <a:cs typeface="Courier New" pitchFamily="49" charset="0"/>
              </a:rPr>
              <a:t>jVal</a:t>
            </a:r>
            <a:r>
              <a:rPr lang="en-US" sz="2533" b="1" dirty="0">
                <a:solidFill>
                  <a:srgbClr val="002060"/>
                </a:solidFill>
                <a:latin typeface="Courier New" pitchFamily="49" charset="0"/>
                <a:cs typeface="Courier New" pitchFamily="49" charset="0"/>
              </a:rPr>
              <a:t> = [                ];</a:t>
            </a:r>
          </a:p>
        </p:txBody>
      </p:sp>
      <p:sp>
        <p:nvSpPr>
          <p:cNvPr id="18" name="TextBox 17"/>
          <p:cNvSpPr txBox="1"/>
          <p:nvPr/>
        </p:nvSpPr>
        <p:spPr>
          <a:xfrm>
            <a:off x="1870315" y="3613501"/>
            <a:ext cx="9018892" cy="482120"/>
          </a:xfrm>
          <a:prstGeom prst="rect">
            <a:avLst/>
          </a:prstGeom>
          <a:noFill/>
        </p:spPr>
        <p:txBody>
          <a:bodyPr wrap="square" rtlCol="0">
            <a:spAutoFit/>
          </a:bodyPr>
          <a:lstStyle/>
          <a:p>
            <a:r>
              <a:rPr lang="en-US" sz="2533" b="1" dirty="0">
                <a:solidFill>
                  <a:srgbClr val="002060"/>
                </a:solidFill>
                <a:latin typeface="Courier New" pitchFamily="49" charset="0"/>
                <a:cs typeface="Courier New" pitchFamily="49" charset="0"/>
              </a:rPr>
              <a:t>gradient(2) = [                   ];</a:t>
            </a:r>
          </a:p>
        </p:txBody>
      </p:sp>
      <p:sp>
        <p:nvSpPr>
          <p:cNvPr id="19" name="TextBox 18"/>
          <p:cNvSpPr txBox="1"/>
          <p:nvPr/>
        </p:nvSpPr>
        <p:spPr>
          <a:xfrm>
            <a:off x="1871331" y="5934951"/>
            <a:ext cx="9018892" cy="482120"/>
          </a:xfrm>
          <a:prstGeom prst="rect">
            <a:avLst/>
          </a:prstGeom>
          <a:noFill/>
        </p:spPr>
        <p:txBody>
          <a:bodyPr wrap="square" rtlCol="0">
            <a:spAutoFit/>
          </a:bodyPr>
          <a:lstStyle/>
          <a:p>
            <a:r>
              <a:rPr lang="en-US" sz="2533" b="1" dirty="0">
                <a:solidFill>
                  <a:srgbClr val="002060"/>
                </a:solidFill>
                <a:latin typeface="Courier New" pitchFamily="49" charset="0"/>
                <a:cs typeface="Courier New" pitchFamily="49" charset="0"/>
              </a:rPr>
              <a:t>gradient(n+1) = [                   ];</a:t>
            </a:r>
          </a:p>
        </p:txBody>
      </p:sp>
      <p:pic>
        <p:nvPicPr>
          <p:cNvPr id="7" name="Picture 6"/>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7399228" y="3601826"/>
            <a:ext cx="1038131" cy="438268"/>
          </a:xfrm>
          <a:prstGeom prst="rect">
            <a:avLst/>
          </a:prstGeom>
        </p:spPr>
      </p:pic>
      <p:pic>
        <p:nvPicPr>
          <p:cNvPr id="10" name="Picture 9"/>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7766792" y="5937133"/>
            <a:ext cx="1072408" cy="438267"/>
          </a:xfrm>
          <a:prstGeom prst="rect">
            <a:avLst/>
          </a:prstGeom>
        </p:spPr>
      </p:pic>
      <p:pic>
        <p:nvPicPr>
          <p:cNvPr id="15" name="Picture 14"/>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6054747" y="1484329"/>
            <a:ext cx="572931" cy="328088"/>
          </a:xfrm>
          <a:prstGeom prst="rect">
            <a:avLst/>
          </a:prstGeom>
        </p:spPr>
      </p:pic>
      <p:sp>
        <p:nvSpPr>
          <p:cNvPr id="26" name="TextBox 25"/>
          <p:cNvSpPr txBox="1"/>
          <p:nvPr/>
        </p:nvSpPr>
        <p:spPr>
          <a:xfrm>
            <a:off x="3465201" y="1397001"/>
            <a:ext cx="2808112" cy="502766"/>
          </a:xfrm>
          <a:prstGeom prst="rect">
            <a:avLst/>
          </a:prstGeom>
          <a:noFill/>
        </p:spPr>
        <p:txBody>
          <a:bodyPr wrap="square" rtlCol="0">
            <a:spAutoFit/>
          </a:bodyPr>
          <a:lstStyle/>
          <a:p>
            <a:r>
              <a:rPr lang="en-US" sz="2667" dirty="0">
                <a:latin typeface="+mj-lt"/>
                <a:cs typeface="Courier New" pitchFamily="49" charset="0"/>
              </a:rPr>
              <a:t>code to compute</a:t>
            </a:r>
          </a:p>
        </p:txBody>
      </p:sp>
      <p:sp>
        <p:nvSpPr>
          <p:cNvPr id="27" name="TextBox 26"/>
          <p:cNvSpPr txBox="1"/>
          <p:nvPr/>
        </p:nvSpPr>
        <p:spPr>
          <a:xfrm>
            <a:off x="4773675" y="2472069"/>
            <a:ext cx="2808112" cy="502766"/>
          </a:xfrm>
          <a:prstGeom prst="rect">
            <a:avLst/>
          </a:prstGeom>
          <a:noFill/>
        </p:spPr>
        <p:txBody>
          <a:bodyPr wrap="square" rtlCol="0">
            <a:spAutoFit/>
          </a:bodyPr>
          <a:lstStyle/>
          <a:p>
            <a:r>
              <a:rPr lang="en-US" sz="2667" dirty="0">
                <a:latin typeface="+mj-lt"/>
                <a:cs typeface="Courier New" pitchFamily="49" charset="0"/>
              </a:rPr>
              <a:t>code to compute</a:t>
            </a:r>
          </a:p>
        </p:txBody>
      </p:sp>
      <p:sp>
        <p:nvSpPr>
          <p:cNvPr id="28" name="TextBox 27"/>
          <p:cNvSpPr txBox="1"/>
          <p:nvPr/>
        </p:nvSpPr>
        <p:spPr>
          <a:xfrm>
            <a:off x="4745320" y="3587310"/>
            <a:ext cx="2808112" cy="502766"/>
          </a:xfrm>
          <a:prstGeom prst="rect">
            <a:avLst/>
          </a:prstGeom>
          <a:noFill/>
        </p:spPr>
        <p:txBody>
          <a:bodyPr wrap="square" rtlCol="0">
            <a:spAutoFit/>
          </a:bodyPr>
          <a:lstStyle/>
          <a:p>
            <a:r>
              <a:rPr lang="en-US" sz="2667" dirty="0">
                <a:latin typeface="+mj-lt"/>
                <a:cs typeface="Courier New" pitchFamily="49" charset="0"/>
              </a:rPr>
              <a:t>code to compute</a:t>
            </a:r>
          </a:p>
        </p:txBody>
      </p:sp>
      <p:sp>
        <p:nvSpPr>
          <p:cNvPr id="29" name="TextBox 28"/>
          <p:cNvSpPr txBox="1"/>
          <p:nvPr/>
        </p:nvSpPr>
        <p:spPr>
          <a:xfrm>
            <a:off x="5166405" y="5914433"/>
            <a:ext cx="2808112" cy="502766"/>
          </a:xfrm>
          <a:prstGeom prst="rect">
            <a:avLst/>
          </a:prstGeom>
          <a:noFill/>
        </p:spPr>
        <p:txBody>
          <a:bodyPr wrap="square" rtlCol="0">
            <a:spAutoFit/>
          </a:bodyPr>
          <a:lstStyle/>
          <a:p>
            <a:r>
              <a:rPr lang="en-US" sz="2667" dirty="0">
                <a:latin typeface="+mj-lt"/>
                <a:cs typeface="Courier New" pitchFamily="49" charset="0"/>
              </a:rPr>
              <a:t>code to compute</a:t>
            </a:r>
          </a:p>
        </p:txBody>
      </p:sp>
      <p:pic>
        <p:nvPicPr>
          <p:cNvPr id="31" name="Picture 30"/>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2392680" y="5498592"/>
            <a:ext cx="45720" cy="368808"/>
          </a:xfrm>
          <a:prstGeom prst="rect">
            <a:avLst/>
          </a:prstGeom>
        </p:spPr>
      </p:pic>
      <p:sp>
        <p:nvSpPr>
          <p:cNvPr id="20" name="TextBox 19"/>
          <p:cNvSpPr txBox="1"/>
          <p:nvPr/>
        </p:nvSpPr>
        <p:spPr>
          <a:xfrm>
            <a:off x="508000" y="381001"/>
            <a:ext cx="11277600" cy="584775"/>
          </a:xfrm>
          <a:prstGeom prst="rect">
            <a:avLst/>
          </a:prstGeom>
          <a:noFill/>
        </p:spPr>
        <p:txBody>
          <a:bodyPr wrap="square" rtlCol="0">
            <a:spAutoFit/>
          </a:bodyPr>
          <a:lstStyle/>
          <a:p>
            <a:r>
              <a:rPr lang="en-US" sz="3200" b="1" dirty="0" err="1"/>
              <a:t>Optimización</a:t>
            </a:r>
            <a:r>
              <a:rPr lang="en-US" sz="3200" b="1" dirty="0"/>
              <a:t> </a:t>
            </a:r>
            <a:r>
              <a:rPr lang="en-US" sz="3200" b="1" dirty="0" err="1"/>
              <a:t>avanzada</a:t>
            </a:r>
            <a:endParaRPr lang="en-US" sz="3200" b="1" dirty="0"/>
          </a:p>
        </p:txBody>
      </p:sp>
      <p:sp>
        <p:nvSpPr>
          <p:cNvPr id="22" name="TextBox 21"/>
          <p:cNvSpPr txBox="1"/>
          <p:nvPr/>
        </p:nvSpPr>
        <p:spPr>
          <a:xfrm>
            <a:off x="1880663" y="4726931"/>
            <a:ext cx="9018892" cy="482120"/>
          </a:xfrm>
          <a:prstGeom prst="rect">
            <a:avLst/>
          </a:prstGeom>
          <a:noFill/>
        </p:spPr>
        <p:txBody>
          <a:bodyPr wrap="square" rtlCol="0">
            <a:spAutoFit/>
          </a:bodyPr>
          <a:lstStyle/>
          <a:p>
            <a:r>
              <a:rPr lang="en-US" sz="2533" b="1" dirty="0">
                <a:solidFill>
                  <a:srgbClr val="002060"/>
                </a:solidFill>
                <a:latin typeface="Courier New" pitchFamily="49" charset="0"/>
                <a:cs typeface="Courier New" pitchFamily="49" charset="0"/>
              </a:rPr>
              <a:t>gradient(3) = [                   ];</a:t>
            </a:r>
          </a:p>
        </p:txBody>
      </p:sp>
      <p:pic>
        <p:nvPicPr>
          <p:cNvPr id="23" name="Picture 22"/>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7409576" y="4715256"/>
            <a:ext cx="1038131" cy="435819"/>
          </a:xfrm>
          <a:prstGeom prst="rect">
            <a:avLst/>
          </a:prstGeom>
        </p:spPr>
      </p:pic>
      <p:sp>
        <p:nvSpPr>
          <p:cNvPr id="24" name="TextBox 23"/>
          <p:cNvSpPr txBox="1"/>
          <p:nvPr/>
        </p:nvSpPr>
        <p:spPr>
          <a:xfrm>
            <a:off x="4755668" y="4700741"/>
            <a:ext cx="2808112" cy="502766"/>
          </a:xfrm>
          <a:prstGeom prst="rect">
            <a:avLst/>
          </a:prstGeom>
          <a:noFill/>
        </p:spPr>
        <p:txBody>
          <a:bodyPr wrap="square" rtlCol="0">
            <a:spAutoFit/>
          </a:bodyPr>
          <a:lstStyle/>
          <a:p>
            <a:r>
              <a:rPr lang="en-US" sz="2667" dirty="0">
                <a:latin typeface="+mj-lt"/>
                <a:cs typeface="Courier New" pitchFamily="49" charset="0"/>
              </a:rPr>
              <a:t>code to compute</a:t>
            </a:r>
          </a:p>
        </p:txBody>
      </p:sp>
      <p:pic>
        <p:nvPicPr>
          <p:cNvPr id="5" name="Picture 4"/>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3352800" y="1869436"/>
            <a:ext cx="8495792" cy="668528"/>
          </a:xfrm>
          <a:prstGeom prst="rect">
            <a:avLst/>
          </a:prstGeom>
        </p:spPr>
      </p:pic>
      <p:pic>
        <p:nvPicPr>
          <p:cNvPr id="4" name="Picture 3"/>
          <p:cNvPicPr>
            <a:picLocks noChangeAspect="1"/>
          </p:cNvPicPr>
          <p:nvPr>
            <p:custDataLst>
              <p:tags r:id="rId8"/>
            </p:custDataLst>
          </p:nvPr>
        </p:nvPicPr>
        <p:blipFill>
          <a:blip r:embed="rId19" cstate="print">
            <a:extLst>
              <a:ext uri="{28A0092B-C50C-407E-A947-70E740481C1C}">
                <a14:useLocalDpi xmlns:a14="http://schemas.microsoft.com/office/drawing/2010/main" val="0"/>
              </a:ext>
            </a:extLst>
          </a:blip>
          <a:stretch>
            <a:fillRect/>
          </a:stretch>
        </p:blipFill>
        <p:spPr>
          <a:xfrm>
            <a:off x="3306573" y="2995045"/>
            <a:ext cx="3195828" cy="651511"/>
          </a:xfrm>
          <a:prstGeom prst="rect">
            <a:avLst/>
          </a:prstGeom>
        </p:spPr>
      </p:pic>
      <p:pic>
        <p:nvPicPr>
          <p:cNvPr id="11" name="Picture 10"/>
          <p:cNvPicPr>
            <a:picLocks noChangeAspect="1"/>
          </p:cNvPicPr>
          <p:nvPr>
            <p:custDataLst>
              <p:tags r:id="rId9"/>
            </p:custDataLst>
          </p:nvPr>
        </p:nvPicPr>
        <p:blipFill>
          <a:blip r:embed="rId20" cstate="print">
            <a:extLst>
              <a:ext uri="{28A0092B-C50C-407E-A947-70E740481C1C}">
                <a14:useLocalDpi xmlns:a14="http://schemas.microsoft.com/office/drawing/2010/main" val="0"/>
              </a:ext>
            </a:extLst>
          </a:blip>
          <a:stretch>
            <a:fillRect/>
          </a:stretch>
        </p:blipFill>
        <p:spPr>
          <a:xfrm>
            <a:off x="3356570" y="4100027"/>
            <a:ext cx="4135375" cy="651511"/>
          </a:xfrm>
          <a:prstGeom prst="rect">
            <a:avLst/>
          </a:prstGeom>
        </p:spPr>
      </p:pic>
      <p:pic>
        <p:nvPicPr>
          <p:cNvPr id="34" name="Picture 33"/>
          <p:cNvPicPr>
            <a:picLocks noChangeAspect="1"/>
          </p:cNvPicPr>
          <p:nvPr>
            <p:custDataLst>
              <p:tags r:id="rId10"/>
            </p:custDataLst>
          </p:nvPr>
        </p:nvPicPr>
        <p:blipFill>
          <a:blip r:embed="rId21" cstate="print">
            <a:extLst>
              <a:ext uri="{28A0092B-C50C-407E-A947-70E740481C1C}">
                <a14:useLocalDpi xmlns:a14="http://schemas.microsoft.com/office/drawing/2010/main" val="0"/>
              </a:ext>
            </a:extLst>
          </a:blip>
          <a:stretch>
            <a:fillRect/>
          </a:stretch>
        </p:blipFill>
        <p:spPr>
          <a:xfrm>
            <a:off x="3383025" y="5215891"/>
            <a:ext cx="4142232" cy="651511"/>
          </a:xfrm>
          <a:prstGeom prst="rect">
            <a:avLst/>
          </a:prstGeom>
        </p:spPr>
      </p:pic>
      <mc:AlternateContent xmlns:mc="http://schemas.openxmlformats.org/markup-compatibility/2006" xmlns:p14="http://schemas.microsoft.com/office/powerpoint/2010/main">
        <mc:Choice Requires="p14">
          <p:contentPart p14:bwMode="auto" r:id="rId22">
            <p14:nvContentPartPr>
              <p14:cNvPr id="2" name="Ink 1"/>
              <p14:cNvContentPartPr/>
              <p14:nvPr/>
            </p14:nvContentPartPr>
            <p14:xfrm>
              <a:off x="409440" y="0"/>
              <a:ext cx="11711040" cy="5980800"/>
            </p14:xfrm>
          </p:contentPart>
        </mc:Choice>
        <mc:Fallback xmlns="">
          <p:pic>
            <p:nvPicPr>
              <p:cNvPr id="2" name="Ink 1"/>
              <p:cNvPicPr/>
              <p:nvPr/>
            </p:nvPicPr>
            <p:blipFill>
              <a:blip r:embed="rId23"/>
              <a:stretch>
                <a:fillRect/>
              </a:stretch>
            </p:blipFill>
            <p:spPr>
              <a:xfrm>
                <a:off x="400080" y="-9360"/>
                <a:ext cx="11729760" cy="5999520"/>
              </a:xfrm>
              <a:prstGeom prst="rect">
                <a:avLst/>
              </a:prstGeom>
            </p:spPr>
          </p:pic>
        </mc:Fallback>
      </mc:AlternateContent>
    </p:spTree>
    <p:extLst>
      <p:ext uri="{BB962C8B-B14F-4D97-AF65-F5344CB8AC3E}">
        <p14:creationId xmlns:p14="http://schemas.microsoft.com/office/powerpoint/2010/main" val="176320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upo 14">
            <a:extLst>
              <a:ext uri="{FF2B5EF4-FFF2-40B4-BE49-F238E27FC236}">
                <a16:creationId xmlns:a16="http://schemas.microsoft.com/office/drawing/2014/main" id="{1901DBCB-7DC7-4892-B956-25FDE7FE2444}"/>
              </a:ext>
            </a:extLst>
          </p:cNvPr>
          <p:cNvGrpSpPr/>
          <p:nvPr/>
        </p:nvGrpSpPr>
        <p:grpSpPr>
          <a:xfrm>
            <a:off x="1963958" y="2027737"/>
            <a:ext cx="9601066" cy="4704522"/>
            <a:chOff x="1487489" y="1796820"/>
            <a:chExt cx="9601066" cy="4704522"/>
          </a:xfrm>
        </p:grpSpPr>
        <p:pic>
          <p:nvPicPr>
            <p:cNvPr id="6" name="Picture 2" descr="Resultado de imagen de segmentac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87489" y="1930903"/>
              <a:ext cx="6067652" cy="4570439"/>
            </a:xfrm>
            <a:prstGeom prst="rect">
              <a:avLst/>
            </a:prstGeom>
            <a:noFill/>
            <a:extLst>
              <a:ext uri="{909E8E84-426E-40DD-AFC4-6F175D3DCCD1}">
                <a14:hiddenFill xmlns:a14="http://schemas.microsoft.com/office/drawing/2010/main">
                  <a:solidFill>
                    <a:srgbClr val="FFFFFF"/>
                  </a:solidFill>
                </a14:hiddenFill>
              </a:ext>
            </a:extLst>
          </p:spPr>
        </p:pic>
        <p:sp>
          <p:nvSpPr>
            <p:cNvPr id="7" name="6 Elipse"/>
            <p:cNvSpPr/>
            <p:nvPr/>
          </p:nvSpPr>
          <p:spPr>
            <a:xfrm>
              <a:off x="8597352" y="4811160"/>
              <a:ext cx="2491203" cy="790593"/>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2400" dirty="0"/>
                <a:t>Alto valor</a:t>
              </a:r>
            </a:p>
          </p:txBody>
        </p:sp>
        <p:sp>
          <p:nvSpPr>
            <p:cNvPr id="8" name="7 Elipse"/>
            <p:cNvSpPr/>
            <p:nvPr/>
          </p:nvSpPr>
          <p:spPr>
            <a:xfrm>
              <a:off x="8597352" y="3274989"/>
              <a:ext cx="2491203" cy="790593"/>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2400" dirty="0"/>
                <a:t>Valor Medio</a:t>
              </a:r>
            </a:p>
          </p:txBody>
        </p:sp>
        <p:sp>
          <p:nvSpPr>
            <p:cNvPr id="9" name="8 Elipse"/>
            <p:cNvSpPr/>
            <p:nvPr/>
          </p:nvSpPr>
          <p:spPr>
            <a:xfrm>
              <a:off x="8597352" y="1796820"/>
              <a:ext cx="2491203" cy="790593"/>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sz="2400" dirty="0"/>
                <a:t>Poco valor</a:t>
              </a:r>
            </a:p>
          </p:txBody>
        </p:sp>
        <p:cxnSp>
          <p:nvCxnSpPr>
            <p:cNvPr id="10" name="9 Conector recto de flecha"/>
            <p:cNvCxnSpPr/>
            <p:nvPr/>
          </p:nvCxnSpPr>
          <p:spPr>
            <a:xfrm>
              <a:off x="5672546" y="2276872"/>
              <a:ext cx="2535689"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p:nvPr/>
          </p:nvCxnSpPr>
          <p:spPr>
            <a:xfrm>
              <a:off x="7229549" y="3489519"/>
              <a:ext cx="978687"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p:nvPr/>
          </p:nvCxnSpPr>
          <p:spPr>
            <a:xfrm>
              <a:off x="7318520" y="5169705"/>
              <a:ext cx="889715"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grpSp>
      <p:sp>
        <p:nvSpPr>
          <p:cNvPr id="13" name="Título 12">
            <a:extLst>
              <a:ext uri="{FF2B5EF4-FFF2-40B4-BE49-F238E27FC236}">
                <a16:creationId xmlns:a16="http://schemas.microsoft.com/office/drawing/2014/main" id="{FFAA62D6-6D35-493C-B952-ECDA504C3744}"/>
              </a:ext>
            </a:extLst>
          </p:cNvPr>
          <p:cNvSpPr>
            <a:spLocks noGrp="1"/>
          </p:cNvSpPr>
          <p:nvPr>
            <p:ph type="title"/>
          </p:nvPr>
        </p:nvSpPr>
        <p:spPr/>
        <p:txBody>
          <a:bodyPr/>
          <a:lstStyle/>
          <a:p>
            <a:r>
              <a:rPr lang="es-ES" dirty="0"/>
              <a:t>Segmentación (</a:t>
            </a:r>
            <a:r>
              <a:rPr lang="es-ES" dirty="0" err="1"/>
              <a:t>Clustering</a:t>
            </a:r>
            <a:r>
              <a:rPr lang="es-ES" dirty="0"/>
              <a:t>)</a:t>
            </a:r>
            <a:endParaRPr lang="es-BO" dirty="0"/>
          </a:p>
        </p:txBody>
      </p:sp>
      <p:sp>
        <p:nvSpPr>
          <p:cNvPr id="14" name="Marcador de contenido 13">
            <a:extLst>
              <a:ext uri="{FF2B5EF4-FFF2-40B4-BE49-F238E27FC236}">
                <a16:creationId xmlns:a16="http://schemas.microsoft.com/office/drawing/2014/main" id="{B1894091-8F86-45D9-84D7-6A9762D7F2C4}"/>
              </a:ext>
            </a:extLst>
          </p:cNvPr>
          <p:cNvSpPr>
            <a:spLocks noGrp="1"/>
          </p:cNvSpPr>
          <p:nvPr>
            <p:ph idx="1"/>
          </p:nvPr>
        </p:nvSpPr>
        <p:spPr/>
        <p:txBody>
          <a:bodyPr>
            <a:normAutofit/>
          </a:bodyPr>
          <a:lstStyle/>
          <a:p>
            <a:pPr marL="0" indent="0">
              <a:buNone/>
            </a:pPr>
            <a:r>
              <a:rPr lang="es-ES" sz="2800" dirty="0">
                <a:solidFill>
                  <a:srgbClr val="00B050"/>
                </a:solidFill>
              </a:rPr>
              <a:t>Objetivo</a:t>
            </a:r>
            <a:r>
              <a:rPr lang="es-ES" sz="2800" dirty="0"/>
              <a:t>: Organizar en grupos homogéneos</a:t>
            </a:r>
          </a:p>
          <a:p>
            <a:endParaRPr lang="es-BO" sz="2800"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99</a:t>
            </a:fld>
            <a:endParaRPr lang="es-ES"/>
          </a:p>
        </p:txBody>
      </p:sp>
      <p:sp>
        <p:nvSpPr>
          <p:cNvPr id="4" name="2 Título"/>
          <p:cNvSpPr txBox="1">
            <a:spLocks/>
          </p:cNvSpPr>
          <p:nvPr/>
        </p:nvSpPr>
        <p:spPr>
          <a:xfrm>
            <a:off x="609600" y="366184"/>
            <a:ext cx="10972800" cy="854571"/>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Tree>
    <p:extLst>
      <p:ext uri="{BB962C8B-B14F-4D97-AF65-F5344CB8AC3E}">
        <p14:creationId xmlns:p14="http://schemas.microsoft.com/office/powerpoint/2010/main" val="27102851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DF1489C-8A40-429E-A606-CEE080E1F690}"/>
              </a:ext>
            </a:extLst>
          </p:cNvPr>
          <p:cNvSpPr>
            <a:spLocks noGrp="1"/>
          </p:cNvSpPr>
          <p:nvPr>
            <p:ph type="title"/>
          </p:nvPr>
        </p:nvSpPr>
        <p:spPr/>
        <p:txBody>
          <a:bodyPr/>
          <a:lstStyle/>
          <a:p>
            <a:r>
              <a:rPr lang="es-ES" dirty="0"/>
              <a:t>Ejemplos de segmentación</a:t>
            </a:r>
            <a:endParaRPr lang="es-BO" dirty="0"/>
          </a:p>
        </p:txBody>
      </p:sp>
      <p:sp>
        <p:nvSpPr>
          <p:cNvPr id="5" name="Marcador de contenido 4">
            <a:extLst>
              <a:ext uri="{FF2B5EF4-FFF2-40B4-BE49-F238E27FC236}">
                <a16:creationId xmlns:a16="http://schemas.microsoft.com/office/drawing/2014/main" id="{F35E516F-DAC1-452A-A457-EC99F8433725}"/>
              </a:ext>
            </a:extLst>
          </p:cNvPr>
          <p:cNvSpPr>
            <a:spLocks noGrp="1"/>
          </p:cNvSpPr>
          <p:nvPr>
            <p:ph idx="1"/>
          </p:nvPr>
        </p:nvSpPr>
        <p:spPr/>
        <p:txBody>
          <a:bodyPr>
            <a:normAutofit/>
          </a:bodyPr>
          <a:lstStyle/>
          <a:p>
            <a:pPr>
              <a:buFont typeface="Wingdings" panose="05000000000000000000" pitchFamily="2" charset="2"/>
              <a:buChar char="§"/>
            </a:pPr>
            <a:r>
              <a:rPr lang="es-ES" sz="2800" dirty="0"/>
              <a:t>Identificar áreas de similar topografía</a:t>
            </a:r>
          </a:p>
          <a:p>
            <a:pPr>
              <a:buFont typeface="Wingdings" panose="05000000000000000000" pitchFamily="2" charset="2"/>
              <a:buChar char="§"/>
            </a:pPr>
            <a:r>
              <a:rPr lang="es-ES" sz="2800" dirty="0"/>
              <a:t>Buscar tipologías de clientes</a:t>
            </a:r>
          </a:p>
          <a:p>
            <a:pPr>
              <a:buFont typeface="Wingdings" panose="05000000000000000000" pitchFamily="2" charset="2"/>
              <a:buChar char="§"/>
            </a:pPr>
            <a:r>
              <a:rPr lang="es-ES" sz="2800" dirty="0"/>
              <a:t>Entre otros mas …</a:t>
            </a:r>
          </a:p>
          <a:p>
            <a:endParaRPr lang="es-BO" sz="2800"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100</a:t>
            </a:fld>
            <a:endParaRPr lang="es-ES"/>
          </a:p>
        </p:txBody>
      </p:sp>
      <p:sp>
        <p:nvSpPr>
          <p:cNvPr id="13" name="1 Marcador de contenido"/>
          <p:cNvSpPr txBox="1">
            <a:spLocks/>
          </p:cNvSpPr>
          <p:nvPr/>
        </p:nvSpPr>
        <p:spPr>
          <a:xfrm>
            <a:off x="609600" y="1892830"/>
            <a:ext cx="10972800" cy="60346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s-ES" sz="3200" dirty="0"/>
          </a:p>
          <a:p>
            <a:endParaRPr lang="es-ES" sz="2667" dirty="0"/>
          </a:p>
        </p:txBody>
      </p:sp>
      <p:sp>
        <p:nvSpPr>
          <p:cNvPr id="14" name="2 Título"/>
          <p:cNvSpPr txBox="1">
            <a:spLocks/>
          </p:cNvSpPr>
          <p:nvPr/>
        </p:nvSpPr>
        <p:spPr>
          <a:xfrm>
            <a:off x="609600" y="366184"/>
            <a:ext cx="10972800" cy="1142603"/>
          </a:xfrm>
          <a:prstGeom prst="rect">
            <a:avLst/>
          </a:prstGeom>
        </p:spPr>
        <p:txBody>
          <a:bodyPr>
            <a:normAutofit fontScale="97500"/>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Tree>
    <p:extLst>
      <p:ext uri="{BB962C8B-B14F-4D97-AF65-F5344CB8AC3E}">
        <p14:creationId xmlns:p14="http://schemas.microsoft.com/office/powerpoint/2010/main" val="9346733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25CB1B01-82F9-46A0-8DD5-B66C7EB4D570}"/>
              </a:ext>
            </a:extLst>
          </p:cNvPr>
          <p:cNvSpPr>
            <a:spLocks noGrp="1"/>
          </p:cNvSpPr>
          <p:nvPr>
            <p:ph type="title"/>
          </p:nvPr>
        </p:nvSpPr>
        <p:spPr/>
        <p:txBody>
          <a:bodyPr/>
          <a:lstStyle/>
          <a:p>
            <a:r>
              <a:rPr lang="es-ES" dirty="0"/>
              <a:t>Asociación</a:t>
            </a:r>
            <a:endParaRPr lang="es-BO" dirty="0"/>
          </a:p>
        </p:txBody>
      </p:sp>
      <p:sp>
        <p:nvSpPr>
          <p:cNvPr id="8" name="Marcador de contenido 7">
            <a:extLst>
              <a:ext uri="{FF2B5EF4-FFF2-40B4-BE49-F238E27FC236}">
                <a16:creationId xmlns:a16="http://schemas.microsoft.com/office/drawing/2014/main" id="{4D30944C-1F87-49C6-81D1-F85FE93E5052}"/>
              </a:ext>
            </a:extLst>
          </p:cNvPr>
          <p:cNvSpPr>
            <a:spLocks noGrp="1"/>
          </p:cNvSpPr>
          <p:nvPr>
            <p:ph idx="1"/>
          </p:nvPr>
        </p:nvSpPr>
        <p:spPr/>
        <p:txBody>
          <a:bodyPr>
            <a:normAutofit/>
          </a:bodyPr>
          <a:lstStyle/>
          <a:p>
            <a:r>
              <a:rPr lang="es-ES" sz="2800" dirty="0">
                <a:solidFill>
                  <a:srgbClr val="00B050"/>
                </a:solidFill>
              </a:rPr>
              <a:t>Objetivo</a:t>
            </a:r>
            <a:r>
              <a:rPr lang="es-ES" sz="2800" dirty="0"/>
              <a:t>: Identificación de eventos que ocurren juntos o en secuencia</a:t>
            </a:r>
          </a:p>
          <a:p>
            <a:endParaRPr lang="es-BO" sz="2800"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101</a:t>
            </a:fld>
            <a:endParaRPr lang="es-ES"/>
          </a:p>
        </p:txBody>
      </p:sp>
      <p:sp>
        <p:nvSpPr>
          <p:cNvPr id="4" name="2 Título"/>
          <p:cNvSpPr txBox="1">
            <a:spLocks/>
          </p:cNvSpPr>
          <p:nvPr/>
        </p:nvSpPr>
        <p:spPr>
          <a:xfrm>
            <a:off x="609600" y="366184"/>
            <a:ext cx="10972800" cy="950581"/>
          </a:xfrm>
          <a:prstGeom prst="rect">
            <a:avLst/>
          </a:prstGeom>
        </p:spPr>
        <p:txBody>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531" y="3621021"/>
            <a:ext cx="8140700" cy="195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120425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2C8846D8-AFFE-468B-A568-BCBF8661C273}"/>
              </a:ext>
            </a:extLst>
          </p:cNvPr>
          <p:cNvSpPr>
            <a:spLocks noGrp="1"/>
          </p:cNvSpPr>
          <p:nvPr>
            <p:ph type="title"/>
          </p:nvPr>
        </p:nvSpPr>
        <p:spPr/>
        <p:txBody>
          <a:bodyPr/>
          <a:lstStyle/>
          <a:p>
            <a:r>
              <a:rPr lang="es-ES" dirty="0"/>
              <a:t>Ejemplos de asociación</a:t>
            </a:r>
            <a:br>
              <a:rPr lang="es-ES" dirty="0"/>
            </a:br>
            <a:endParaRPr lang="es-BO" dirty="0"/>
          </a:p>
        </p:txBody>
      </p:sp>
      <p:sp>
        <p:nvSpPr>
          <p:cNvPr id="7" name="Marcador de contenido 6">
            <a:extLst>
              <a:ext uri="{FF2B5EF4-FFF2-40B4-BE49-F238E27FC236}">
                <a16:creationId xmlns:a16="http://schemas.microsoft.com/office/drawing/2014/main" id="{81E9959B-5603-43EE-BE49-F9E14D2D30F1}"/>
              </a:ext>
            </a:extLst>
          </p:cNvPr>
          <p:cNvSpPr>
            <a:spLocks noGrp="1"/>
          </p:cNvSpPr>
          <p:nvPr>
            <p:ph idx="1"/>
          </p:nvPr>
        </p:nvSpPr>
        <p:spPr/>
        <p:txBody>
          <a:bodyPr>
            <a:normAutofit/>
          </a:bodyPr>
          <a:lstStyle/>
          <a:p>
            <a:pPr>
              <a:buFont typeface="Wingdings" panose="05000000000000000000" pitchFamily="2" charset="2"/>
              <a:buChar char="§"/>
            </a:pPr>
            <a:r>
              <a:rPr lang="es-ES" sz="2800" dirty="0"/>
              <a:t>Recomendaciones de compra basado en historial de compras y navegación</a:t>
            </a:r>
          </a:p>
          <a:p>
            <a:pPr>
              <a:buFont typeface="Wingdings" panose="05000000000000000000" pitchFamily="2" charset="2"/>
              <a:buChar char="§"/>
            </a:pPr>
            <a:r>
              <a:rPr lang="es-ES" sz="2800" dirty="0"/>
              <a:t>Venta de artículos que se suelen vender juntos.</a:t>
            </a:r>
          </a:p>
          <a:p>
            <a:pPr>
              <a:buFont typeface="Wingdings" panose="05000000000000000000" pitchFamily="2" charset="2"/>
              <a:buChar char="§"/>
            </a:pPr>
            <a:r>
              <a:rPr lang="es-ES" sz="2800" dirty="0"/>
              <a:t>Entre otros mas …</a:t>
            </a:r>
          </a:p>
          <a:p>
            <a:endParaRPr lang="es-BO" sz="2800" dirty="0"/>
          </a:p>
        </p:txBody>
      </p:sp>
      <p:sp>
        <p:nvSpPr>
          <p:cNvPr id="3" name="2 Marcador de número de diapositiva"/>
          <p:cNvSpPr>
            <a:spLocks noGrp="1"/>
          </p:cNvSpPr>
          <p:nvPr>
            <p:ph type="sldNum" sz="quarter" idx="12"/>
          </p:nvPr>
        </p:nvSpPr>
        <p:spPr/>
        <p:txBody>
          <a:bodyPr/>
          <a:lstStyle/>
          <a:p>
            <a:fld id="{BC27CD9C-C814-4D7E-9230-8D1C34D1498B}" type="slidenum">
              <a:rPr lang="es-ES" smtClean="0"/>
              <a:t>102</a:t>
            </a:fld>
            <a:endParaRPr lang="es-ES"/>
          </a:p>
        </p:txBody>
      </p:sp>
      <p:sp>
        <p:nvSpPr>
          <p:cNvPr id="4" name="2 Título"/>
          <p:cNvSpPr txBox="1">
            <a:spLocks/>
          </p:cNvSpPr>
          <p:nvPr/>
        </p:nvSpPr>
        <p:spPr>
          <a:xfrm>
            <a:off x="609600" y="366184"/>
            <a:ext cx="10972800" cy="1142603"/>
          </a:xfrm>
          <a:prstGeom prst="rect">
            <a:avLst/>
          </a:prstGeom>
        </p:spPr>
        <p:txBody>
          <a:bodyPr>
            <a:normAutofit fontScale="97500"/>
          </a:bodyPr>
          <a:lstStyle>
            <a:lvl1pPr algn="l" defTabSz="914400" rtl="0" eaLnBrk="1" latinLnBrk="0" hangingPunct="1">
              <a:spcBef>
                <a:spcPct val="0"/>
              </a:spcBef>
              <a:buNone/>
              <a:defRPr lang="es-ES" sz="2200" b="1" kern="1200" dirty="0" smtClean="0">
                <a:solidFill>
                  <a:srgbClr val="00649D"/>
                </a:solidFill>
                <a:latin typeface="+mj-lt"/>
                <a:ea typeface="+mj-ea"/>
                <a:cs typeface="Arial" panose="020B0604020202020204" pitchFamily="34" charset="0"/>
              </a:defRPr>
            </a:lvl1pPr>
          </a:lstStyle>
          <a:p>
            <a:endParaRPr lang="es-ES" sz="4000" dirty="0"/>
          </a:p>
        </p:txBody>
      </p:sp>
      <p:sp>
        <p:nvSpPr>
          <p:cNvPr id="6" name="1 Marcador de contenido"/>
          <p:cNvSpPr txBox="1">
            <a:spLocks/>
          </p:cNvSpPr>
          <p:nvPr/>
        </p:nvSpPr>
        <p:spPr>
          <a:xfrm>
            <a:off x="609600" y="1412777"/>
            <a:ext cx="10972800" cy="6034617"/>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mj-lt"/>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mj-lt"/>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es-ES" sz="3200" dirty="0"/>
          </a:p>
          <a:p>
            <a:endParaRPr lang="es-ES" sz="3200" dirty="0"/>
          </a:p>
          <a:p>
            <a:endParaRPr lang="es-ES" sz="2667" dirty="0"/>
          </a:p>
        </p:txBody>
      </p:sp>
    </p:spTree>
    <p:extLst>
      <p:ext uri="{BB962C8B-B14F-4D97-AF65-F5344CB8AC3E}">
        <p14:creationId xmlns:p14="http://schemas.microsoft.com/office/powerpoint/2010/main" val="2754901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1$&#10;&#10;$\theta_1 = 0.5$&#10;&#10;% \delta_i^{(l)} = \left(\sum_j W_{ji}^{(l)} \delta_j^{(l+1)}\right) f'(z_i^{(l)})&#10;&#10;&#10;&#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0$&#10;&#10;$\theta_1 = 0.5$&#10;&#10;% \delta_i^{(l)} = \left(\sum_j W_{ji}^{(l)} \delta_j^{(l+1)}\right) f'(z_i^{(l)})&#10;&#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1.5$&#10;&#10;$\theta_1 = 0$&#10;&#10;% \delta_i^{(l)} = \left(\sum_j W_{ji}^{(l)} \delta_j^{(l+1)}\right) f'(z_i^{(l)})&#10;&#10;&#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 \delta_i^{(l)} = \left(\sum_j W_{ji}^{(l)} \delta_j^{(l+1)}\right) f'(z_i^{(l)})&#10;&#10;&#10;&#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0,\theta_1)&#10;$&#10;% \delta_i^{(l)} = \left(\sum_j W_{ji}^{(l)} \delta_j^{(l+1)}\right) f'(z_i^{(l)})&#10;&#10;&#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_1)&#10;$&#10;% \delta_i^{(l)} = \left(\sum_j W_{ji}^{(l)} \delta_j^{(l+1)}\right) f'(z_i^{(l)})&#10;&#10;&#10;&#10;\end{document}"/>
  <p:tag name="IGUANATEXSIZE" val="24"/>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50  + 0.06x&#10;$&#10;% \delta_i^{(l)} = \left(\sum_j W_{ji}^{(l)} \delta_j^{(l+1)}\right) f'(z_i^{(l)})&#10;&#10;&#10;&#10;\end{document}"/>
  <p:tag name="IGUANATEXSIZE" val="3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color{blue}\mathrm{temp}0} := \theta_0 - \alpha \frac{\partial}{\partial \theta_0} J(\theta_0,\theta_1)$ &#10;&#10;${\color{blue}\mathrm{temp}1} := \theta_1 - \alpha \frac{\partial}{\partial \theta_1} J(\theta_0,\theta_1)$ &#10;&#10;$\theta_0 := {\color{blue}\mathrm{temp}0}$&#10;&#10;$\theta_1 := {\color{blue}\mathrm{temp}1}$ &#10;&#10;% \delta_i^{(l)} = \left(\sum_j W_{ji}^{(l)} \delta_j^{(l+1)}\right) f'(z_i^{(l)})&#10;&#10;&#10;&#10;\end{document}"/>
  <p:tag name="IGUANATEXSIZE" val="24"/>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color{blue}\mathrm{temp}0} := \theta_0 - \alpha \frac{\partial}{\partial \theta_0} J(\theta_0,\theta_1)$ &#10;&#10;$\theta_0 := {\color{blue}\mathrm{temp}0}$&#10;&#10;${\color{blue}\mathrm{temp}1} := \theta_1 - \alpha \frac{\partial}{\partial \theta_1} J(\theta_0,\theta_1)$ &#10;&#10;$\theta_1 := {\color{blue}\mathrm{temp}1}$ &#10;&#10;% \delta_i^{(l)} = \left(\sum_j W_{ji}^{(l)} \delta_j^{(l+1)}\right) f'(z_i^{(l)})&#10;&#10;&#10;&#10;\end{document}"/>
  <p:tag name="IGUANATEXSIZE" val="24"/>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displaystyle&#10;\quad\theta_1 := \theta_1 - \alpha \frac{\partial}{\partial \theta_1} J(\theta_1)&#10;$ &#10;&#10;% \delta_i^{(l)} = \left(\sum_j W_{ji}^{(l)} \delta_j^{(l+1)}\right) f'(z_i^{(l)})&#10;&#10;&#10;&#10;\end{document}"/>
  <p:tag name="IGUANATEXSIZE" val="3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repeat until convergence \{&#10;&#10;$&#10;\quad\theta_0 := \theta_0 - \alpha &#10; \frac{1}{m} \sum\limits^{m}_{i=1} \left( h_\theta(x^{(i)}) - y^{(i)} \right)&#10;$&#10;&#10;$&#10;\quad\theta_1 := \theta_1 - \alpha &#10; \frac{1}{m} \sum\limits^{m}_{i=1} \left( h_\theta(x^{(i)}) - y^{(i)} \right)\cdot x^{(i)}&#10;$&#10;&#10;\}&#10;% \delta_i^{(l)} = \left(\sum_j W_{ji}^{(l)} \delta_j^{(l+1)}\right) f'(z_i^{(l)})&#10;&#10;&#10;&#10;\end{document}"/>
  <p:tag name="IGUANATEXSIZE" val="30"/>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10;$&#10;% \delta_i^{(l)} = \left(\sum_j W_{ji}^{(l)} \delta_j^{(l+1)}\right) f'(z_i^{(l)})&#10;&#10;&#10;&#10;\end{document}"/>
  <p:tag name="IGUANATEXSIZE" val="24"/>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1&#10;$&#10;% \delta_i^{(l)} = \left(\sum_j W_{ji}^{(l)} \delta_j^{(l+1)}\right) f'(z_i^{(l)})&#10;&#10;&#10;&#10;\end{document}"/>
  <p:tag name="IGUANATEXSIZE" val="24"/>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10;$&#10;&#10;\end{document}"/>
  <p:tag name="IGUANATEXSIZE" val="24"/>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y&#10;$&#10;&#10;\end{document}"/>
  <p:tag name="IGUANATEXSIZE" val="24"/>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10;&#10;\end{document}"/>
  <p:tag name="IGUANATEXSIZE" val="2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i)}$&#10;&#10;\end{document}"/>
  <p:tag name="IGUANATEXSIZE" val="2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i)}_j$&#10;&#10;\end{document}"/>
  <p:tag name="IGUANATEXSIZE" val="20"/>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i^{th}$&#10;&#10;\end{document}"/>
  <p:tag name="IGUANATEXSIZE" val="20"/>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i^{th}$&#10;&#10;\end{document}"/>
  <p:tag name="IGUANATEXSIZE" val="20"/>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j$&#10;&#10;\end{document}"/>
  <p:tag name="IGUANATEXSIZE" val="20"/>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h_\theta (x) = \theta^T x =  \theta_0 x_0 + \theta_1 x_1 + \theta_2 x_2 + \dots + \theta_n x_n$&#10;&#10;\end{document}"/>
  <p:tag name="IGUANATEXSIZE" val="24"/>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0, \theta_1, \dots, \theta_n$&#10;&#10;\end{document}"/>
  <p:tag name="IGUANATEXSIZE" val="24"/>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displaystyle  J(\theta_0, \theta_1, \dots, \theta_n) = \frac{1}{2m} \sum^{m}_{i=1} (h_\theta (x^{(i)}) - y^{(i)})^2$&#10;&#10;\end{document}"/>
  <p:tag name="IGUANATEXSIZE" val="24"/>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j = 0, \dots, n$&#10;&#10;\end{document}"/>
  <p:tag name="IGUANATEXSIZE" val="20"/>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theta_j := \theta_j - \alpha &#10;\frac{\partial}{\partial \theta_j} J(\theta_0, \dots, \theta_n)&#10;$&#10;&#10;\end{document}"/>
  <p:tag name="IGUANATEXSIZE" val="24"/>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0 := \theta_0 - &#10;\alpha \frac{1}{m} \displaystyle\sum^{m}_{i=1} (h_\theta (x^{(i)}) - y^{(i)})x^{(i)}_0$&#10;&#10;\end{document}"/>
  <p:tag name="IGUANATEXSIZE" val="18"/>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1 := \theta_1 - &#10;\alpha \frac{1}{m} \displaystyle\sum^{m}_{i=1} (h_\theta (x^{(i)}) - y^{(i)})x^{(i)}_1$&#10;&#10;\end{document}"/>
  <p:tag name="IGUANATEXSIZE" val="18"/>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2 := \theta_2 - &#10;\alpha \frac{1}{m} \displaystyle\sum^{m}_{i=1} (h_\theta (x^{(i)}) - y^{(i)})x^{(i)}_2$&#10;&#10;\end{document}"/>
  <p:tag name="IGUANATEXSIZE" val="18"/>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ots $&#10;&#10;&#10;\end{document}"/>
  <p:tag name="IGUANATEXSIZE" val="15"/>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n \geq 1)&#10;$&#10;&#10;\end{document}"/>
  <p:tag name="IGUANATEXSIZE" val="18"/>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3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3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displaystyle  \theta_j := \theta_j - &#10;\alpha \frac{1}{m} \sum^{m}_{i=1} (h_\theta (x^{(i)}) - y^{(i)})x^{(i)}_j$&#10;&#10;\end{document}"/>
  <p:tag name="IGUANATEXSIZE" val="18"/>
</p:tagLst>
</file>

<file path=ppt/tags/tag4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j$&#10;&#10;\end{document}"/>
  <p:tag name="IGUANATEXSIZE" val="18"/>
</p:tagLst>
</file>

<file path=ppt/tags/tag4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j = 0, \dots, n$&#10;&#10;\end{document}"/>
  <p:tag name="IGUANATEXSIZE" val="16"/>
</p:tagLst>
</file>

<file path=ppt/tags/tag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displaystyle  \theta_0 := \theta_0 - \alpha \frac{1}{m} \sum^{m}_{i=1} (h_\theta (x^{(i)}) - y^{(i)})$&#10;&#10;\end{document}"/>
  <p:tag name="IGUANATEXSIZE" val="18"/>
</p:tagLst>
</file>

<file path=ppt/tags/tag4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0, \theta_1$&#10;&#10;\end{document}"/>
  <p:tag name="IGUANATEXSIZE" val="18"/>
</p:tagLst>
</file>

<file path=ppt/tags/tag4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4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4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displaystyle  \theta_1 := \theta_1 - \alpha \frac{1}{m} \sum^{m}_{i=1} (h_\theta (x^{(i)}) - y^{(i)})x^{(i)}$&#10;&#10;\end{document}"/>
  <p:tag name="IGUANATEXSIZE" val="18"/>
</p:tagLst>
</file>

<file path=ppt/tags/tag4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frac{\partial}{\partial \theta_0} J(\theta)&#10;$&#10;&#10;\end{document}"/>
  <p:tag name="IGUANATEXSIZE" val="18"/>
</p:tagLst>
</file>

<file path=ppt/tags/tag4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10;&#10;\end{document}"/>
  <p:tag name="IGUANATEXSIZE" val="24"/>
</p:tagLst>
</file>

<file path=ppt/tags/tag4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10;&#10;\end{document}"/>
  <p:tag name="IGUANATEXSIZE" val="24"/>
</p:tagLst>
</file>

<file path=ppt/tags/tag5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2$&#10;&#10;\end{document}"/>
  <p:tag name="IGUANATEXSIZE" val="24"/>
</p:tagLst>
</file>

<file path=ppt/tags/tag5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1$&#10;&#10;\end{document}"/>
  <p:tag name="IGUANATEXSIZE" val="24"/>
</p:tagLst>
</file>

<file path=ppt/tags/tag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1$&#10;&#10;\end{document}"/>
  <p:tag name="IGUANATEXSIZE" val="24"/>
</p:tagLst>
</file>

<file path=ppt/tags/tag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2$&#10;&#10;\end{document}"/>
  <p:tag name="IGUANATEXSIZE" val="24"/>
</p:tagLst>
</file>

<file path=ppt/tags/tag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 = \frac{size (feet^2)}{2000}$&#10;&#10;\end{document}"/>
  <p:tag name="IGUANATEXSIZE" val="24"/>
</p:tagLst>
</file>

<file path=ppt/tags/tag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 = \frac{numbersdf    of bedrooms}{5}$&#10;&#10;\end{document}"/>
  <p:tag name="IGUANATEXSIZE" val="24"/>
</p:tagLst>
</file>

<file path=ppt/tags/tag5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J(\theta)$&#10;&#10;\end{document}"/>
  <p:tag name="IGUANATEXSIZE" val="24"/>
</p:tagLst>
</file>

<file path=ppt/tags/tag5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J(\theta)$&#10;&#10;\end{document}"/>
  <p:tag name="IGUANATEXSIZE" val="24"/>
</p:tagLst>
</file>

<file path=ppt/tags/tag5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 \leq x_i \leq 1$&#10;&#10;\end{document}"/>
  <p:tag name="IGUANATEXSIZE" val="24"/>
</p:tagLst>
</file>

<file path=ppt/tags/tag5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i$&#10;&#10;&#10;\end{document}"/>
  <p:tag name="IGUANATEXSIZE" val="20"/>
</p:tagLst>
</file>

<file path=ppt/tags/tag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i - \mu_i$&#10;&#10;&#10;\end{document}"/>
  <p:tag name="IGUANATEXSIZE" val="20"/>
</p:tagLst>
</file>

<file path=ppt/tags/tag6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0 = 1$&#10;&#10;&#10;\end{document}"/>
  <p:tag name="IGUANATEXSIZE" val="20"/>
</p:tagLst>
</file>

<file path=ppt/tags/tag6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2 = \frac{\#bedrooms - 2}{5}$&#10;&#10;&#10;\end{document}"/>
  <p:tag name="IGUANATEXSIZE" val="24"/>
</p:tagLst>
</file>

<file path=ppt/tags/tag6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0.5 \leq x_1 \leq 0.5, -0.5 \leq x_2 \leq 0.5$&#10;&#10;&#10;\end{document}"/>
  <p:tag name="IGUANATEXSIZE" val="20"/>
</p:tagLst>
</file>

<file path=ppt/tags/tag6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_1 = \frac{size - 1000}{2000}$&#10;&#10;&#10;\end{document}"/>
  <p:tag name="IGUANATEXSIZE" val="24"/>
</p:tagLst>
</file>

<file path=ppt/tags/tag6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_j := \theta_j - \alpha \frac{\partial}{\partial \theta_j} J(\theta)&#10;$&#10;&#10;\end{document}"/>
  <p:tag name="IGUANATEXSIZE" val="32"/>
</p:tagLst>
</file>

<file path=ppt/tags/tag6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32"/>
</p:tagLst>
</file>

<file path=ppt/tags/tag6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displaystyle&#10;\min_\theta J(\theta)&#10;$&#10;&#10;\end{document}"/>
  <p:tag name="IGUANATEXSIZE" val="24"/>
</p:tagLst>
</file>

<file path=ppt/tags/tag6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J(\theta)&#10;$&#10;&#10;\end{document}"/>
  <p:tag name="IGUANATEXSIZE" val="24"/>
</p:tagLst>
</file>

<file path=ppt/tags/tag6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3}&#10;$&#10;&#10;\end{document}"/>
  <p:tag name="IGUANATEXSIZE" val="24"/>
</p:tagLst>
</file>

<file path=ppt/tags/tag7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4"/>
</p:tagLst>
</file>

<file path=ppt/tags/tag7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J(\theta)&#10;$&#10;&#10;\end{document}"/>
  <p:tag name="IGUANATEXSIZE" val="16"/>
</p:tagLst>
</file>

<file path=ppt/tags/tag7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J(\theta)&#10;$&#10;&#10;\end{document}"/>
  <p:tag name="IGUANATEXSIZE" val="16"/>
</p:tagLst>
</file>

<file path=ppt/tags/tag7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4"/>
</p:tagLst>
</file>

<file path=ppt/tags/tag7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J(\theta)&#10;$&#10;&#10;\end{document}"/>
  <p:tag name="IGUANATEXSIZE" val="24"/>
</p:tagLst>
</file>

<file path=ppt/tags/tag7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alpha&#10;$&#10;&#10;\end{document}"/>
  <p:tag name="IGUANATEXSIZE" val="24"/>
</p:tagLst>
</file>

<file path=ppt/tags/tag7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J(\theta)&#10;$&#10;&#10;\end{document}"/>
  <p:tag name="IGUANATEXSIZE" val="16"/>
</p:tagLst>
</file>

<file path=ppt/tags/tag7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h_\theta(x) = \theta_0 + \theta_1 x_1 + \theta_2 x_2 + \theta_3 x_3&#10;$&#10;&#10;\end{document}"/>
  <p:tag name="IGUANATEXSIZE" val="20"/>
</p:tagLst>
</file>

<file path=ppt/tags/tag7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 \theta_0 + \theta_1 (size) + \theta_2 (size)^2 + \theta_3 (size)^3&#10;$&#10;&#10;\end{document}"/>
  <p:tag name="IGUANATEXSIZE" val="20"/>
</p:tagLst>
</file>

<file path=ppt/tags/tag7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1 = (size)&#10;$&#10;&#10;\end{document}"/>
  <p:tag name="IGUANATEXSIZE" val="20"/>
</p:tagLst>
</file>

<file path=ppt/tags/tag8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2 = (size)^2&#10;$&#10;&#10;\end{document}"/>
  <p:tag name="IGUANATEXSIZE" val="20"/>
</p:tagLst>
</file>

<file path=ppt/tags/tag8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3 = (size)^3&#10;$&#10;&#10;\end{document}"/>
  <p:tag name="IGUANATEXSIZE" val="20"/>
</p:tagLst>
</file>

<file path=ppt/tags/tag8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_0 + \theta_1 x + \theta_2 x^2&#10;$&#10;&#10;\end{document}"/>
  <p:tag name="IGUANATEXSIZE" val="24"/>
</p:tagLst>
</file>

<file path=ppt/tags/tag8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_0 + \theta_1 x + \theta_2 x^2 + \theta_3 x^3&#10;$&#10;&#10;\end{document}"/>
  <p:tag name="IGUANATEXSIZE" val="24"/>
</p:tagLst>
</file>

<file path=ppt/tags/tag8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h_\theta (x) = \theta_0 + \theta_1 (size) + \theta_2 (size)^2&#10;$&#10;&#10;\end{document}"/>
  <p:tag name="IGUANATEXSIZE" val="20"/>
</p:tagLst>
</file>

<file path=ppt/tags/tag8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h_\theta (x) = \theta_0 + \theta_1 (size) + \theta_2 \sqrt{(size)}&#10;$&#10;&#10;\end{document}"/>
  <p:tag name="IGUANATEXSIZE" val="20"/>
</p:tagLst>
</file>

<file path=ppt/tags/tag8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10; $(\theta \in \mathbb{R})$&#10;&#10;\end{document}"/>
  <p:tag name="IGUANATEXSIZE" val="24"/>
</p:tagLst>
</file>

<file path=ppt/tags/tag8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10;$&#10;J(\theta) = a\theta^2 + b\theta + c&#10;$&#10;&#10;\end{document}"/>
  <p:tag name="IGUANATEXSIZE" val="24"/>
</p:tagLst>
</file>

<file path=ppt/tags/tag8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10;$&#10;% \delta_i^{(l)} = \left(\sum_j W_{ji}^{(l)} \delta_j^{(l+1)}\right) f'(z_i^{(l)})&#10;&#10;&#10;&#10;\end{document}"/>
  <p:tag name="IGUANATEXSIZE" val="24"/>
</p:tagLst>
</file>

<file path=ppt/tags/tag8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10;$ &#10;&#10;% \delta_i^{(l)} = \left(\sum_j W_{ji}^{(l)} \delta_j^{(l+1)}\right) f'(z_i^{(l)})&#10;&#10;&#10;&#10;\end{document}"/>
  <p:tag name="IGUANATEXSIZE" val="24"/>
</p:tagLst>
</file>

<file path=ppt/tags/tag9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10;$&#10;\theta \in \mathbb{R}^{n+1}&#10;$&#10;&#10;\end{document}"/>
  <p:tag name="IGUANATEXSIZE" val="24"/>
</p:tagLst>
</file>

<file path=ppt/tags/tag9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10;$&#10;\displaystyle&#10;J(\theta_0, \theta_1, \dots, \theta_m) = \frac{1}{2m} \sum^{m}_{i=1} (h_\theta(x^{(i)}) - y^{(i)})^2&#10;$&#10;&#10;\end{document}"/>
  <p:tag name="IGUANATEXSIZE" val="24"/>
</p:tagLst>
</file>

<file path=ppt/tags/tag9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10;$&#10;\frac{\partial}{\partial\theta_j} J(\theta) = \dots = 0&#10;$&#10;&#10;\end{document}"/>
  <p:tag name="IGUANATEXSIZE" val="24"/>
</p:tagLst>
</file>

<file path=ppt/tags/tag9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10;$&#10;j&#10;$&#10;&#10;\end{document}"/>
  <p:tag name="IGUANATEXSIZE" val="24"/>
</p:tagLst>
</file>

<file path=ppt/tags/tag9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amssymb}&#10;\pagestyle{empty}&#10;\begin{document}&#10;&#10;&#10;$&#10;\theta_0, \theta_1, \dots, \theta_n&#10;$&#10;&#10;\end{document}"/>
  <p:tag name="IGUANATEXSIZE" val="24"/>
</p:tagLst>
</file>

<file path=ppt/tags/tag9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0&#10;$&#10;&#10;\end{document}"/>
  <p:tag name="IGUANATEXSIZE" val="20"/>
</p:tagLst>
</file>

<file path=ppt/tags/tag9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1&#10;$&#10;&#10;\end{document}"/>
  <p:tag name="IGUANATEXSIZE" val="20"/>
</p:tagLst>
</file>

<file path=ppt/tags/tag9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2&#10;$&#10;&#10;\end{document}"/>
  <p:tag name="IGUANATEXSIZE" val="20"/>
</p:tagLst>
</file>

<file path=ppt/tags/tag9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3&#10;$&#10;&#10;\end{document}"/>
  <p:tag name="IGUANATEXSIZE" val="20"/>
</p:tagLst>
</file>

<file path=ppt/tags/tag9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10;$&#10;&#10;\end{document}"/>
  <p:tag name="IGUANATEXSIZE" val="20"/>
</p:tagLst>
</file>

<file path=ppt/tags/tag10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4&#10;$&#10;&#10;\end{document}"/>
  <p:tag name="IGUANATEXSIZE" val="20"/>
</p:tagLst>
</file>

<file path=ppt/tags/tag10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 = \begin{bmatrix}&#10;1 &amp; 2104 &amp; 5 &amp; 1 &amp; 45 \\&#10;1 &amp; 1416 &amp; 3 &amp; 2 &amp; 40 \\&#10;1 &amp; 1534 &amp; 3 &amp; 2 &amp; 30 \\&#10;1 &amp; 852 &amp; 2 &amp; 1 &amp; 36 \\&#10;\end{bmatrix}&#10;$&#10;&#10;\end{document}"/>
  <p:tag name="IGUANATEXSIZE" val="20"/>
</p:tagLst>
</file>

<file path=ppt/tags/tag10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 = \begin{bmatrix}&#10; 460\\&#10; 232\\&#10; 315\\&#10; 178&#10;\end{bmatrix}&#10;$&#10;&#10;\end{document}"/>
  <p:tag name="IGUANATEXSIZE" val="20"/>
</p:tagLst>
</file>

<file path=ppt/tags/tag10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 = (X^TX)^{-1}X^Ty&#10;$&#10;&#10;\end{document}"/>
  <p:tag name="IGUANATEXSIZE" val="20"/>
</p:tagLst>
</file>

<file path=ppt/tags/tag10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0&#10;$&#10;&#10;\end{document}"/>
  <p:tag name="IGUANATEXSIZE" val="20"/>
</p:tagLst>
</file>

<file path=ppt/tags/tag10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1&#10;$&#10;&#10;\end{document}"/>
  <p:tag name="IGUANATEXSIZE" val="20"/>
</p:tagLst>
</file>

<file path=ppt/tags/tag10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2&#10;$&#10;&#10;\end{document}"/>
  <p:tag name="IGUANATEXSIZE" val="20"/>
</p:tagLst>
</file>

<file path=ppt/tags/tag10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3&#10;$&#10;&#10;\end{document}"/>
  <p:tag name="IGUANATEXSIZE" val="20"/>
</p:tagLst>
</file>

<file path=ppt/tags/tag10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10;$&#10;&#10;\end{document}"/>
  <p:tag name="IGUANATEXSIZE" val="20"/>
</p:tagLst>
</file>

<file path=ppt/tags/tag10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_4&#10;$&#10;&#10;\end{document}"/>
  <p:tag name="IGUANATEXSIZE" val="20"/>
</p:tagLst>
</file>

<file path=ppt/tags/tag1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 = \begin{bmatrix}&#10;1 &amp; 2104 &amp; 5 &amp; 1 &amp; 45 \\&#10;1 &amp; 1416 &amp; 3 &amp; 2 &amp; 40 \\&#10;1 &amp; 1534 &amp; 3 &amp; 2 &amp; 30 \\&#10;1 &amp; 852 &amp; 2 &amp; 1 &amp; 36 \\&#10;1 &amp; 3000 &amp; 4 &amp; 1 &amp; 38&#10;\end{bmatrix}&#10;$&#10;&#10;\end{document}"/>
  <p:tag name="IGUANATEXSIZE" val="18"/>
</p:tagLst>
</file>

<file path=ppt/tags/tag1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 = \begin{bmatrix}&#10; 460\\&#10; 232\\&#10; 315\\&#10; 178\\&#10;540&#10;\end{bmatrix}&#10;$&#10;&#10;\end{document}"/>
  <p:tag name="IGUANATEXSIZE" val="18"/>
</p:tagLst>
</file>

<file path=ppt/tags/tag1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 = (X^TX)^{-1}X^Ty&#10;$&#10;&#10;\end{document}"/>
  <p:tag name="IGUANATEXSIZE" val="20"/>
</p:tagLst>
</file>

<file path=ppt/tags/tag1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lpha$&#10;&#10;&#10;\end{document}"/>
  <p:tag name="IGUANATEXSIZE" val="28"/>
</p:tagLst>
</file>

<file path=ppt/tags/tag1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X^TX)^{-1}$&#10;&#10;&#10;\end{document}"/>
  <p:tag name="IGUANATEXSIZE" val="28"/>
</p:tagLst>
</file>

<file path=ppt/tags/tag1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lpha$&#10;&#10;&#10;\end{document}"/>
  <p:tag name="IGUANATEXSIZE" val="28"/>
</p:tagLst>
</file>

<file path=ppt/tags/tag1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theta = (X^T X)^{-1} X^Ty&#10;$&#10;&#10;\end{document}"/>
  <p:tag name="IGUANATEXSIZE" val="32"/>
</p:tagLst>
</file>

<file path=ppt/tags/tag1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TX&#10;$&#10;&#10;\end{document}"/>
  <p:tag name="IGUANATEXSIZE" val="28"/>
</p:tagLst>
</file>

<file path=ppt/tags/tag1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y \in \{0,1\}&#10;$&#10;&#10;\end{document}"/>
  <p:tag name="IGUANATEXSIZE" val="36"/>
</p:tagLst>
</file>

<file path=ppt/tags/tag1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h_\theta(x)&lt; 0.5&#10;$&#10;&#10;\end{document}"/>
  <p:tag name="IGUANATEXSIZE" val="30"/>
</p:tagLst>
</file>

<file path=ppt/tags/tag1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h_\theta(x)\ge 0.5&#10;$&#10;&#10;\end{document}"/>
  <p:tag name="IGUANATEXSIZE" val="30"/>
</p:tagLst>
</file>

<file path=ppt/tags/tag1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h_\theta(x)&#10;$&#10;&#10;\end{document}"/>
  <p:tag name="IGUANATEXSIZE" val="30"/>
</p:tagLst>
</file>

<file path=ppt/tags/tag1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0 \le h_\theta(x) \le 1&#10;$&#10;&#10;\end{document}"/>
  <p:tag name="IGUANATEXSIZE" val="30"/>
</p:tagLst>
</file>

<file path=ppt/tags/tag12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 (x) = g(\theta^Tx)&#10;$&#10;&#10;\end{document}"/>
  <p:tag name="IGUANATEXSIZE" val="28"/>
</p:tagLst>
</file>

<file path=ppt/tags/tag12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g(z) = \frac{1}{1+e^{-z}}&#10;$&#10;&#10;\end{document}"/>
  <p:tag name="IGUANATEXSIZE" val="28"/>
</p:tagLst>
</file>

<file path=ppt/tags/tag1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0 \le h_\theta(x) \le 1&#10;$&#10;&#10;\end{document}"/>
  <p:tag name="IGUANATEXSIZE" val="30"/>
</p:tagLst>
</file>

<file path=ppt/tags/tag1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h_\theta(x)&#10;$&#10;&#10;\end{document}"/>
  <p:tag name="IGUANATEXSIZE" val="30"/>
</p:tagLst>
</file>

<file path=ppt/tags/tag1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displaystyle&#10;x = \left[ &#10;\begin{array}{c}&#10;x_0 \\&#10;x_1 &#10;\end{array}&#10;\right]&#10;$&#10;$&#10;= \left[ &#10;\begin{array}{c}&#10;1 \\&#10;\mathrm{tumorSize}&#10;\end{array}&#10;\right]&#10;$&#10;&#10;&#10;\end{document}"/>
  <p:tag name="IGUANATEXSIZE" val="30"/>
</p:tagLst>
</file>

<file path=ppt/tags/tag1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h_\theta(x) =0.7&#10;$&#10;&#10;\end{document}"/>
  <p:tag name="IGUANATEXSIZE" val="30"/>
</p:tagLst>
</file>

<file path=ppt/tags/tag1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 \displaystyle&#10;P(y=0 |x;\theta) + P(y=1 |x;\theta) = 1&#10;$&#10;&#10;&#10;$ \displaystyle&#10;P(y=0 |x;\theta) = 1 - P(y=1 |x;\theta) &#10;$&#10;&#10;&#10;\end{document}"/>
  <p:tag name="IGUANATEXSIZE" val="30"/>
</p:tagLst>
</file>

<file path=ppt/tags/tag1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 (x) = g(\theta^Tx)&#10;$&#10;&#10;\end{document}"/>
  <p:tag name="IGUANATEXSIZE" val="28"/>
</p:tagLst>
</file>

<file path=ppt/tags/tag1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g(z) = \frac{1}{1+e^{-z}}&#10;$&#10;&#10;\end{document}"/>
  <p:tag name="IGUANATEXSIZE" val="28"/>
</p:tagLst>
</file>

<file path=ppt/tags/tag13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y = 1&#10;$&#10;&#10;\end{document}"/>
  <p:tag name="IGUANATEXSIZE" val="28"/>
</p:tagLst>
</file>

<file path=ppt/tags/tag13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geq 0.5&#10;$&#10;&#10;\end{document}"/>
  <p:tag name="IGUANATEXSIZE" val="28"/>
</p:tagLst>
</file>

<file path=ppt/tags/tag13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y = 0&#10;$&#10;&#10;\end{document}"/>
  <p:tag name="IGUANATEXSIZE" val="28"/>
</p:tagLst>
</file>

<file path=ppt/tags/tag13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lt; 0.5&#10;$&#10;&#10;\end{document}"/>
  <p:tag name="IGUANATEXSIZE" val="28"/>
</p:tagLst>
</file>

<file path=ppt/tags/tag1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displaystyle&#10;x \in \left[ &#10;\begin{array}{c}&#10;x_0 \\&#10;x_1 \\&#10;\cdots \\&#10;x_n&#10;\end{array}&#10;\right]&#10;$&#10;&#10;&#10;\end{document}"/>
  <p:tag name="IGUANATEXSIZE" val="30"/>
</p:tagLst>
</file>

<file path=ppt/tags/tag1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x_0 = 1, y\in\{0,1\}&#10;$&#10;&#10;&#10;\end{document}"/>
  <p:tag name="IGUANATEXSIZE" val="30"/>
</p:tagLst>
</file>

<file path=ppt/tags/tag13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displaystyle&#10;h_\theta(x) = \frac{1}{1+e^{-\theta^Tx}}&#10;$&#10;&#10;\end{document}"/>
  <p:tag name="IGUANATEXSIZE" val="36"/>
</p:tagLst>
</file>

<file path=ppt/tags/tag13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m} \sum\limits^{m}_{i=1} \frac{1}{2} \left( h_\theta(x^{(i)}) - y^{(i)} \right)^2&#10;$&#10;% \delta_i^{(l)} = \left(\sum_j W_{ji}^{(l)} \delta_j^{(l+1)}\right) f'(z_i^{(l)})&#10;&#10;&#10;&#10;\end{document}"/>
  <p:tag name="IGUANATEXSIZE" val="24"/>
</p:tagLst>
</file>

<file path=ppt/tags/tag14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mathrm{Cost}(h_\theta(x^{(i)}),y^{(i)}) = \frac{1}{2} \left( h_\theta(x^{(i)}) - y^{(i)} \right)^2&#10;$&#10;% \delta_i^{(l)} = \left(\sum_j W_{ji}^{(l)} \delta_j^{(l+1)}\right) f'(z_i^{(l)})&#10;&#10;&#10;&#10;\end{document}"/>
  <p:tag name="IGUANATEXSIZE" val="24"/>
</p:tagLst>
</file>

<file path=ppt/tags/tag14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mathrm{Cost}(h_\theta(x),y) = &#10;\left\{ \begin{array}{rl}&#10;- \mathrm{log}(h_\theta(x)) &amp;\mbox{if $y = 1$} \\&#10;- \mathrm{log}(1-h_\theta(x)) &amp;\mbox{if $y = 0$} &#10;\end{array} \right.&#10;$&#10;% \delta_i^{(l)} = \left(\sum_j W_{ji}^{(l)} \delta_j^{(l+1)}\right) f'(z_i^{(l)})&#10;&#10;&#10;&#10;\end{document}"/>
  <p:tag name="IGUANATEXSIZE" val="24"/>
</p:tagLst>
</file>

<file path=ppt/tags/tag14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ost = 0 if &#10;$ \displaystyle&#10;y = 1, h_\theta(x) = 1&#10;$&#10;&#10;\begin{tabular}{ll}&#10;But as &amp; &#10;$ \displaystyle&#10;h_\theta(x) \rightarrow 0&#10;$&#10;\\&#10;&amp;&#10;$ \displaystyle&#10;Cost \rightarrow \infty&#10;$&#10;\end{tabular}&#10;&#10;\hspace{3mm}&#10;&#10;Captures intuition that if $h_\theta(x) = 0$,&#10;&#10;(predict $P(y=1|x;\theta) = 0)$, but $y=1$, &#10;&#10;we'll penalize learning algorithm by a very &#10;&#10;large cost.&#10;&#10;\end{document}"/>
  <p:tag name="IGUANATEXSIZE" val="20"/>
</p:tagLst>
</file>

<file path=ppt/tags/tag14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mathrm{Cost}(h_\theta(x),y) = &#10;\left\{ \begin{array}{rl}&#10;- \mathrm{log}(h_\theta(x)) &amp;\mbox{if $y = 1$} \\&#10;- \mathrm{log}(1-h_\theta(x)) &amp;\mbox{if $y = 0$} &#10;\end{array} \right.&#10;$&#10;% \delta_i^{(l)} = \left(\sum_j W_{ji}^{(l)} \delta_j^{(l+1)}\right) f'(z_i^{(l)})&#10;&#10;&#10;&#10;\end{document}"/>
  <p:tag name="IGUANATEXSIZE" val="24"/>
</p:tagLst>
</file>

<file path=ppt/tags/tag14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m} \sum\limits^{m}_{i=1} \mathrm{Cost}(h_\theta(x^{(i)}),y^{(i)}) &#10;$&#10;% \delta_i^{(l)} = \left(\sum_j W_{ji}^{(l)} \delta_j^{(l+1)}\right) f'(z_i^{(l)})&#10;&#10;&#10;&#10;\end{document}"/>
  <p:tag name="IGUANATEXSIZE" val="24"/>
</p:tagLst>
</file>

<file path=ppt/tags/tag14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Note: $&#10;y = 0 $ or 1 always&#10;&#10;&#10;\end{document}"/>
  <p:tag name="IGUANATEXSIZE" val="30"/>
</p:tagLst>
</file>

<file path=ppt/tags/tag14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 = -\frac{1}{m}[ \sum\limits^{m}_{i=1} y^{(i)} \log {h_\theta(x^{(i)})}+ (1-y^{(i)}) \log {(1 - h_\theta(x^{(i)})})]&#10;$&#10;% \delta_i^{(l)} = \left(\sum_j W_{ji}^{(l)} \delta_j^{(l+1)}\right) f'(z_i^{(l)})&#10;&#10;&#10;&#10;\end{document}"/>
  <p:tag name="IGUANATEXSIZE" val="24"/>
</p:tagLst>
</file>

<file path=ppt/tags/tag14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m} \sum\limits^{m}_{i=1} \mathrm{Cost}(h_\theta(x^{(i)}),y^{(i)}) &#10;$&#10;% \delta_i^{(l)} = \left(\sum_j W_{ji}^{(l)} \delta_j^{(l+1)}\right) f'(z_i^{(l)})&#10;&#10;&#10;&#10;\end{document}"/>
  <p:tag name="IGUANATEXSIZE" val="24"/>
</p:tagLst>
</file>

<file path=ppt/tags/tag14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min_\theta J(\theta)&#10;\]&#10;&#10;&#10;&#10;\end{document}"/>
  <p:tag name="IGUANATEXSIZE" val="24"/>
</p:tagLst>
</file>

<file path=ppt/tags/tag14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frac{1}{1 + e^{- \theta^Tx}}&#10;$&#10;&#10;&#10;&#10;\end{document}"/>
  <p:tag name="IGUANATEXSIZE" val="24"/>
</p:tagLst>
</file>

<file path=ppt/tags/tag15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min_\theta J(\theta)&#10;$&#10;&#10;&#10;&#10;\end{document}"/>
  <p:tag name="IGUANATEXSIZE" val="24"/>
</p:tagLst>
</file>

<file path=ppt/tags/tag15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m}[ \sum\limits^{m}_{i=1} y^{(i)} \log {h_\theta(x^{(i)})}+ (1-y^{(i)}) \log {(1 - h_\theta(x^{(i)})})]&#10;$&#10;% \delta_i^{(l)} = \left(\sum_j W_{ji}^{(l)} \delta_j^{(l+1)}\right) f'(z_i^{(l)})&#10;&#10;&#10;&#10;\end{document}"/>
  <p:tag name="IGUANATEXSIZE" val="24"/>
</p:tagLst>
</file>

<file path=ppt/tags/tag15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15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15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theta_j := \theta_j - \alpha &#10;\frac{\partial}{\partial \theta_j} J(\theta)&#10;$&#10;&#10;\end{document}"/>
  <p:tag name="IGUANATEXSIZE" val="24"/>
</p:tagLst>
</file>

<file path=ppt/tags/tag15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_j$&#10;\end{document}"/>
  <p:tag name="IGUANATEXSIZE" val="20"/>
</p:tagLst>
</file>

<file path=ppt/tags/tag15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10;$&#10;&#10;&#10;&#10;\end{document}"/>
  <p:tag name="IGUANATEXSIZE" val="24"/>
</p:tagLst>
</file>

<file path=ppt/tags/tag15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min_\theta J(\theta)&#10;$&#10;&#10;&#10;&#10;\end{document}"/>
  <p:tag name="IGUANATEXSIZE" val="24"/>
</p:tagLst>
</file>

<file path=ppt/tags/tag15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10;$&#10;&#10;&#10;&#10;\end{document}"/>
  <p:tag name="IGUANATEXSIZE" val="24"/>
</p:tagLst>
</file>

<file path=ppt/tags/tag15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partial}{\partial\theta_j}J(\theta)&#10;$&#10;&#10;&#10;&#10;\end{document}"/>
  <p:tag name="IGUANATEXSIZE" val="24"/>
</p:tagLst>
</file>

<file path=ppt/tags/tag16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theta_j := \theta_j - \alpha &#10;\frac{\partial}{\partial \theta_j} J(\theta)&#10;$&#10;&#10;\end{document}"/>
  <p:tag name="IGUANATEXSIZE" val="24"/>
</p:tagLst>
</file>

<file path=ppt/tags/tag16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 = \begin{bmatrix}&#10;\theta_1\\&#10;\theta_2&#10;\end{bmatrix}&#10;$&#10;&#10;&#10;&#10;\end{document}"/>
  <p:tag name="IGUANATEXSIZE" val="24"/>
</p:tagLst>
</file>

<file path=ppt/tags/tag16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theta_1 - 5)^2 + (\theta_2-5)^2&#10;$&#10;&#10;&#10;&#10;\end{document}"/>
  <p:tag name="IGUANATEXSIZE" val="24"/>
</p:tagLst>
</file>

<file path=ppt/tags/tag16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partial}{\partial\theta_1} J(\theta) = 2(\theta_1 -5)&#10;$&#10;&#10;&#10;&#10;\end{document}"/>
  <p:tag name="IGUANATEXSIZE" val="24"/>
</p:tagLst>
</file>

<file path=ppt/tags/tag16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partial}{\partial\theta_2} J(\theta) = 2(\theta_2 -5)&#10;$&#10;&#10;&#10;&#10;\end{document}"/>
  <p:tag name="IGUANATEXSIZE" val="24"/>
</p:tagLst>
</file>

<file path=ppt/tags/tag16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i)}(x) = P(y=i|x;\theta)&#10;$&#10;&#10;&#10;\end{document}"/>
  <p:tag name="IGUANATEXSIZE" val="24"/>
</p:tagLst>
</file>

<file path=ppt/tags/tag16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  (i=1,2,3)$&#10;&#10;&#10;\end{document}"/>
  <p:tag name="IGUANATEXSIZE" val="24"/>
</p:tagLst>
</file>

<file path=ppt/tags/tag16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i)}(x)&#10;$&#10;\end{document}"/>
  <p:tag name="IGUANATEXSIZE" val="28"/>
</p:tagLst>
</file>

<file path=ppt/tags/tag16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displaystyle&#10;\max_i h_\theta^{(i)}(x)&#10;$&#10;\end{document}"/>
  <p:tag name="IGUANATEXSIZE" val="28"/>
</p:tagLst>
</file>

<file path=ppt/tags/tag16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sum\limits^{m}_{i=1} (h_\theta(x^{(i)})-y^{(i)})^2 \approx 0&#10;$&#10;&#10;\end{document}"/>
  <p:tag name="IGUANATEXSIZE" val="16"/>
</p:tagLst>
</file>

<file path=ppt/tags/tag17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10;$&#10;&#10;\end{document}"/>
  <p:tag name="IGUANATEXSIZE" val="24"/>
</p:tagLst>
</file>

<file path=ppt/tags/tag17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10;$&#10;&#10;\end{document}"/>
  <p:tag name="IGUANATEXSIZE" val="24"/>
</p:tagLst>
</file>

<file path=ppt/tags/tag17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 + \theta_3 x^3 + \theta_4 x^4&#10;$&#10;&#10;\end{document}"/>
  <p:tag name="IGUANATEXSIZE" val="24"/>
</p:tagLst>
</file>

<file path=ppt/tags/tag17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 = g(\theta_0 + \theta_1 x_1 + \theta_2 x_2)&#10;$&#10;&#10;\end{document}"/>
  <p:tag name="IGUANATEXSIZE" val="24"/>
</p:tagLst>
</file>

<file path=ppt/tags/tag17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g$&#10;&#10;\end{document}"/>
  <p:tag name="IGUANATEXSIZE" val="24"/>
</p:tagLst>
</file>

<file path=ppt/tags/tag17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g(\theta_0 + \theta_1 x_1 + \theta_2 x_2$&#10;&#10;$+ \theta_3 x_1^2 + \theta_4 x_2^2$&#10;&#10;$+ \theta_5 x_1 x_2)&#10;$&#10;&#10;\end{document}"/>
  <p:tag name="IGUANATEXSIZE" val="24"/>
</p:tagLst>
</file>

<file path=ppt/tags/tag17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g(\theta_0 + \theta_1 x_1 + \theta_2 x_1^2$&#10;&#10;$+ \theta_3 x_1^2 x_2 + \theta_4 x_1^2 x_2^2 $&#10;&#10;$+ \theta_5 x_1^2 x_2^3 + \theta_6 x_1^3 x_2 + \dots)&#10;$&#10;&#10;\end{document}"/>
  <p:tag name="IGUANATEXSIZE" val="24"/>
</p:tagLst>
</file>

<file path=ppt/tags/tag17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j&#10;$&#10;&#10;\end{document}"/>
  <p:tag name="IGUANATEXSIZE" val="24"/>
</p:tagLst>
</file>

<file path=ppt/tags/tag17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y&#10;$&#10;&#10;\end{document}"/>
  <p:tag name="IGUANATEXSIZE" val="24"/>
</p:tagLst>
</file>

<file path=ppt/tags/tag17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3&#10;$&#10;&#10;\end{document}"/>
  <p:tag name="IGUANATEXSIZE" val="24"/>
</p:tagLst>
</file>

<file path=ppt/tags/tag18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4&#10;$&#10;&#10;\end{document}"/>
  <p:tag name="IGUANATEXSIZE" val="24"/>
</p:tagLst>
</file>

<file path=ppt/tags/tag18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 \displaystyle&#10;\min_\theta \frac{1}{2m} \sum_{i=1}^m (h_\theta (x^{(i)}) - y^{(i)})^2 &#10;$&#10;&#10;\end{document}"/>
  <p:tag name="IGUANATEXSIZE" val="22"/>
</p:tagLst>
</file>

<file path=ppt/tags/tag18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10;$&#10;&#10;\end{document}"/>
  <p:tag name="IGUANATEXSIZE" val="24"/>
</p:tagLst>
</file>

<file path=ppt/tags/tag18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 \theta_1 x + \theta_2 x^2 + \theta_3 x^3 + \theta_4 x^4&#10;$&#10;&#10;\end{document}"/>
  <p:tag name="IGUANATEXSIZE" val="24"/>
</p:tagLst>
</file>

<file path=ppt/tags/tag18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 \dots, \theta_n&#10;$&#10;&#10;\end{document}"/>
  <p:tag name="IGUANATEXSIZE" val="24"/>
</p:tagLst>
</file>

<file path=ppt/tags/tag18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theta_0, \theta_1, \theta_2, \dots, \theta_{100}&#10;$&#10;&#10;\end{document}"/>
  <p:tag name="IGUANATEXSIZE" val="24"/>
</p:tagLst>
</file>

<file path=ppt/tags/tag18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1, x_2, \dots, x_{100}&#10;$&#10;&#10;\end{document}"/>
  <p:tag name="IGUANATEXSIZE" val="24"/>
</p:tagLst>
</file>

<file path=ppt/tags/tag18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10;$&#10;&#10;\end{document}"/>
  <p:tag name="IGUANATEXSIZE" val="32"/>
</p:tagLst>
</file>

<file path=ppt/tags/tag18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sum\limits^{m}_{i=1} (h_\theta(x^{(i)})-y^{(i)})^2 &#10;$&#10;&#10;\end{document}"/>
  <p:tag name="IGUANATEXSIZE" val="32"/>
</p:tagLst>
</file>

<file path=ppt/tags/tag18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displaystyle&#10;\min_\theta J(\theta)&#10;$&#10;&#10;\end{document}"/>
  <p:tag name="IGUANATEXSIZE" val="32"/>
</p:tagLst>
</file>

<file path=ppt/tags/tag19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left[ \sum\limits^{m}_{i=1} (h_\theta(x^{(i)})-y^{(i)})^2  + \lambda \sum\limits^n_{j=1} \theta_j^2 \right]&#10;$&#10;&#10;\end{document}"/>
  <p:tag name="IGUANATEXSIZE" val="22"/>
</p:tagLst>
</file>

<file path=ppt/tags/tag19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10;$&#10;&#10;\end{document}"/>
  <p:tag name="IGUANATEXSIZE" val="24"/>
</p:tagLst>
</file>

<file path=ppt/tags/tag19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10;$&#10;&#10;\end{document}"/>
  <p:tag name="IGUANATEXSIZE" val="24"/>
</p:tagLst>
</file>

<file path=ppt/tags/tag19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 = 10^{10}&#10;$&#10;&#10;\end{document}"/>
  <p:tag name="IGUANATEXSIZE" val="24"/>
</p:tagLst>
</file>

<file path=ppt/tags/tag19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10;$&#10;&#10;\end{document}"/>
  <p:tag name="IGUANATEXSIZE" val="24"/>
</p:tagLst>
</file>

<file path=ppt/tags/tag19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left[ \sum\limits^{m}_{i=1} (h_\theta(x^{(i)})-y^{(i)})^2  + \lambda \sum\limits^n_{j=1} \theta_j^2 \right]&#10;$&#10;&#10;\end{document}"/>
  <p:tag name="IGUANATEXSIZE" val="22"/>
</p:tagLst>
</file>

<file path=ppt/tags/tag19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10;$&#10;&#10;\end{document}"/>
  <p:tag name="IGUANATEXSIZE" val="24"/>
</p:tagLst>
</file>

<file path=ppt/tags/tag19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left[ \sum\limits^{m}_{i=1} (h_\theta(x^{(i)})-y^{(i)})^2  + \lambda \sum\limits^n_{j=1} \theta_j^2 \right]&#10;$&#10;&#10;\end{document}"/>
  <p:tag name="IGUANATEXSIZE" val="22"/>
</p:tagLst>
</file>

<file path=ppt/tags/tag19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10;$&#10;&#10;\end{document}"/>
  <p:tag name="IGUANATEXSIZE" val="24"/>
</p:tagLst>
</file>

<file path=ppt/tags/tag19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lambda = 10^{10}&#10;$&#10;&#10;\end{document}"/>
  <p:tag name="IGUANATEXSIZE" val="24"/>
</p:tagLst>
</file>

<file path=ppt/tags/tag20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theta_0 + \theta_1 x + \theta_2 x^2 + \theta_3 x^3 + \theta_4 x^4&#10;$&#10;&#10;\end{document}"/>
  <p:tag name="IGUANATEXSIZE" val="24"/>
</p:tagLst>
</file>

<file path=ppt/tags/tag20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frac{1}{2m} \left[ \sum\limits^{m}_{i=1} (h_\theta(x^{(i)})-y^{(i)})^2  + \lambda \sum\limits^n_{j=1} \theta_j^2 \right]&#10;$&#10;&#10;\end{document}"/>
  <p:tag name="IGUANATEXSIZE" val="24"/>
</p:tagLst>
</file>

<file path=ppt/tags/tag20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displaystyle&#10;\min_\theta J(\theta)&#10;$&#10;&#10;\end{document}"/>
  <p:tag name="IGUANATEXSIZE" val="22"/>
</p:tagLst>
</file>

<file path=ppt/tags/tag20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 = 0, 1, 2, 3, \dots, n)&#10;$&#10;&#10;\end{document}"/>
  <p:tag name="IGUANATEXSIZE" val="24"/>
</p:tagLst>
</file>

<file path=ppt/tags/tag20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20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20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0 := \theta_0 - \alpha \frac{1}{m} \sum\limits^{m}_{i=1} (h_\theta(x^{(i)})-y^{(i)}) x_0^{(i)}&#10;$&#10;&#10;\end{document}"/>
  <p:tag name="IGUANATEXSIZE" val="24"/>
</p:tagLst>
</file>

<file path=ppt/tags/tag20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j := \theta_j - \alpha &#10;$&#10;&#10;\end{document}"/>
  <p:tag name="IGUANATEXSIZE" val="24"/>
</p:tagLst>
</file>

<file path=ppt/tags/tag20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frac{1}{m} \sum\limits^{m}_{i=1} (h_\theta(x^{(i)})-y^{(i)}) x_j^{(i)}&#10;$&#10;&#10;\end{document}"/>
  <p:tag name="IGUANATEXSIZE" val="24"/>
</p:tagLst>
</file>

<file path=ppt/tags/tag20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j := \theta_j (1 - \alpha \frac{\lambda}{m}) - \alpha \frac{1}{m} \sum\limits^{m}_{i=1} (h_\theta(x^{(i)})-y^{(i)}) x_j^{(i)}&#10;$&#10;&#10;\end{document}"/>
  <p:tag name="IGUANATEXSIZE" val="24"/>
</p:tagLst>
</file>

<file path=ppt/tags/tag2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X = \begin{bmatrix} (x^{(1)})^T \\&#10;\vdots\\&#10;(x^{(m)})^T&#10;\end{bmatrix}&#10;$&#10;&#10;\end{document}"/>
  <p:tag name="IGUANATEXSIZE" val="30"/>
</p:tagLst>
</file>

<file path=ppt/tags/tag2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y = \begin{bmatrix} y^{(1)} \\&#10;\vdots\\&#10;y^{(m)}&#10;\end{bmatrix}&#10;$&#10;&#10;\end{document}"/>
  <p:tag name="IGUANATEXSIZE" val="30"/>
</p:tagLst>
</file>

<file path=ppt/tags/tag21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displaystyle&#10;\min_\theta J(\theta)&#10;$&#10;&#10;\end{document}"/>
  <p:tag name="IGUANATEXSIZE" val="32"/>
</p:tagLst>
</file>

<file path=ppt/tags/tag2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 = (X^TX)^{-1}X^Ty&#10;$&#10;&#10;\end{document}"/>
  <p:tag name="IGUANATEXSIZE" val="30"/>
</p:tagLst>
</file>

<file path=ppt/tags/tag21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m \leq n&#10;$&#10;&#10;\end{document}"/>
  <p:tag name="IGUANATEXSIZE" val="32"/>
</p:tagLst>
</file>

<file path=ppt/tags/tag21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lambda &gt; 0&#10;$&#10;&#10;\end{document}"/>
  <p:tag name="IGUANATEXSIZE" val="32"/>
</p:tagLst>
</file>

<file path=ppt/tags/tag2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theta = \left(X^TX + \lambda \left[\begin{smallmatrix}&#10;0 &amp; &amp; &amp; &amp;\\&#10;&amp; 1 &amp; &amp;  &amp;\\&#10;&amp; &amp; 1 &amp; &amp;\\&#10;&amp; &amp; &amp; \ddots &amp;\\&#10;&amp; &amp; &amp; &amp; 1&#10;\end{smallmatrix}\right]&#10;\right)^{-1} X^T y&#10;$&#10;&#10;\end{document}"/>
  <p:tag name="IGUANATEXSIZE" val="30"/>
</p:tagLst>
</file>

<file path=ppt/tags/tag21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g(\theta_0 + \theta_1 x_1 + \theta_2 x_1^2$&#10;&#10;$+ \theta_3 x_1^2 x_2 + \theta_4 x_1^2 x_2^2 $&#10;&#10;$+ \theta_5 x_1^2 x_2^3 + \dots)&#10;$&#10;&#10;\end{document}"/>
  <p:tag name="IGUANATEXSIZE" val="24"/>
</p:tagLst>
</file>

<file path=ppt/tags/tag21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 (x) = $&#10;&#10;\end{document}"/>
  <p:tag name="IGUANATEXSIZE" val="24"/>
</p:tagLst>
</file>

<file path=ppt/tags/tag21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 = 0, 1, 2, 3, \dots, n)&#10;$&#10;&#10;\end{document}"/>
  <p:tag name="IGUANATEXSIZE" val="24"/>
</p:tagLst>
</file>

<file path=ppt/tags/tag2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2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end{document}"/>
  <p:tag name="IGUANATEXSIZE" val="24"/>
</p:tagLst>
</file>

<file path=ppt/tags/tag2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0 := \theta_0 - \alpha \frac{1}{m} \sum\limits^{m}_{i=1} (h_\theta(x^{(i)})-y^{(i)}) x_0^{(i)}&#10;$&#10;&#10;\end{document}"/>
  <p:tag name="IGUANATEXSIZE" val="24"/>
</p:tagLst>
</file>

<file path=ppt/tags/tag2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theta_j := \theta_j - \alpha &#10;$&#10;&#10;\end{document}"/>
  <p:tag name="IGUANATEXSIZE" val="24"/>
</p:tagLst>
</file>

<file path=ppt/tags/tag2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10;\frac{1}{m} \sum\limits^{m}_{i=1} (h_\theta(x^{(i)})-y^{(i)}) x_j^{(i)}&#10;$&#10;&#10;\end{document}"/>
  <p:tag name="IGUANATEXSIZE" val="24"/>
</p:tagLst>
</file>

<file path=ppt/tags/tag225.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partial}{\partial\theta_0} J(\theta)$&#10;&#10;&#10;&#10;\end{document}"/>
  <p:tag name="IGUANATEXSIZE" val="24"/>
</p:tagLst>
</file>

<file path=ppt/tags/tag226.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partial}{\partial\theta_1} J(\theta)$&#10;&#10;&#10;&#10;\end{document}"/>
  <p:tag name="IGUANATEXSIZE" val="24"/>
</p:tagLst>
</file>

<file path=ppt/tags/tag227.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partial}{\partial\theta_{n}} J(\theta)$&#10;&#10;&#10;&#10;\end{document}"/>
  <p:tag name="IGUANATEXSIZE" val="24"/>
</p:tagLst>
</file>

<file path=ppt/tags/tag228.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10;&#10;&#10;&#10;\end{document}"/>
  <p:tag name="IGUANATEXSIZE" val="24"/>
</p:tagLst>
</file>

<file path=ppt/tags/tag229.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vdots&#10;$&#10;&#10;&#10;&#10;\end{document}"/>
  <p:tag name="IGUANATEXSIZE" val="24"/>
</p:tagLst>
</file>

<file path=ppt/tags/tag230.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partial}{\partial\theta_2} J(\theta)$&#10;&#10;&#10;&#10;\end{document}"/>
  <p:tag name="IGUANATEXSIZE" val="24"/>
</p:tagLst>
</file>

<file path=ppt/tags/tag23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J(\theta) = \left[ -\frac{1}{m} \sum\limits^m_{i=1} y^{(i)} \log{(h_\theta(x^{(i)})} + (1-y^{(i)})\log{1 - h_\theta (x^{(i)})}\right]&#10;+ \frac{\lambda}{2m} \sum\limits^n_{j=1} \theta_j^2 $&#10;&#10;&#10;&#10;\end{document}"/>
  <p:tag name="IGUANATEXSIZE" val="16"/>
</p:tagLst>
</file>

<file path=ppt/tags/tag23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1}{m} \sum\limits^m_{i=1} (h_\theta(x^{(i)}) - y^{(i)}) x_0^{(i)}&#10;$&#10;&#10;\end{document}"/>
  <p:tag name="IGUANATEXSIZE" val="18"/>
</p:tagLst>
</file>

<file path=ppt/tags/tag23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1}{m} \sum\limits^m_{i=1} (h_\theta(x^{(i)}) - y^{(i)}) x_1^{(i)} - \frac{\lambda}{m}\theta_1&#10;$&#10;&#10;\end{document}"/>
  <p:tag name="IGUANATEXSIZE" val="18"/>
</p:tagLst>
</file>

<file path=ppt/tags/tag23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frac{1}{m} \sum\limits^m_{i=1} (h_\theta(x^{(i)}) - y^{(i)}) x_2^{(i)} - \frac{\lambda}{m}\theta_2&#10;$&#10;&#10;\end{document}"/>
  <p:tag name="IGUANATEXSIZE" val="18"/>
</p:tagLst>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B1A953F-2BE9-4A50-91BA-65F68F710592}">
  <we:reference id="wa200010001" version="1.0.0.0" store="en-US" storeType="OMEX"/>
  <we:alternateReferences>
    <we:reference id="wa200010001" version="1.0.0.0" store="" storeType="OMEX"/>
  </we:alternateReferences>
  <we:properties>
    <we:property name="Office.AutoShowTaskpaneWithDocument" value="true"/>
    <we:property name="claude.fileId" value="&quot;3c6a7f6c-6cd6-49d7-9355-70b7046856b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TM02900688[[fn=Faceta]]</Template>
  <TotalTime>10287</TotalTime>
  <Words>4232</Words>
  <Application>Microsoft Office PowerPoint</Application>
  <PresentationFormat>Panorámica</PresentationFormat>
  <Paragraphs>883</Paragraphs>
  <Slides>102</Slides>
  <Notes>25</Notes>
  <HiddenSlides>2</HiddenSlides>
  <MMClips>0</MMClips>
  <ScaleCrop>false</ScaleCrop>
  <HeadingPairs>
    <vt:vector size="8" baseType="variant">
      <vt:variant>
        <vt:lpstr>Fuentes usadas</vt:lpstr>
      </vt:variant>
      <vt:variant>
        <vt:i4>10</vt:i4>
      </vt:variant>
      <vt:variant>
        <vt:lpstr>Tema</vt:lpstr>
      </vt:variant>
      <vt:variant>
        <vt:i4>3</vt:i4>
      </vt:variant>
      <vt:variant>
        <vt:lpstr>Servidores OLE incrustados</vt:lpstr>
      </vt:variant>
      <vt:variant>
        <vt:i4>0</vt:i4>
      </vt:variant>
      <vt:variant>
        <vt:lpstr>Títulos de diapositiva</vt:lpstr>
      </vt:variant>
      <vt:variant>
        <vt:i4>102</vt:i4>
      </vt:variant>
    </vt:vector>
  </HeadingPairs>
  <TitlesOfParts>
    <vt:vector size="115" baseType="lpstr">
      <vt:lpstr>Arial</vt:lpstr>
      <vt:lpstr>Calibri</vt:lpstr>
      <vt:lpstr>Calibri Light</vt:lpstr>
      <vt:lpstr>Cambria Math</vt:lpstr>
      <vt:lpstr>Courier New</vt:lpstr>
      <vt:lpstr>Symbol</vt:lpstr>
      <vt:lpstr>Times New Roman</vt:lpstr>
      <vt:lpstr>Trebuchet MS</vt:lpstr>
      <vt:lpstr>Wingdings</vt:lpstr>
      <vt:lpstr>Wingdings 2</vt:lpstr>
      <vt:lpstr>HDOfficeLightV0</vt:lpstr>
      <vt:lpstr>1_HDOfficeLightV0</vt:lpstr>
      <vt:lpstr>Retrospección</vt:lpstr>
      <vt:lpstr>SIS420, COM300 – INTELIGENCIA ARTIFICIAL I</vt:lpstr>
      <vt:lpstr>¿Qué es Machine Learning?</vt:lpstr>
      <vt:lpstr>Programación tradicional VS Machine Learning</vt:lpstr>
      <vt:lpstr>Multidisciplinar</vt:lpstr>
      <vt:lpstr>Ejemplo: SPAM</vt:lpstr>
      <vt:lpstr>Ejemplo de aplicación: Detección de fraude en tarjetas de crédito </vt:lpstr>
      <vt:lpstr>Ejemplo de aplicación: Recomendaciones de compra</vt:lpstr>
      <vt:lpstr>Otros ejemplos de aplicación</vt:lpstr>
      <vt:lpstr>Tipos de aprendizaje</vt:lpstr>
      <vt:lpstr>Conjunto de datos</vt:lpstr>
      <vt:lpstr>Diferencias entre inteligencia artificial, Machine Learning y Deep Learning</vt:lpstr>
      <vt:lpstr>Aplicaciones y herramientas para machine learning</vt:lpstr>
      <vt:lpstr>Aprendizaje supervisado</vt:lpstr>
      <vt:lpstr>Regresión</vt:lpstr>
      <vt:lpstr>Ejemplos de aplicación de la regresión</vt:lpstr>
      <vt:lpstr>Clasificación</vt:lpstr>
      <vt:lpstr>Ejemplos de clasificación</vt:lpstr>
      <vt:lpstr>Aplicaciones: Tipologías de problemas </vt:lpstr>
      <vt:lpstr>Terminología básica de Machine Learning</vt:lpstr>
      <vt:lpstr>Modelo que expresa una relación lineal entre features y labels</vt:lpstr>
      <vt:lpstr>Formulación</vt:lpstr>
      <vt:lpstr>Regresión</vt:lpstr>
      <vt:lpstr>Modelo de regresión lineal simple: Predicción del precio de una vivienda</vt:lpstr>
      <vt:lpstr>Conjunto de datos de entrenamiento</vt:lpstr>
      <vt:lpstr>Hipotesis (H)</vt:lpstr>
      <vt:lpstr>Análisis de la hipótesis en relación a posibles valores de Ɵ0 y Ɵ1</vt:lpstr>
      <vt:lpstr>Función de costo (J)</vt:lpstr>
      <vt:lpstr>Formulas:</vt:lpstr>
      <vt:lpstr>Relación graficas de hipótesis y costo</vt:lpstr>
      <vt:lpstr>Gráfica de costo, considerando (θ_0,θ_1 )</vt:lpstr>
      <vt:lpstr>Descenso por el gradiente</vt:lpstr>
      <vt:lpstr>Gráfico del descenso por el gradiente</vt:lpstr>
      <vt:lpstr>Caminos alternativos en el descenso por el gradiente</vt:lpstr>
      <vt:lpstr>Algoritmo del descenso por el gradiente</vt:lpstr>
      <vt:lpstr>Coheficiente de aprendizaje (α) </vt:lpstr>
      <vt:lpstr>Descenso por el gradiente para la regresión lineal simple</vt:lpstr>
      <vt:lpstr>REGRESION LINEAL MULTIVARIABLE</vt:lpstr>
      <vt:lpstr>Multiples características (variables)</vt:lpstr>
      <vt:lpstr>Hipótesis regresión lineal multivariable.</vt:lpstr>
      <vt:lpstr>Formulas regresión lineal multivariable</vt:lpstr>
      <vt:lpstr>Descenso por el gradiente regresión lineal  multivariable</vt:lpstr>
      <vt:lpstr>Presentación de PowerPoint</vt:lpstr>
      <vt:lpstr>Escalado de características </vt:lpstr>
      <vt:lpstr>Normalización media</vt:lpstr>
      <vt:lpstr>Descenso por el gradiente</vt:lpstr>
      <vt:lpstr>Asegurar que el descenso por el gradiente funcione correctamente</vt:lpstr>
      <vt:lpstr>Asegurar que el descenso por el gradiente funcione correctamente</vt:lpstr>
      <vt:lpstr>Resumen</vt:lpstr>
      <vt:lpstr>Predicción del precio de las casas</vt:lpstr>
      <vt:lpstr>Regresión polinómica</vt:lpstr>
      <vt:lpstr>Elegir tipo de características</vt:lpstr>
      <vt:lpstr>Descenso por el gradiente</vt:lpstr>
      <vt:lpstr>Ecuación de la normal</vt:lpstr>
      <vt:lpstr>Ejemplo: m = 5</vt:lpstr>
      <vt:lpstr>m ejemplos de entrenamiento y n características</vt:lpstr>
      <vt:lpstr>Ecuación de la normal y la no invertibilidad</vt:lpstr>
      <vt:lpstr>REGRESIÓN LOGÍSTICA</vt:lpstr>
      <vt:lpstr>Problemas de clasificación</vt:lpstr>
      <vt:lpstr>Como se desarrolla un problema de clasificación?</vt:lpstr>
      <vt:lpstr>Otros aspectos relacionados a la regresión lineal aplicada a la clasificación</vt:lpstr>
      <vt:lpstr>Representación de la hipótesis</vt:lpstr>
      <vt:lpstr>Interpretación de la salida de la hipótesis</vt:lpstr>
      <vt:lpstr>Representación de la hipótesis para la regresión logística</vt:lpstr>
      <vt:lpstr>Decisión de límites</vt:lpstr>
      <vt:lpstr>Decisión de limites no lineales</vt:lpstr>
      <vt:lpstr>Función de costo</vt:lpstr>
      <vt:lpstr>Problema con la función de costo de la regresión lineal aplicado a la regresión logística</vt:lpstr>
      <vt:lpstr>Función de costo para la regresión logística</vt:lpstr>
      <vt:lpstr>Descenso por el gradiente aplicado a la regresión logística</vt:lpstr>
      <vt:lpstr>Presentación de PowerPoint</vt:lpstr>
      <vt:lpstr>Presentación de PowerPoint</vt:lpstr>
      <vt:lpstr>Algoritmos de optimización avanzada</vt:lpstr>
      <vt:lpstr>Algoritmo de optimización</vt:lpstr>
      <vt:lpstr>Ventajas y desventajas de algoritmos de optimización</vt:lpstr>
      <vt:lpstr>Ejemplo</vt:lpstr>
      <vt:lpstr>Clasificación multiclase One vs. All</vt:lpstr>
      <vt:lpstr>Presentación de PowerPoint</vt:lpstr>
      <vt:lpstr>One-vs-all (one-vs-rest): </vt:lpstr>
      <vt:lpstr>Presentación de PowerPoint</vt:lpstr>
      <vt:lpstr>El problema de sobre ajuste (overfitting)</vt:lpstr>
      <vt:lpstr>Presentación de PowerPoint</vt:lpstr>
      <vt:lpstr>Presentación de PowerPoint</vt:lpstr>
      <vt:lpstr>Abordar el sobreajuste</vt:lpstr>
      <vt:lpstr>Como solucionamos el sobreajuste</vt:lpstr>
      <vt:lpstr>Cost function</vt:lpstr>
      <vt:lpstr>Regularización – función de costo</vt:lpstr>
      <vt:lpstr>Presentación de PowerPoint</vt:lpstr>
      <vt:lpstr>Presentación de PowerPoint</vt:lpstr>
      <vt:lpstr>Presentación de PowerPoint</vt:lpstr>
      <vt:lpstr>Presentación de PowerPoint</vt:lpstr>
      <vt:lpstr>Regresion lineal regularizada</vt:lpstr>
      <vt:lpstr>Presentación de PowerPoint</vt:lpstr>
      <vt:lpstr>Presentación de PowerPoint</vt:lpstr>
      <vt:lpstr>Presentación de PowerPoint</vt:lpstr>
      <vt:lpstr>Regresión logistica regularizada</vt:lpstr>
      <vt:lpstr>Presentación de PowerPoint</vt:lpstr>
      <vt:lpstr>Presentación de PowerPoint</vt:lpstr>
      <vt:lpstr>Presentación de PowerPoint</vt:lpstr>
      <vt:lpstr>Segmentación (Clustering)</vt:lpstr>
      <vt:lpstr>Ejemplos de segmentación</vt:lpstr>
      <vt:lpstr>Asociación</vt:lpstr>
      <vt:lpstr>Ejemplos de asociación </vt:lpstr>
    </vt:vector>
  </TitlesOfParts>
  <Company>U.T.I.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INTRODUCCION A LA INTELIGENCIA ARTIFICIAL</dc:title>
  <dc:creator>MAQ1</dc:creator>
  <cp:lastModifiedBy>Carlos Walter Pacheco Lora</cp:lastModifiedBy>
  <cp:revision>400</cp:revision>
  <cp:lastPrinted>1999-08-06T20:29:32Z</cp:lastPrinted>
  <dcterms:created xsi:type="dcterms:W3CDTF">1999-02-09T14:57:18Z</dcterms:created>
  <dcterms:modified xsi:type="dcterms:W3CDTF">2026-04-14T16:59:42Z</dcterms:modified>
</cp:coreProperties>
</file>